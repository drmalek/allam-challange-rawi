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28" r:id="rId4"/>
    <p:sldMasterId id="2147483729" r:id="rId5"/>
    <p:sldMasterId id="2147483730" r:id="rId6"/>
    <p:sldMasterId id="2147483731"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Lst>
  <p:sldSz cy="5143500" cx="9144000"/>
  <p:notesSz cx="6858000" cy="9144000"/>
  <p:embeddedFontLst>
    <p:embeddedFont>
      <p:font typeface="IBM Plex Sans Arabic"/>
      <p:regular r:id="rId24"/>
      <p:bold r:id="rId25"/>
    </p:embeddedFont>
    <p:embeddedFont>
      <p:font typeface="Trispace"/>
      <p:regular r:id="rId26"/>
      <p:bold r:id="rId27"/>
    </p:embeddedFont>
    <p:embeddedFont>
      <p:font typeface="Bebas Neue"/>
      <p:regular r:id="rId28"/>
    </p:embeddedFont>
    <p:embeddedFont>
      <p:font typeface="Maven Pro"/>
      <p:regular r:id="rId29"/>
      <p:bold r:id="rId30"/>
    </p:embeddedFont>
    <p:embeddedFont>
      <p:font typeface="PT Sans"/>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font" Target="fonts/IBMPlexSansArabic-regular.fntdata"/><Relationship Id="rId23" Type="http://schemas.openxmlformats.org/officeDocument/2006/relationships/slide" Target="slides/slide15.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26" Type="http://schemas.openxmlformats.org/officeDocument/2006/relationships/font" Target="fonts/Trispace-regular.fntdata"/><Relationship Id="rId25" Type="http://schemas.openxmlformats.org/officeDocument/2006/relationships/font" Target="fonts/IBMPlexSansArabic-bold.fntdata"/><Relationship Id="rId28" Type="http://schemas.openxmlformats.org/officeDocument/2006/relationships/font" Target="fonts/BebasNeue-regular.fntdata"/><Relationship Id="rId27" Type="http://schemas.openxmlformats.org/officeDocument/2006/relationships/font" Target="fonts/Trispace-bold.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font" Target="fonts/MavenPro-regular.fntdata"/><Relationship Id="rId7" Type="http://schemas.openxmlformats.org/officeDocument/2006/relationships/slideMaster" Target="slideMasters/slideMaster4.xml"/><Relationship Id="rId8" Type="http://schemas.openxmlformats.org/officeDocument/2006/relationships/notesMaster" Target="notesMasters/notesMaster1.xml"/><Relationship Id="rId31" Type="http://schemas.openxmlformats.org/officeDocument/2006/relationships/font" Target="fonts/PTSans-regular.fntdata"/><Relationship Id="rId30" Type="http://schemas.openxmlformats.org/officeDocument/2006/relationships/font" Target="fonts/MavenPro-bold.fntdata"/><Relationship Id="rId11" Type="http://schemas.openxmlformats.org/officeDocument/2006/relationships/slide" Target="slides/slide3.xml"/><Relationship Id="rId33" Type="http://schemas.openxmlformats.org/officeDocument/2006/relationships/font" Target="fonts/PTSans-italic.fntdata"/><Relationship Id="rId10" Type="http://schemas.openxmlformats.org/officeDocument/2006/relationships/slide" Target="slides/slide2.xml"/><Relationship Id="rId32" Type="http://schemas.openxmlformats.org/officeDocument/2006/relationships/font" Target="fonts/PTSans-bold.fntdata"/><Relationship Id="rId13" Type="http://schemas.openxmlformats.org/officeDocument/2006/relationships/slide" Target="slides/slide5.xml"/><Relationship Id="rId12" Type="http://schemas.openxmlformats.org/officeDocument/2006/relationships/slide" Target="slides/slide4.xml"/><Relationship Id="rId34" Type="http://schemas.openxmlformats.org/officeDocument/2006/relationships/font" Target="fonts/PTSans-boldItalic.fntdata"/><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23"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g30f0abc4abd_0_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8" name="Google Shape;968;g30f0abc4abd_0_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30f0abc4abd_0_10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3" name="Google Shape;1023;g30f0abc4abd_0_10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g30f0abc4abd_0_20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9" name="Google Shape;1059;g30f0abc4abd_0_20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g30f0abc4abd_0_24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3" name="Google Shape;1093;g30f0abc4abd_0_2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30f0abc4abd_0_17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6" name="Google Shape;1106;g30f0abc4abd_0_17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3" name="Shape 1143"/>
        <p:cNvGrpSpPr/>
        <p:nvPr/>
      </p:nvGrpSpPr>
      <p:grpSpPr>
        <a:xfrm>
          <a:off x="0" y="0"/>
          <a:ext cx="0" cy="0"/>
          <a:chOff x="0" y="0"/>
          <a:chExt cx="0" cy="0"/>
        </a:xfrm>
      </p:grpSpPr>
      <p:sp>
        <p:nvSpPr>
          <p:cNvPr id="1144" name="Google Shape;1144;g30f0abc4abd_0_1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5" name="Google Shape;1145;g30f0abc4abd_0_1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31331a95d90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6" name="Google Shape;1156;g31331a95d90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5" name="Shape 1165"/>
        <p:cNvGrpSpPr/>
        <p:nvPr/>
      </p:nvGrpSpPr>
      <p:grpSpPr>
        <a:xfrm>
          <a:off x="0" y="0"/>
          <a:ext cx="0" cy="0"/>
          <a:chOff x="0" y="0"/>
          <a:chExt cx="0" cy="0"/>
        </a:xfrm>
      </p:grpSpPr>
      <p:sp>
        <p:nvSpPr>
          <p:cNvPr id="1166" name="Google Shape;1166;g30f0abc4abd_0_2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7" name="Google Shape;1167;g30f0abc4abd_0_2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g30f0abc4abd_0_3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9" name="Google Shape;1229;g30f0abc4abd_0_3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6" name="Shape 1256"/>
        <p:cNvGrpSpPr/>
        <p:nvPr/>
      </p:nvGrpSpPr>
      <p:grpSpPr>
        <a:xfrm>
          <a:off x="0" y="0"/>
          <a:ext cx="0" cy="0"/>
          <a:chOff x="0" y="0"/>
          <a:chExt cx="0" cy="0"/>
        </a:xfrm>
      </p:grpSpPr>
      <p:sp>
        <p:nvSpPr>
          <p:cNvPr id="1257" name="Google Shape;1257;g30f0abc4abd_0_3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8" name="Google Shape;1258;g30f0abc4abd_0_3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3" name="Shape 1263"/>
        <p:cNvGrpSpPr/>
        <p:nvPr/>
      </p:nvGrpSpPr>
      <p:grpSpPr>
        <a:xfrm>
          <a:off x="0" y="0"/>
          <a:ext cx="0" cy="0"/>
          <a:chOff x="0" y="0"/>
          <a:chExt cx="0" cy="0"/>
        </a:xfrm>
      </p:grpSpPr>
      <p:sp>
        <p:nvSpPr>
          <p:cNvPr id="1264" name="Google Shape;1264;g30f0abc4abd_0_38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5" name="Google Shape;1265;g30f0abc4abd_0_38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7" name="Shape 1277"/>
        <p:cNvGrpSpPr/>
        <p:nvPr/>
      </p:nvGrpSpPr>
      <p:grpSpPr>
        <a:xfrm>
          <a:off x="0" y="0"/>
          <a:ext cx="0" cy="0"/>
          <a:chOff x="0" y="0"/>
          <a:chExt cx="0" cy="0"/>
        </a:xfrm>
      </p:grpSpPr>
      <p:sp>
        <p:nvSpPr>
          <p:cNvPr id="1278" name="Google Shape;1278;g30f0abc4abd_0_4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9" name="Google Shape;1279;g30f0abc4abd_0_4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6" name="Shape 1286"/>
        <p:cNvGrpSpPr/>
        <p:nvPr/>
      </p:nvGrpSpPr>
      <p:grpSpPr>
        <a:xfrm>
          <a:off x="0" y="0"/>
          <a:ext cx="0" cy="0"/>
          <a:chOff x="0" y="0"/>
          <a:chExt cx="0" cy="0"/>
        </a:xfrm>
      </p:grpSpPr>
      <p:sp>
        <p:nvSpPr>
          <p:cNvPr id="1287" name="Google Shape;1287;g31331a95d90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8" name="Google Shape;1288;g31331a95d90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2" name="Shape 1292"/>
        <p:cNvGrpSpPr/>
        <p:nvPr/>
      </p:nvGrpSpPr>
      <p:grpSpPr>
        <a:xfrm>
          <a:off x="0" y="0"/>
          <a:ext cx="0" cy="0"/>
          <a:chOff x="0" y="0"/>
          <a:chExt cx="0" cy="0"/>
        </a:xfrm>
      </p:grpSpPr>
      <p:sp>
        <p:nvSpPr>
          <p:cNvPr id="1293" name="Google Shape;1293;g31331a95d90_0_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4" name="Google Shape;1294;g31331a95d90_0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8" name="Shape 1298"/>
        <p:cNvGrpSpPr/>
        <p:nvPr/>
      </p:nvGrpSpPr>
      <p:grpSpPr>
        <a:xfrm>
          <a:off x="0" y="0"/>
          <a:ext cx="0" cy="0"/>
          <a:chOff x="0" y="0"/>
          <a:chExt cx="0" cy="0"/>
        </a:xfrm>
      </p:grpSpPr>
      <p:sp>
        <p:nvSpPr>
          <p:cNvPr id="1299" name="Google Shape;1299;g31331a95d90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0" name="Google Shape;1300;g31331a95d90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292C61"/>
        </a:solid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ar"/>
              <a:t>‹#›</a:t>
            </a:fld>
            <a:endParaRPr/>
          </a:p>
        </p:txBody>
      </p:sp>
      <p:pic>
        <p:nvPicPr>
          <p:cNvPr id="13" name="Google Shape;13;p2"/>
          <p:cNvPicPr preferRelativeResize="0"/>
          <p:nvPr/>
        </p:nvPicPr>
        <p:blipFill rotWithShape="1">
          <a:blip r:embed="rId2">
            <a:alphaModFix amt="34000"/>
          </a:blip>
          <a:srcRect b="-23338" l="20382" r="25850" t="-23353"/>
          <a:stretch/>
        </p:blipFill>
        <p:spPr>
          <a:xfrm rot="-5400000">
            <a:off x="1995638" y="-2069358"/>
            <a:ext cx="5152725" cy="929144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a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a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a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a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a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a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9"/>
          <p:cNvSpPr txBox="1"/>
          <p:nvPr>
            <p:ph type="title"/>
          </p:nvPr>
        </p:nvSpPr>
        <p:spPr>
          <a:xfrm>
            <a:off x="265500" y="1233175"/>
            <a:ext cx="40449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9"/>
          <p:cNvSpPr txBox="1"/>
          <p:nvPr>
            <p:ph idx="1" type="subTitle"/>
          </p:nvPr>
        </p:nvSpPr>
        <p:spPr>
          <a:xfrm>
            <a:off x="265500" y="2803075"/>
            <a:ext cx="40449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1" name="Google Shape;4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a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0"/>
          <p:cNvSpPr txBox="1"/>
          <p:nvPr>
            <p:ph idx="1" type="body"/>
          </p:nvPr>
        </p:nvSpPr>
        <p:spPr>
          <a:xfrm>
            <a:off x="311700" y="4230575"/>
            <a:ext cx="59991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4" name="Google Shape;4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a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8" name="Google Shape;48;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a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a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pic>
        <p:nvPicPr>
          <p:cNvPr id="55" name="Google Shape;55;p14"/>
          <p:cNvPicPr preferRelativeResize="0"/>
          <p:nvPr/>
        </p:nvPicPr>
        <p:blipFill rotWithShape="1">
          <a:blip r:embed="rId2">
            <a:alphaModFix/>
          </a:blip>
          <a:srcRect b="0" l="0" r="0" t="0"/>
          <a:stretch/>
        </p:blipFill>
        <p:spPr>
          <a:xfrm>
            <a:off x="5265625" y="1820212"/>
            <a:ext cx="4165500" cy="3258898"/>
          </a:xfrm>
          <a:prstGeom prst="rect">
            <a:avLst/>
          </a:prstGeom>
          <a:noFill/>
          <a:ln>
            <a:noFill/>
          </a:ln>
        </p:spPr>
      </p:pic>
      <p:sp>
        <p:nvSpPr>
          <p:cNvPr id="56" name="Google Shape;56;p14"/>
          <p:cNvSpPr/>
          <p:nvPr/>
        </p:nvSpPr>
        <p:spPr>
          <a:xfrm>
            <a:off x="4250050" y="1652126"/>
            <a:ext cx="5728043" cy="3491380"/>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4"/>
          <p:cNvSpPr/>
          <p:nvPr/>
        </p:nvSpPr>
        <p:spPr>
          <a:xfrm>
            <a:off x="5129998" y="3268141"/>
            <a:ext cx="4013990" cy="1875356"/>
          </a:xfrm>
          <a:custGeom>
            <a:rect b="b" l="l" r="r" t="t"/>
            <a:pathLst>
              <a:path extrusionOk="0" h="10483" w="22438">
                <a:moveTo>
                  <a:pt x="18307" y="1053"/>
                </a:moveTo>
                <a:cubicBezTo>
                  <a:pt x="17174" y="1740"/>
                  <a:pt x="16505" y="2560"/>
                  <a:pt x="15773" y="3640"/>
                </a:cubicBezTo>
                <a:lnTo>
                  <a:pt x="15773" y="3640"/>
                </a:lnTo>
                <a:cubicBezTo>
                  <a:pt x="15149" y="4550"/>
                  <a:pt x="14658" y="5593"/>
                  <a:pt x="13668" y="6164"/>
                </a:cubicBezTo>
                <a:lnTo>
                  <a:pt x="13668" y="6164"/>
                </a:lnTo>
                <a:cubicBezTo>
                  <a:pt x="12606" y="6762"/>
                  <a:pt x="11009" y="6896"/>
                  <a:pt x="9823" y="6539"/>
                </a:cubicBezTo>
                <a:lnTo>
                  <a:pt x="9823" y="6539"/>
                </a:lnTo>
                <a:cubicBezTo>
                  <a:pt x="8565" y="6156"/>
                  <a:pt x="7049" y="5906"/>
                  <a:pt x="5791" y="6477"/>
                </a:cubicBezTo>
                <a:lnTo>
                  <a:pt x="5791" y="6477"/>
                </a:lnTo>
                <a:cubicBezTo>
                  <a:pt x="4497" y="7057"/>
                  <a:pt x="3293" y="7931"/>
                  <a:pt x="2151" y="8752"/>
                </a:cubicBezTo>
                <a:lnTo>
                  <a:pt x="2151" y="8752"/>
                </a:lnTo>
                <a:cubicBezTo>
                  <a:pt x="1410" y="9296"/>
                  <a:pt x="670" y="9858"/>
                  <a:pt x="1" y="10482"/>
                </a:cubicBezTo>
                <a:lnTo>
                  <a:pt x="1" y="10482"/>
                </a:lnTo>
                <a:lnTo>
                  <a:pt x="22393" y="10482"/>
                </a:lnTo>
                <a:lnTo>
                  <a:pt x="22437" y="98"/>
                </a:lnTo>
                <a:cubicBezTo>
                  <a:pt x="22179" y="27"/>
                  <a:pt x="21902" y="0"/>
                  <a:pt x="21617" y="0"/>
                </a:cubicBezTo>
                <a:lnTo>
                  <a:pt x="21617" y="0"/>
                </a:lnTo>
                <a:cubicBezTo>
                  <a:pt x="20466" y="0"/>
                  <a:pt x="19208" y="517"/>
                  <a:pt x="18307" y="1053"/>
                </a:cubicBezTo>
                <a:close/>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4"/>
          <p:cNvSpPr txBox="1"/>
          <p:nvPr>
            <p:ph type="ctrTitle"/>
          </p:nvPr>
        </p:nvSpPr>
        <p:spPr>
          <a:xfrm>
            <a:off x="1007425" y="819213"/>
            <a:ext cx="3033000" cy="27606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5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59" name="Google Shape;59;p14"/>
          <p:cNvSpPr txBox="1"/>
          <p:nvPr>
            <p:ph idx="1" type="subTitle"/>
          </p:nvPr>
        </p:nvSpPr>
        <p:spPr>
          <a:xfrm>
            <a:off x="2217100" y="3702075"/>
            <a:ext cx="1823400" cy="6222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200"/>
              <a:buNone/>
              <a:defRPr sz="14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0" name="Shape 60"/>
        <p:cNvGrpSpPr/>
        <p:nvPr/>
      </p:nvGrpSpPr>
      <p:grpSpPr>
        <a:xfrm>
          <a:off x="0" y="0"/>
          <a:ext cx="0" cy="0"/>
          <a:chOff x="0" y="0"/>
          <a:chExt cx="0" cy="0"/>
        </a:xfrm>
      </p:grpSpPr>
      <p:sp>
        <p:nvSpPr>
          <p:cNvPr id="61" name="Google Shape;61;p15"/>
          <p:cNvSpPr/>
          <p:nvPr/>
        </p:nvSpPr>
        <p:spPr>
          <a:xfrm flipH="1">
            <a:off x="-847382" y="2075875"/>
            <a:ext cx="5842699" cy="3491380"/>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5"/>
          <p:cNvSpPr/>
          <p:nvPr/>
        </p:nvSpPr>
        <p:spPr>
          <a:xfrm>
            <a:off x="6638834" y="-220904"/>
            <a:ext cx="2625339" cy="1785511"/>
          </a:xfrm>
          <a:custGeom>
            <a:rect b="b" l="l" r="r" t="t"/>
            <a:pathLst>
              <a:path extrusionOk="0" h="14034" w="20635">
                <a:moveTo>
                  <a:pt x="20635" y="687"/>
                </a:moveTo>
                <a:cubicBezTo>
                  <a:pt x="18637" y="687"/>
                  <a:pt x="16638" y="768"/>
                  <a:pt x="14649" y="643"/>
                </a:cubicBezTo>
                <a:cubicBezTo>
                  <a:pt x="12552" y="509"/>
                  <a:pt x="10492" y="224"/>
                  <a:pt x="8377" y="224"/>
                </a:cubicBezTo>
                <a:cubicBezTo>
                  <a:pt x="6879" y="224"/>
                  <a:pt x="5380" y="313"/>
                  <a:pt x="3899" y="313"/>
                </a:cubicBezTo>
                <a:cubicBezTo>
                  <a:pt x="3132" y="313"/>
                  <a:pt x="955" y="0"/>
                  <a:pt x="509" y="875"/>
                </a:cubicBezTo>
                <a:cubicBezTo>
                  <a:pt x="1" y="1883"/>
                  <a:pt x="2329" y="3792"/>
                  <a:pt x="2989" y="4300"/>
                </a:cubicBezTo>
                <a:cubicBezTo>
                  <a:pt x="4185" y="5228"/>
                  <a:pt x="5433" y="5335"/>
                  <a:pt x="6879" y="5549"/>
                </a:cubicBezTo>
                <a:cubicBezTo>
                  <a:pt x="8422" y="5781"/>
                  <a:pt x="9832" y="5995"/>
                  <a:pt x="11107" y="6941"/>
                </a:cubicBezTo>
                <a:cubicBezTo>
                  <a:pt x="12196" y="7762"/>
                  <a:pt x="12829" y="8966"/>
                  <a:pt x="13516" y="10099"/>
                </a:cubicBezTo>
                <a:cubicBezTo>
                  <a:pt x="14230" y="11268"/>
                  <a:pt x="15291" y="12151"/>
                  <a:pt x="16496" y="12775"/>
                </a:cubicBezTo>
                <a:cubicBezTo>
                  <a:pt x="17566" y="13320"/>
                  <a:pt x="19074" y="13998"/>
                  <a:pt x="20278" y="14033"/>
                </a:cubicBezTo>
                <a:cubicBezTo>
                  <a:pt x="20421" y="13221"/>
                  <a:pt x="20314" y="12383"/>
                  <a:pt x="20332" y="11562"/>
                </a:cubicBezTo>
                <a:cubicBezTo>
                  <a:pt x="20349" y="10732"/>
                  <a:pt x="20635" y="9930"/>
                  <a:pt x="20635" y="9109"/>
                </a:cubicBezTo>
                <a:cubicBezTo>
                  <a:pt x="20635" y="8252"/>
                  <a:pt x="20635" y="7387"/>
                  <a:pt x="20635" y="6531"/>
                </a:cubicBezTo>
                <a:lnTo>
                  <a:pt x="20635" y="1713"/>
                </a:lnTo>
                <a:close/>
              </a:path>
            </a:pathLst>
          </a:custGeom>
          <a:gradFill>
            <a:gsLst>
              <a:gs pos="0">
                <a:srgbClr val="8134EC">
                  <a:alpha val="70196"/>
                </a:srgbClr>
              </a:gs>
              <a:gs pos="100000">
                <a:schemeClr val="accent1"/>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15"/>
          <p:cNvGrpSpPr/>
          <p:nvPr/>
        </p:nvGrpSpPr>
        <p:grpSpPr>
          <a:xfrm>
            <a:off x="7542636" y="81040"/>
            <a:ext cx="1521562" cy="1069823"/>
            <a:chOff x="7542636" y="81040"/>
            <a:chExt cx="1521562" cy="1069823"/>
          </a:xfrm>
        </p:grpSpPr>
        <p:sp>
          <p:nvSpPr>
            <p:cNvPr id="64" name="Google Shape;64;p15"/>
            <p:cNvSpPr/>
            <p:nvPr/>
          </p:nvSpPr>
          <p:spPr>
            <a:xfrm>
              <a:off x="8132548" y="81040"/>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5"/>
            <p:cNvSpPr/>
            <p:nvPr/>
          </p:nvSpPr>
          <p:spPr>
            <a:xfrm>
              <a:off x="8737186" y="75295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5"/>
            <p:cNvSpPr/>
            <p:nvPr/>
          </p:nvSpPr>
          <p:spPr>
            <a:xfrm>
              <a:off x="7542636" y="139240"/>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5"/>
            <p:cNvSpPr/>
            <p:nvPr/>
          </p:nvSpPr>
          <p:spPr>
            <a:xfrm>
              <a:off x="8048505" y="68206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 name="Google Shape;68;p15"/>
          <p:cNvSpPr txBox="1"/>
          <p:nvPr>
            <p:ph type="title"/>
          </p:nvPr>
        </p:nvSpPr>
        <p:spPr>
          <a:xfrm>
            <a:off x="3525900" y="3189750"/>
            <a:ext cx="49050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9" name="Google Shape;69;p15"/>
          <p:cNvSpPr txBox="1"/>
          <p:nvPr>
            <p:ph hasCustomPrompt="1" idx="2" type="title"/>
          </p:nvPr>
        </p:nvSpPr>
        <p:spPr>
          <a:xfrm>
            <a:off x="5084000" y="1609750"/>
            <a:ext cx="1789200" cy="10821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8000">
                <a:solidFill>
                  <a:schemeClr val="dk2"/>
                </a:solidFill>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0" name="Shape 70"/>
        <p:cNvGrpSpPr/>
        <p:nvPr/>
      </p:nvGrpSpPr>
      <p:grpSpPr>
        <a:xfrm>
          <a:off x="0" y="0"/>
          <a:ext cx="0" cy="0"/>
          <a:chOff x="0" y="0"/>
          <a:chExt cx="0" cy="0"/>
        </a:xfrm>
      </p:grpSpPr>
      <p:sp>
        <p:nvSpPr>
          <p:cNvPr id="71" name="Google Shape;71;p16"/>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2" name="Google Shape;72;p16"/>
          <p:cNvSpPr txBox="1"/>
          <p:nvPr>
            <p:ph idx="1" type="body"/>
          </p:nvPr>
        </p:nvSpPr>
        <p:spPr>
          <a:xfrm>
            <a:off x="720000" y="1215752"/>
            <a:ext cx="7704000" cy="34164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Char char="●"/>
              <a:defRPr sz="1200"/>
            </a:lvl1pPr>
            <a:lvl2pPr indent="-304800" lvl="1" marL="914400">
              <a:lnSpc>
                <a:spcPct val="115000"/>
              </a:lnSpc>
              <a:spcBef>
                <a:spcPts val="1600"/>
              </a:spcBef>
              <a:spcAft>
                <a:spcPts val="0"/>
              </a:spcAft>
              <a:buSzPts val="1200"/>
              <a:buFont typeface="Roboto Condensed Light"/>
              <a:buChar char="○"/>
              <a:defRPr/>
            </a:lvl2pPr>
            <a:lvl3pPr indent="-304800" lvl="2" marL="1371600">
              <a:lnSpc>
                <a:spcPct val="115000"/>
              </a:lnSpc>
              <a:spcBef>
                <a:spcPts val="1600"/>
              </a:spcBef>
              <a:spcAft>
                <a:spcPts val="0"/>
              </a:spcAft>
              <a:buSzPts val="1200"/>
              <a:buFont typeface="Roboto Condensed Light"/>
              <a:buChar char="■"/>
              <a:defRPr/>
            </a:lvl3pPr>
            <a:lvl4pPr indent="-304800" lvl="3" marL="1828800">
              <a:lnSpc>
                <a:spcPct val="115000"/>
              </a:lnSpc>
              <a:spcBef>
                <a:spcPts val="1600"/>
              </a:spcBef>
              <a:spcAft>
                <a:spcPts val="0"/>
              </a:spcAft>
              <a:buSzPts val="1200"/>
              <a:buFont typeface="Roboto Condensed Light"/>
              <a:buChar char="●"/>
              <a:defRPr/>
            </a:lvl4pPr>
            <a:lvl5pPr indent="-304800" lvl="4" marL="2286000">
              <a:lnSpc>
                <a:spcPct val="115000"/>
              </a:lnSpc>
              <a:spcBef>
                <a:spcPts val="1600"/>
              </a:spcBef>
              <a:spcAft>
                <a:spcPts val="0"/>
              </a:spcAft>
              <a:buSzPts val="1200"/>
              <a:buFont typeface="Roboto Condensed Light"/>
              <a:buChar char="○"/>
              <a:defRPr/>
            </a:lvl5pPr>
            <a:lvl6pPr indent="-304800" lvl="5" marL="2743200">
              <a:lnSpc>
                <a:spcPct val="115000"/>
              </a:lnSpc>
              <a:spcBef>
                <a:spcPts val="1600"/>
              </a:spcBef>
              <a:spcAft>
                <a:spcPts val="0"/>
              </a:spcAft>
              <a:buSzPts val="1200"/>
              <a:buFont typeface="Roboto Condensed Light"/>
              <a:buChar char="■"/>
              <a:defRPr/>
            </a:lvl6pPr>
            <a:lvl7pPr indent="-304800" lvl="6" marL="3200400">
              <a:lnSpc>
                <a:spcPct val="115000"/>
              </a:lnSpc>
              <a:spcBef>
                <a:spcPts val="1600"/>
              </a:spcBef>
              <a:spcAft>
                <a:spcPts val="0"/>
              </a:spcAft>
              <a:buSzPts val="1200"/>
              <a:buFont typeface="Roboto Condensed Light"/>
              <a:buChar char="●"/>
              <a:defRPr/>
            </a:lvl7pPr>
            <a:lvl8pPr indent="-304800" lvl="7" marL="3657600">
              <a:lnSpc>
                <a:spcPct val="115000"/>
              </a:lnSpc>
              <a:spcBef>
                <a:spcPts val="1600"/>
              </a:spcBef>
              <a:spcAft>
                <a:spcPts val="0"/>
              </a:spcAft>
              <a:buSzPts val="1200"/>
              <a:buFont typeface="Roboto Condensed Light"/>
              <a:buChar char="○"/>
              <a:defRPr/>
            </a:lvl8pPr>
            <a:lvl9pPr indent="-304800" lvl="8" marL="4114800">
              <a:lnSpc>
                <a:spcPct val="115000"/>
              </a:lnSpc>
              <a:spcBef>
                <a:spcPts val="1600"/>
              </a:spcBef>
              <a:spcAft>
                <a:spcPts val="1600"/>
              </a:spcAft>
              <a:buSzPts val="1200"/>
              <a:buFont typeface="Roboto Condensed Light"/>
              <a:buChar char="■"/>
              <a:defRPr/>
            </a:lvl9pPr>
          </a:lstStyle>
          <a:p/>
        </p:txBody>
      </p:sp>
      <p:sp>
        <p:nvSpPr>
          <p:cNvPr id="73" name="Google Shape;73;p16"/>
          <p:cNvSpPr/>
          <p:nvPr/>
        </p:nvSpPr>
        <p:spPr>
          <a:xfrm>
            <a:off x="4523725" y="3162601"/>
            <a:ext cx="5728043" cy="3491380"/>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6"/>
          <p:cNvSpPr/>
          <p:nvPr/>
        </p:nvSpPr>
        <p:spPr>
          <a:xfrm rot="-10492926">
            <a:off x="-1867197" y="3324908"/>
            <a:ext cx="3817099" cy="3985333"/>
          </a:xfrm>
          <a:custGeom>
            <a:rect b="b" l="l" r="r" t="t"/>
            <a:pathLst>
              <a:path extrusionOk="0" h="29882" w="28620">
                <a:moveTo>
                  <a:pt x="9332" y="0"/>
                </a:moveTo>
                <a:cubicBezTo>
                  <a:pt x="8101" y="0"/>
                  <a:pt x="6861" y="562"/>
                  <a:pt x="5978" y="1437"/>
                </a:cubicBezTo>
                <a:cubicBezTo>
                  <a:pt x="5210" y="2195"/>
                  <a:pt x="4693" y="3149"/>
                  <a:pt x="4363" y="4166"/>
                </a:cubicBezTo>
                <a:cubicBezTo>
                  <a:pt x="4042" y="5192"/>
                  <a:pt x="3961" y="6272"/>
                  <a:pt x="3560" y="7280"/>
                </a:cubicBezTo>
                <a:cubicBezTo>
                  <a:pt x="2721" y="9341"/>
                  <a:pt x="750" y="10554"/>
                  <a:pt x="295" y="12829"/>
                </a:cubicBezTo>
                <a:cubicBezTo>
                  <a:pt x="0" y="14310"/>
                  <a:pt x="331" y="15933"/>
                  <a:pt x="1312" y="17084"/>
                </a:cubicBezTo>
                <a:cubicBezTo>
                  <a:pt x="1963" y="17842"/>
                  <a:pt x="2846" y="18360"/>
                  <a:pt x="3783" y="18708"/>
                </a:cubicBezTo>
                <a:cubicBezTo>
                  <a:pt x="4247" y="18877"/>
                  <a:pt x="4720" y="18993"/>
                  <a:pt x="5192" y="19100"/>
                </a:cubicBezTo>
                <a:cubicBezTo>
                  <a:pt x="5549" y="19189"/>
                  <a:pt x="5915" y="19261"/>
                  <a:pt x="6272" y="19350"/>
                </a:cubicBezTo>
                <a:cubicBezTo>
                  <a:pt x="6879" y="19511"/>
                  <a:pt x="7423" y="19957"/>
                  <a:pt x="7878" y="20385"/>
                </a:cubicBezTo>
                <a:cubicBezTo>
                  <a:pt x="8913" y="21339"/>
                  <a:pt x="9671" y="22579"/>
                  <a:pt x="10331" y="23811"/>
                </a:cubicBezTo>
                <a:cubicBezTo>
                  <a:pt x="11009" y="25086"/>
                  <a:pt x="11518" y="26398"/>
                  <a:pt x="12508" y="27468"/>
                </a:cubicBezTo>
                <a:cubicBezTo>
                  <a:pt x="13418" y="28458"/>
                  <a:pt x="14577" y="29217"/>
                  <a:pt x="15871" y="29600"/>
                </a:cubicBezTo>
                <a:cubicBezTo>
                  <a:pt x="16506" y="29788"/>
                  <a:pt x="17169" y="29882"/>
                  <a:pt x="17832" y="29882"/>
                </a:cubicBezTo>
                <a:cubicBezTo>
                  <a:pt x="19368" y="29882"/>
                  <a:pt x="20902" y="29380"/>
                  <a:pt x="22080" y="28396"/>
                </a:cubicBezTo>
                <a:cubicBezTo>
                  <a:pt x="22928" y="27700"/>
                  <a:pt x="23614" y="26665"/>
                  <a:pt x="23498" y="25577"/>
                </a:cubicBezTo>
                <a:cubicBezTo>
                  <a:pt x="23427" y="24836"/>
                  <a:pt x="22990" y="24176"/>
                  <a:pt x="22446" y="23677"/>
                </a:cubicBezTo>
                <a:cubicBezTo>
                  <a:pt x="21732" y="23025"/>
                  <a:pt x="20822" y="22695"/>
                  <a:pt x="20153" y="22000"/>
                </a:cubicBezTo>
                <a:cubicBezTo>
                  <a:pt x="19074" y="20867"/>
                  <a:pt x="18797" y="19038"/>
                  <a:pt x="19502" y="17637"/>
                </a:cubicBezTo>
                <a:cubicBezTo>
                  <a:pt x="20233" y="16192"/>
                  <a:pt x="21625" y="15648"/>
                  <a:pt x="23133" y="15541"/>
                </a:cubicBezTo>
                <a:cubicBezTo>
                  <a:pt x="24623" y="15434"/>
                  <a:pt x="26219" y="14443"/>
                  <a:pt x="27156" y="13302"/>
                </a:cubicBezTo>
                <a:cubicBezTo>
                  <a:pt x="28182" y="12053"/>
                  <a:pt x="28619" y="10277"/>
                  <a:pt x="28075" y="8752"/>
                </a:cubicBezTo>
                <a:cubicBezTo>
                  <a:pt x="27754" y="7851"/>
                  <a:pt x="27058" y="7084"/>
                  <a:pt x="26202" y="6647"/>
                </a:cubicBezTo>
                <a:cubicBezTo>
                  <a:pt x="25635" y="6363"/>
                  <a:pt x="25044" y="6284"/>
                  <a:pt x="24441" y="6284"/>
                </a:cubicBezTo>
                <a:cubicBezTo>
                  <a:pt x="24077" y="6284"/>
                  <a:pt x="23708" y="6313"/>
                  <a:pt x="23338" y="6343"/>
                </a:cubicBezTo>
                <a:cubicBezTo>
                  <a:pt x="22809" y="6381"/>
                  <a:pt x="22275" y="6405"/>
                  <a:pt x="21741" y="6405"/>
                </a:cubicBezTo>
                <a:cubicBezTo>
                  <a:pt x="19781" y="6405"/>
                  <a:pt x="17823" y="6089"/>
                  <a:pt x="16112" y="5023"/>
                </a:cubicBezTo>
                <a:cubicBezTo>
                  <a:pt x="14988" y="4327"/>
                  <a:pt x="14158" y="3274"/>
                  <a:pt x="13293" y="2293"/>
                </a:cubicBezTo>
                <a:cubicBezTo>
                  <a:pt x="12508" y="1401"/>
                  <a:pt x="11607" y="536"/>
                  <a:pt x="10474" y="179"/>
                </a:cubicBezTo>
                <a:cubicBezTo>
                  <a:pt x="10099" y="54"/>
                  <a:pt x="9715" y="0"/>
                  <a:pt x="9332" y="0"/>
                </a:cubicBezTo>
                <a:close/>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 name="Google Shape;75;p16"/>
          <p:cNvGrpSpPr/>
          <p:nvPr/>
        </p:nvGrpSpPr>
        <p:grpSpPr>
          <a:xfrm>
            <a:off x="-54470" y="2967153"/>
            <a:ext cx="774471" cy="1912390"/>
            <a:chOff x="-54470" y="2967153"/>
            <a:chExt cx="774471" cy="1912390"/>
          </a:xfrm>
        </p:grpSpPr>
        <p:sp>
          <p:nvSpPr>
            <p:cNvPr id="76" name="Google Shape;76;p16"/>
            <p:cNvSpPr/>
            <p:nvPr/>
          </p:nvSpPr>
          <p:spPr>
            <a:xfrm>
              <a:off x="59978" y="421944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6"/>
            <p:cNvSpPr/>
            <p:nvPr/>
          </p:nvSpPr>
          <p:spPr>
            <a:xfrm>
              <a:off x="-54470" y="347431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6"/>
            <p:cNvSpPr/>
            <p:nvPr/>
          </p:nvSpPr>
          <p:spPr>
            <a:xfrm>
              <a:off x="338511" y="296715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6"/>
            <p:cNvSpPr/>
            <p:nvPr/>
          </p:nvSpPr>
          <p:spPr>
            <a:xfrm>
              <a:off x="338511" y="383087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 name="Google Shape;80;p16"/>
          <p:cNvGrpSpPr/>
          <p:nvPr/>
        </p:nvGrpSpPr>
        <p:grpSpPr>
          <a:xfrm>
            <a:off x="7450103" y="2640103"/>
            <a:ext cx="1597872" cy="2451290"/>
            <a:chOff x="7450103" y="2640103"/>
            <a:chExt cx="1597872" cy="2451290"/>
          </a:xfrm>
        </p:grpSpPr>
        <p:sp>
          <p:nvSpPr>
            <p:cNvPr id="81" name="Google Shape;81;p16"/>
            <p:cNvSpPr/>
            <p:nvPr/>
          </p:nvSpPr>
          <p:spPr>
            <a:xfrm>
              <a:off x="7450103" y="44312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6"/>
            <p:cNvSpPr/>
            <p:nvPr/>
          </p:nvSpPr>
          <p:spPr>
            <a:xfrm>
              <a:off x="8430905" y="425356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6"/>
            <p:cNvSpPr/>
            <p:nvPr/>
          </p:nvSpPr>
          <p:spPr>
            <a:xfrm>
              <a:off x="8478061" y="26401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6"/>
            <p:cNvSpPr/>
            <p:nvPr/>
          </p:nvSpPr>
          <p:spPr>
            <a:xfrm>
              <a:off x="8478061" y="375982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6"/>
            <p:cNvSpPr/>
            <p:nvPr/>
          </p:nvSpPr>
          <p:spPr>
            <a:xfrm>
              <a:off x="8579205" y="33075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6" name="Shape 86"/>
        <p:cNvGrpSpPr/>
        <p:nvPr/>
      </p:nvGrpSpPr>
      <p:grpSpPr>
        <a:xfrm>
          <a:off x="0" y="0"/>
          <a:ext cx="0" cy="0"/>
          <a:chOff x="0" y="0"/>
          <a:chExt cx="0" cy="0"/>
        </a:xfrm>
      </p:grpSpPr>
      <p:sp>
        <p:nvSpPr>
          <p:cNvPr id="87" name="Google Shape;87;p17"/>
          <p:cNvSpPr/>
          <p:nvPr/>
        </p:nvSpPr>
        <p:spPr>
          <a:xfrm>
            <a:off x="5052478" y="3569975"/>
            <a:ext cx="5371040" cy="2068243"/>
          </a:xfrm>
          <a:custGeom>
            <a:rect b="b" l="l" r="r" t="t"/>
            <a:pathLst>
              <a:path extrusionOk="0" h="10483" w="22438">
                <a:moveTo>
                  <a:pt x="18307" y="1053"/>
                </a:moveTo>
                <a:cubicBezTo>
                  <a:pt x="17174" y="1740"/>
                  <a:pt x="16505" y="2560"/>
                  <a:pt x="15773" y="3640"/>
                </a:cubicBezTo>
                <a:lnTo>
                  <a:pt x="15773" y="3640"/>
                </a:lnTo>
                <a:cubicBezTo>
                  <a:pt x="15149" y="4550"/>
                  <a:pt x="14658" y="5593"/>
                  <a:pt x="13668" y="6164"/>
                </a:cubicBezTo>
                <a:lnTo>
                  <a:pt x="13668" y="6164"/>
                </a:lnTo>
                <a:cubicBezTo>
                  <a:pt x="12606" y="6762"/>
                  <a:pt x="11009" y="6896"/>
                  <a:pt x="9823" y="6539"/>
                </a:cubicBezTo>
                <a:lnTo>
                  <a:pt x="9823" y="6539"/>
                </a:lnTo>
                <a:cubicBezTo>
                  <a:pt x="8565" y="6156"/>
                  <a:pt x="7049" y="5906"/>
                  <a:pt x="5791" y="6477"/>
                </a:cubicBezTo>
                <a:lnTo>
                  <a:pt x="5791" y="6477"/>
                </a:lnTo>
                <a:cubicBezTo>
                  <a:pt x="4497" y="7057"/>
                  <a:pt x="3293" y="7931"/>
                  <a:pt x="2151" y="8752"/>
                </a:cubicBezTo>
                <a:lnTo>
                  <a:pt x="2151" y="8752"/>
                </a:lnTo>
                <a:cubicBezTo>
                  <a:pt x="1410" y="9296"/>
                  <a:pt x="670" y="9858"/>
                  <a:pt x="1" y="10482"/>
                </a:cubicBezTo>
                <a:lnTo>
                  <a:pt x="1" y="10482"/>
                </a:lnTo>
                <a:lnTo>
                  <a:pt x="22393" y="10482"/>
                </a:lnTo>
                <a:lnTo>
                  <a:pt x="22437" y="98"/>
                </a:lnTo>
                <a:cubicBezTo>
                  <a:pt x="22179" y="27"/>
                  <a:pt x="21902" y="0"/>
                  <a:pt x="21617" y="0"/>
                </a:cubicBezTo>
                <a:lnTo>
                  <a:pt x="21617" y="0"/>
                </a:lnTo>
                <a:cubicBezTo>
                  <a:pt x="20466" y="0"/>
                  <a:pt x="19208" y="517"/>
                  <a:pt x="18307" y="1053"/>
                </a:cubicBezTo>
                <a:close/>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7"/>
          <p:cNvSpPr/>
          <p:nvPr/>
        </p:nvSpPr>
        <p:spPr>
          <a:xfrm rot="10644777">
            <a:off x="-1048849" y="-1303280"/>
            <a:ext cx="4634055" cy="2824556"/>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9" name="Google Shape;89;p17"/>
          <p:cNvGrpSpPr/>
          <p:nvPr/>
        </p:nvGrpSpPr>
        <p:grpSpPr>
          <a:xfrm>
            <a:off x="-62147" y="4"/>
            <a:ext cx="1648457" cy="1491382"/>
            <a:chOff x="-62147" y="4"/>
            <a:chExt cx="1648457" cy="1491382"/>
          </a:xfrm>
        </p:grpSpPr>
        <p:sp>
          <p:nvSpPr>
            <p:cNvPr id="90" name="Google Shape;90;p17"/>
            <p:cNvSpPr/>
            <p:nvPr/>
          </p:nvSpPr>
          <p:spPr>
            <a:xfrm>
              <a:off x="187398" y="83602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7"/>
            <p:cNvSpPr/>
            <p:nvPr/>
          </p:nvSpPr>
          <p:spPr>
            <a:xfrm>
              <a:off x="53072" y="1253015"/>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7"/>
            <p:cNvSpPr/>
            <p:nvPr/>
          </p:nvSpPr>
          <p:spPr>
            <a:xfrm>
              <a:off x="1259298" y="6702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7"/>
            <p:cNvSpPr/>
            <p:nvPr/>
          </p:nvSpPr>
          <p:spPr>
            <a:xfrm>
              <a:off x="-62147" y="4"/>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 name="Google Shape;94;p17"/>
          <p:cNvGrpSpPr/>
          <p:nvPr/>
        </p:nvGrpSpPr>
        <p:grpSpPr>
          <a:xfrm>
            <a:off x="6635180" y="3519093"/>
            <a:ext cx="2455746" cy="1624395"/>
            <a:chOff x="6635180" y="3519093"/>
            <a:chExt cx="2455746" cy="1624395"/>
          </a:xfrm>
        </p:grpSpPr>
        <p:sp>
          <p:nvSpPr>
            <p:cNvPr id="95" name="Google Shape;95;p17"/>
            <p:cNvSpPr/>
            <p:nvPr/>
          </p:nvSpPr>
          <p:spPr>
            <a:xfrm>
              <a:off x="8430903" y="39439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7"/>
            <p:cNvSpPr/>
            <p:nvPr/>
          </p:nvSpPr>
          <p:spPr>
            <a:xfrm>
              <a:off x="8622155" y="35190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7"/>
            <p:cNvSpPr/>
            <p:nvPr/>
          </p:nvSpPr>
          <p:spPr>
            <a:xfrm>
              <a:off x="6635180" y="46746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7"/>
            <p:cNvSpPr/>
            <p:nvPr/>
          </p:nvSpPr>
          <p:spPr>
            <a:xfrm>
              <a:off x="8185647" y="4789915"/>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9" name="Google Shape;99;p17"/>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0" name="Google Shape;100;p17"/>
          <p:cNvSpPr txBox="1"/>
          <p:nvPr>
            <p:ph idx="1" type="subTitle"/>
          </p:nvPr>
        </p:nvSpPr>
        <p:spPr>
          <a:xfrm>
            <a:off x="5041779" y="2992900"/>
            <a:ext cx="3098400" cy="1312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2800"/>
              <a:buNone/>
              <a:defRPr b="0">
                <a:solidFill>
                  <a:schemeClr val="dk1"/>
                </a:solidFill>
              </a:defRPr>
            </a:lvl1pPr>
            <a:lvl2pPr lvl="1" algn="ctr">
              <a:lnSpc>
                <a:spcPct val="100000"/>
              </a:lnSpc>
              <a:spcBef>
                <a:spcPts val="0"/>
              </a:spcBef>
              <a:spcAft>
                <a:spcPts val="0"/>
              </a:spcAft>
              <a:buClr>
                <a:schemeClr val="dk1"/>
              </a:buClr>
              <a:buSzPts val="2800"/>
              <a:buNone/>
              <a:defRPr sz="2800">
                <a:solidFill>
                  <a:schemeClr val="dk1"/>
                </a:solidFill>
              </a:defRPr>
            </a:lvl2pPr>
            <a:lvl3pPr lvl="2" algn="ctr">
              <a:lnSpc>
                <a:spcPct val="100000"/>
              </a:lnSpc>
              <a:spcBef>
                <a:spcPts val="0"/>
              </a:spcBef>
              <a:spcAft>
                <a:spcPts val="0"/>
              </a:spcAft>
              <a:buClr>
                <a:schemeClr val="dk1"/>
              </a:buClr>
              <a:buSzPts val="2800"/>
              <a:buNone/>
              <a:defRPr sz="2800">
                <a:solidFill>
                  <a:schemeClr val="dk1"/>
                </a:solidFill>
              </a:defRPr>
            </a:lvl3pPr>
            <a:lvl4pPr lvl="3" algn="ctr">
              <a:lnSpc>
                <a:spcPct val="100000"/>
              </a:lnSpc>
              <a:spcBef>
                <a:spcPts val="0"/>
              </a:spcBef>
              <a:spcAft>
                <a:spcPts val="0"/>
              </a:spcAft>
              <a:buClr>
                <a:schemeClr val="dk1"/>
              </a:buClr>
              <a:buSzPts val="2800"/>
              <a:buNone/>
              <a:defRPr sz="2800">
                <a:solidFill>
                  <a:schemeClr val="dk1"/>
                </a:solidFill>
              </a:defRPr>
            </a:lvl4pPr>
            <a:lvl5pPr lvl="4" algn="ctr">
              <a:lnSpc>
                <a:spcPct val="100000"/>
              </a:lnSpc>
              <a:spcBef>
                <a:spcPts val="0"/>
              </a:spcBef>
              <a:spcAft>
                <a:spcPts val="0"/>
              </a:spcAft>
              <a:buClr>
                <a:schemeClr val="dk1"/>
              </a:buClr>
              <a:buSzPts val="2800"/>
              <a:buNone/>
              <a:defRPr sz="2800">
                <a:solidFill>
                  <a:schemeClr val="dk1"/>
                </a:solidFill>
              </a:defRPr>
            </a:lvl5pPr>
            <a:lvl6pPr lvl="5" algn="ctr">
              <a:lnSpc>
                <a:spcPct val="100000"/>
              </a:lnSpc>
              <a:spcBef>
                <a:spcPts val="0"/>
              </a:spcBef>
              <a:spcAft>
                <a:spcPts val="0"/>
              </a:spcAft>
              <a:buClr>
                <a:schemeClr val="dk1"/>
              </a:buClr>
              <a:buSzPts val="2800"/>
              <a:buNone/>
              <a:defRPr sz="2800">
                <a:solidFill>
                  <a:schemeClr val="dk1"/>
                </a:solidFill>
              </a:defRPr>
            </a:lvl6pPr>
            <a:lvl7pPr lvl="6" algn="ctr">
              <a:lnSpc>
                <a:spcPct val="100000"/>
              </a:lnSpc>
              <a:spcBef>
                <a:spcPts val="0"/>
              </a:spcBef>
              <a:spcAft>
                <a:spcPts val="0"/>
              </a:spcAft>
              <a:buClr>
                <a:schemeClr val="dk1"/>
              </a:buClr>
              <a:buSzPts val="2800"/>
              <a:buNone/>
              <a:defRPr sz="2800">
                <a:solidFill>
                  <a:schemeClr val="dk1"/>
                </a:solidFill>
              </a:defRPr>
            </a:lvl7pPr>
            <a:lvl8pPr lvl="7" algn="ctr">
              <a:lnSpc>
                <a:spcPct val="100000"/>
              </a:lnSpc>
              <a:spcBef>
                <a:spcPts val="0"/>
              </a:spcBef>
              <a:spcAft>
                <a:spcPts val="0"/>
              </a:spcAft>
              <a:buClr>
                <a:schemeClr val="dk1"/>
              </a:buClr>
              <a:buSzPts val="2800"/>
              <a:buNone/>
              <a:defRPr sz="2800">
                <a:solidFill>
                  <a:schemeClr val="dk1"/>
                </a:solidFill>
              </a:defRPr>
            </a:lvl8pPr>
            <a:lvl9pPr lvl="8" algn="ctr">
              <a:lnSpc>
                <a:spcPct val="100000"/>
              </a:lnSpc>
              <a:spcBef>
                <a:spcPts val="0"/>
              </a:spcBef>
              <a:spcAft>
                <a:spcPts val="0"/>
              </a:spcAft>
              <a:buClr>
                <a:schemeClr val="dk1"/>
              </a:buClr>
              <a:buSzPts val="2800"/>
              <a:buNone/>
              <a:defRPr sz="2800">
                <a:solidFill>
                  <a:schemeClr val="dk1"/>
                </a:solidFill>
              </a:defRPr>
            </a:lvl9pPr>
          </a:lstStyle>
          <a:p/>
        </p:txBody>
      </p:sp>
      <p:sp>
        <p:nvSpPr>
          <p:cNvPr id="101" name="Google Shape;101;p17"/>
          <p:cNvSpPr txBox="1"/>
          <p:nvPr>
            <p:ph idx="2" type="subTitle"/>
          </p:nvPr>
        </p:nvSpPr>
        <p:spPr>
          <a:xfrm>
            <a:off x="1003675" y="2992900"/>
            <a:ext cx="3098400" cy="1312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2800"/>
              <a:buNone/>
              <a:defRPr b="0">
                <a:solidFill>
                  <a:schemeClr val="dk1"/>
                </a:solidFill>
              </a:defRPr>
            </a:lvl1pPr>
            <a:lvl2pPr lvl="1" algn="ctr">
              <a:lnSpc>
                <a:spcPct val="100000"/>
              </a:lnSpc>
              <a:spcBef>
                <a:spcPts val="0"/>
              </a:spcBef>
              <a:spcAft>
                <a:spcPts val="0"/>
              </a:spcAft>
              <a:buClr>
                <a:schemeClr val="dk1"/>
              </a:buClr>
              <a:buSzPts val="2800"/>
              <a:buNone/>
              <a:defRPr sz="2800">
                <a:solidFill>
                  <a:schemeClr val="dk1"/>
                </a:solidFill>
              </a:defRPr>
            </a:lvl2pPr>
            <a:lvl3pPr lvl="2" algn="ctr">
              <a:lnSpc>
                <a:spcPct val="100000"/>
              </a:lnSpc>
              <a:spcBef>
                <a:spcPts val="0"/>
              </a:spcBef>
              <a:spcAft>
                <a:spcPts val="0"/>
              </a:spcAft>
              <a:buClr>
                <a:schemeClr val="dk1"/>
              </a:buClr>
              <a:buSzPts val="2800"/>
              <a:buNone/>
              <a:defRPr sz="2800">
                <a:solidFill>
                  <a:schemeClr val="dk1"/>
                </a:solidFill>
              </a:defRPr>
            </a:lvl3pPr>
            <a:lvl4pPr lvl="3" algn="ctr">
              <a:lnSpc>
                <a:spcPct val="100000"/>
              </a:lnSpc>
              <a:spcBef>
                <a:spcPts val="0"/>
              </a:spcBef>
              <a:spcAft>
                <a:spcPts val="0"/>
              </a:spcAft>
              <a:buClr>
                <a:schemeClr val="dk1"/>
              </a:buClr>
              <a:buSzPts val="2800"/>
              <a:buNone/>
              <a:defRPr sz="2800">
                <a:solidFill>
                  <a:schemeClr val="dk1"/>
                </a:solidFill>
              </a:defRPr>
            </a:lvl4pPr>
            <a:lvl5pPr lvl="4" algn="ctr">
              <a:lnSpc>
                <a:spcPct val="100000"/>
              </a:lnSpc>
              <a:spcBef>
                <a:spcPts val="0"/>
              </a:spcBef>
              <a:spcAft>
                <a:spcPts val="0"/>
              </a:spcAft>
              <a:buClr>
                <a:schemeClr val="dk1"/>
              </a:buClr>
              <a:buSzPts val="2800"/>
              <a:buNone/>
              <a:defRPr sz="2800">
                <a:solidFill>
                  <a:schemeClr val="dk1"/>
                </a:solidFill>
              </a:defRPr>
            </a:lvl5pPr>
            <a:lvl6pPr lvl="5" algn="ctr">
              <a:lnSpc>
                <a:spcPct val="100000"/>
              </a:lnSpc>
              <a:spcBef>
                <a:spcPts val="0"/>
              </a:spcBef>
              <a:spcAft>
                <a:spcPts val="0"/>
              </a:spcAft>
              <a:buClr>
                <a:schemeClr val="dk1"/>
              </a:buClr>
              <a:buSzPts val="2800"/>
              <a:buNone/>
              <a:defRPr sz="2800">
                <a:solidFill>
                  <a:schemeClr val="dk1"/>
                </a:solidFill>
              </a:defRPr>
            </a:lvl6pPr>
            <a:lvl7pPr lvl="6" algn="ctr">
              <a:lnSpc>
                <a:spcPct val="100000"/>
              </a:lnSpc>
              <a:spcBef>
                <a:spcPts val="0"/>
              </a:spcBef>
              <a:spcAft>
                <a:spcPts val="0"/>
              </a:spcAft>
              <a:buClr>
                <a:schemeClr val="dk1"/>
              </a:buClr>
              <a:buSzPts val="2800"/>
              <a:buNone/>
              <a:defRPr sz="2800">
                <a:solidFill>
                  <a:schemeClr val="dk1"/>
                </a:solidFill>
              </a:defRPr>
            </a:lvl7pPr>
            <a:lvl8pPr lvl="7" algn="ctr">
              <a:lnSpc>
                <a:spcPct val="100000"/>
              </a:lnSpc>
              <a:spcBef>
                <a:spcPts val="0"/>
              </a:spcBef>
              <a:spcAft>
                <a:spcPts val="0"/>
              </a:spcAft>
              <a:buClr>
                <a:schemeClr val="dk1"/>
              </a:buClr>
              <a:buSzPts val="2800"/>
              <a:buNone/>
              <a:defRPr sz="2800">
                <a:solidFill>
                  <a:schemeClr val="dk1"/>
                </a:solidFill>
              </a:defRPr>
            </a:lvl8pPr>
            <a:lvl9pPr lvl="8" algn="ctr">
              <a:lnSpc>
                <a:spcPct val="100000"/>
              </a:lnSpc>
              <a:spcBef>
                <a:spcPts val="0"/>
              </a:spcBef>
              <a:spcAft>
                <a:spcPts val="0"/>
              </a:spcAft>
              <a:buClr>
                <a:schemeClr val="dk1"/>
              </a:buClr>
              <a:buSzPts val="2800"/>
              <a:buNone/>
              <a:defRPr sz="2800">
                <a:solidFill>
                  <a:schemeClr val="dk1"/>
                </a:solidFill>
              </a:defRPr>
            </a:lvl9pPr>
          </a:lstStyle>
          <a:p/>
        </p:txBody>
      </p:sp>
      <p:sp>
        <p:nvSpPr>
          <p:cNvPr id="102" name="Google Shape;102;p17"/>
          <p:cNvSpPr txBox="1"/>
          <p:nvPr>
            <p:ph idx="3" type="subTitle"/>
          </p:nvPr>
        </p:nvSpPr>
        <p:spPr>
          <a:xfrm>
            <a:off x="1003675" y="2674275"/>
            <a:ext cx="3098400" cy="4062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Trispace"/>
              <a:buNone/>
              <a:defRPr sz="2000">
                <a:solidFill>
                  <a:schemeClr val="dk1"/>
                </a:solidFill>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103" name="Google Shape;103;p17"/>
          <p:cNvSpPr txBox="1"/>
          <p:nvPr>
            <p:ph idx="4" type="subTitle"/>
          </p:nvPr>
        </p:nvSpPr>
        <p:spPr>
          <a:xfrm>
            <a:off x="5041786" y="2674275"/>
            <a:ext cx="3098400" cy="4062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Trispace"/>
              <a:buNone/>
              <a:defRPr sz="2000">
                <a:solidFill>
                  <a:schemeClr val="dk1"/>
                </a:solidFill>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4" name="Shape 104"/>
        <p:cNvGrpSpPr/>
        <p:nvPr/>
      </p:nvGrpSpPr>
      <p:grpSpPr>
        <a:xfrm>
          <a:off x="0" y="0"/>
          <a:ext cx="0" cy="0"/>
          <a:chOff x="0" y="0"/>
          <a:chExt cx="0" cy="0"/>
        </a:xfrm>
      </p:grpSpPr>
      <p:sp>
        <p:nvSpPr>
          <p:cNvPr id="105" name="Google Shape;105;p18"/>
          <p:cNvSpPr/>
          <p:nvPr/>
        </p:nvSpPr>
        <p:spPr>
          <a:xfrm rot="-6125281">
            <a:off x="6780953" y="-507545"/>
            <a:ext cx="4634067" cy="2824557"/>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8"/>
          <p:cNvSpPr/>
          <p:nvPr/>
        </p:nvSpPr>
        <p:spPr>
          <a:xfrm flipH="1">
            <a:off x="-1192290" y="3569975"/>
            <a:ext cx="5029983" cy="2068243"/>
          </a:xfrm>
          <a:custGeom>
            <a:rect b="b" l="l" r="r" t="t"/>
            <a:pathLst>
              <a:path extrusionOk="0" h="10483" w="22438">
                <a:moveTo>
                  <a:pt x="18307" y="1053"/>
                </a:moveTo>
                <a:cubicBezTo>
                  <a:pt x="17174" y="1740"/>
                  <a:pt x="16505" y="2560"/>
                  <a:pt x="15773" y="3640"/>
                </a:cubicBezTo>
                <a:lnTo>
                  <a:pt x="15773" y="3640"/>
                </a:lnTo>
                <a:cubicBezTo>
                  <a:pt x="15149" y="4550"/>
                  <a:pt x="14658" y="5593"/>
                  <a:pt x="13668" y="6164"/>
                </a:cubicBezTo>
                <a:lnTo>
                  <a:pt x="13668" y="6164"/>
                </a:lnTo>
                <a:cubicBezTo>
                  <a:pt x="12606" y="6762"/>
                  <a:pt x="11009" y="6896"/>
                  <a:pt x="9823" y="6539"/>
                </a:cubicBezTo>
                <a:lnTo>
                  <a:pt x="9823" y="6539"/>
                </a:lnTo>
                <a:cubicBezTo>
                  <a:pt x="8565" y="6156"/>
                  <a:pt x="7049" y="5906"/>
                  <a:pt x="5791" y="6477"/>
                </a:cubicBezTo>
                <a:lnTo>
                  <a:pt x="5791" y="6477"/>
                </a:lnTo>
                <a:cubicBezTo>
                  <a:pt x="4497" y="7057"/>
                  <a:pt x="3293" y="7931"/>
                  <a:pt x="2151" y="8752"/>
                </a:cubicBezTo>
                <a:lnTo>
                  <a:pt x="2151" y="8752"/>
                </a:lnTo>
                <a:cubicBezTo>
                  <a:pt x="1410" y="9296"/>
                  <a:pt x="670" y="9858"/>
                  <a:pt x="1" y="10482"/>
                </a:cubicBezTo>
                <a:lnTo>
                  <a:pt x="1" y="10482"/>
                </a:lnTo>
                <a:lnTo>
                  <a:pt x="22393" y="10482"/>
                </a:lnTo>
                <a:lnTo>
                  <a:pt x="22437" y="98"/>
                </a:lnTo>
                <a:cubicBezTo>
                  <a:pt x="22179" y="27"/>
                  <a:pt x="21902" y="0"/>
                  <a:pt x="21617" y="0"/>
                </a:cubicBezTo>
                <a:lnTo>
                  <a:pt x="21617" y="0"/>
                </a:lnTo>
                <a:cubicBezTo>
                  <a:pt x="20466" y="0"/>
                  <a:pt x="19208" y="517"/>
                  <a:pt x="18307" y="1053"/>
                </a:cubicBezTo>
                <a:close/>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7" name="Google Shape;107;p18"/>
          <p:cNvGrpSpPr/>
          <p:nvPr/>
        </p:nvGrpSpPr>
        <p:grpSpPr>
          <a:xfrm>
            <a:off x="53078" y="3519092"/>
            <a:ext cx="666922" cy="1553796"/>
            <a:chOff x="53078" y="3519092"/>
            <a:chExt cx="666922" cy="1553796"/>
          </a:xfrm>
        </p:grpSpPr>
        <p:sp>
          <p:nvSpPr>
            <p:cNvPr id="108" name="Google Shape;108;p18"/>
            <p:cNvSpPr/>
            <p:nvPr/>
          </p:nvSpPr>
          <p:spPr>
            <a:xfrm>
              <a:off x="53078" y="35190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8"/>
            <p:cNvSpPr/>
            <p:nvPr/>
          </p:nvSpPr>
          <p:spPr>
            <a:xfrm>
              <a:off x="251230" y="46040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8"/>
            <p:cNvSpPr/>
            <p:nvPr/>
          </p:nvSpPr>
          <p:spPr>
            <a:xfrm>
              <a:off x="148697" y="4326490"/>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FFFFFF">
                    <a:alpha val="50196"/>
                  </a:srgbClr>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 name="Google Shape;111;p18"/>
          <p:cNvGrpSpPr/>
          <p:nvPr/>
        </p:nvGrpSpPr>
        <p:grpSpPr>
          <a:xfrm>
            <a:off x="7618822" y="111365"/>
            <a:ext cx="1576005" cy="1123414"/>
            <a:chOff x="7618822" y="111365"/>
            <a:chExt cx="1576005" cy="1123414"/>
          </a:xfrm>
        </p:grpSpPr>
        <p:sp>
          <p:nvSpPr>
            <p:cNvPr id="112" name="Google Shape;112;p18"/>
            <p:cNvSpPr/>
            <p:nvPr/>
          </p:nvSpPr>
          <p:spPr>
            <a:xfrm>
              <a:off x="8267398" y="11137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8"/>
            <p:cNvSpPr/>
            <p:nvPr/>
          </p:nvSpPr>
          <p:spPr>
            <a:xfrm>
              <a:off x="8534803" y="574679"/>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8"/>
            <p:cNvSpPr/>
            <p:nvPr/>
          </p:nvSpPr>
          <p:spPr>
            <a:xfrm>
              <a:off x="7618822" y="111365"/>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FFFFFF">
                    <a:alpha val="50196"/>
                  </a:srgbClr>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5" name="Google Shape;115;p18"/>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6" name="Shape 116"/>
        <p:cNvGrpSpPr/>
        <p:nvPr/>
      </p:nvGrpSpPr>
      <p:grpSpPr>
        <a:xfrm>
          <a:off x="0" y="0"/>
          <a:ext cx="0" cy="0"/>
          <a:chOff x="0" y="0"/>
          <a:chExt cx="0" cy="0"/>
        </a:xfrm>
      </p:grpSpPr>
      <p:sp>
        <p:nvSpPr>
          <p:cNvPr id="117" name="Google Shape;117;p19"/>
          <p:cNvSpPr/>
          <p:nvPr/>
        </p:nvSpPr>
        <p:spPr>
          <a:xfrm>
            <a:off x="4182350" y="2075876"/>
            <a:ext cx="5728043" cy="3491380"/>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9"/>
          <p:cNvSpPr/>
          <p:nvPr/>
        </p:nvSpPr>
        <p:spPr>
          <a:xfrm>
            <a:off x="5816848" y="3347141"/>
            <a:ext cx="4013990" cy="1875356"/>
          </a:xfrm>
          <a:custGeom>
            <a:rect b="b" l="l" r="r" t="t"/>
            <a:pathLst>
              <a:path extrusionOk="0" h="10483" w="22438">
                <a:moveTo>
                  <a:pt x="18307" y="1053"/>
                </a:moveTo>
                <a:cubicBezTo>
                  <a:pt x="17174" y="1740"/>
                  <a:pt x="16505" y="2560"/>
                  <a:pt x="15773" y="3640"/>
                </a:cubicBezTo>
                <a:lnTo>
                  <a:pt x="15773" y="3640"/>
                </a:lnTo>
                <a:cubicBezTo>
                  <a:pt x="15149" y="4550"/>
                  <a:pt x="14658" y="5593"/>
                  <a:pt x="13668" y="6164"/>
                </a:cubicBezTo>
                <a:lnTo>
                  <a:pt x="13668" y="6164"/>
                </a:lnTo>
                <a:cubicBezTo>
                  <a:pt x="12606" y="6762"/>
                  <a:pt x="11009" y="6896"/>
                  <a:pt x="9823" y="6539"/>
                </a:cubicBezTo>
                <a:lnTo>
                  <a:pt x="9823" y="6539"/>
                </a:lnTo>
                <a:cubicBezTo>
                  <a:pt x="8565" y="6156"/>
                  <a:pt x="7049" y="5906"/>
                  <a:pt x="5791" y="6477"/>
                </a:cubicBezTo>
                <a:lnTo>
                  <a:pt x="5791" y="6477"/>
                </a:lnTo>
                <a:cubicBezTo>
                  <a:pt x="4497" y="7057"/>
                  <a:pt x="3293" y="7931"/>
                  <a:pt x="2151" y="8752"/>
                </a:cubicBezTo>
                <a:lnTo>
                  <a:pt x="2151" y="8752"/>
                </a:lnTo>
                <a:cubicBezTo>
                  <a:pt x="1410" y="9296"/>
                  <a:pt x="670" y="9858"/>
                  <a:pt x="1" y="10482"/>
                </a:cubicBezTo>
                <a:lnTo>
                  <a:pt x="1" y="10482"/>
                </a:lnTo>
                <a:lnTo>
                  <a:pt x="22393" y="10482"/>
                </a:lnTo>
                <a:lnTo>
                  <a:pt x="22437" y="98"/>
                </a:lnTo>
                <a:cubicBezTo>
                  <a:pt x="22179" y="27"/>
                  <a:pt x="21902" y="0"/>
                  <a:pt x="21617" y="0"/>
                </a:cubicBezTo>
                <a:lnTo>
                  <a:pt x="21617" y="0"/>
                </a:lnTo>
                <a:cubicBezTo>
                  <a:pt x="20466" y="0"/>
                  <a:pt x="19208" y="517"/>
                  <a:pt x="18307" y="1053"/>
                </a:cubicBezTo>
                <a:close/>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9"/>
          <p:cNvSpPr/>
          <p:nvPr/>
        </p:nvSpPr>
        <p:spPr>
          <a:xfrm rot="-9720741">
            <a:off x="-717073" y="-1675999"/>
            <a:ext cx="5728060" cy="3491392"/>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0" name="Google Shape;120;p19"/>
          <p:cNvGrpSpPr/>
          <p:nvPr/>
        </p:nvGrpSpPr>
        <p:grpSpPr>
          <a:xfrm>
            <a:off x="531953" y="54192"/>
            <a:ext cx="2525032" cy="660100"/>
            <a:chOff x="531953" y="54192"/>
            <a:chExt cx="2525032" cy="660100"/>
          </a:xfrm>
        </p:grpSpPr>
        <p:sp>
          <p:nvSpPr>
            <p:cNvPr id="121" name="Google Shape;121;p19"/>
            <p:cNvSpPr/>
            <p:nvPr/>
          </p:nvSpPr>
          <p:spPr>
            <a:xfrm>
              <a:off x="531953" y="541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9"/>
            <p:cNvSpPr/>
            <p:nvPr/>
          </p:nvSpPr>
          <p:spPr>
            <a:xfrm>
              <a:off x="2311280" y="2454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9"/>
            <p:cNvSpPr/>
            <p:nvPr/>
          </p:nvSpPr>
          <p:spPr>
            <a:xfrm>
              <a:off x="1841797" y="164290"/>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FFFFFF">
                    <a:alpha val="50196"/>
                  </a:srgbClr>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9"/>
            <p:cNvSpPr/>
            <p:nvPr/>
          </p:nvSpPr>
          <p:spPr>
            <a:xfrm>
              <a:off x="2729973" y="542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9"/>
          <p:cNvSpPr txBox="1"/>
          <p:nvPr>
            <p:ph idx="1" type="body"/>
          </p:nvPr>
        </p:nvSpPr>
        <p:spPr>
          <a:xfrm>
            <a:off x="713100" y="1850100"/>
            <a:ext cx="5135400" cy="20487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Char char="●"/>
              <a:defRPr/>
            </a:lvl1pPr>
            <a:lvl2pPr indent="-304800" lvl="1" marL="914400">
              <a:lnSpc>
                <a:spcPct val="115000"/>
              </a:lnSpc>
              <a:spcBef>
                <a:spcPts val="0"/>
              </a:spcBef>
              <a:spcAft>
                <a:spcPts val="0"/>
              </a:spcAft>
              <a:buSzPts val="1200"/>
              <a:buChar char="○"/>
              <a:defRPr/>
            </a:lvl2pPr>
            <a:lvl3pPr indent="-304800" lvl="2" marL="1371600">
              <a:lnSpc>
                <a:spcPct val="115000"/>
              </a:lnSpc>
              <a:spcBef>
                <a:spcPts val="1600"/>
              </a:spcBef>
              <a:spcAft>
                <a:spcPts val="0"/>
              </a:spcAft>
              <a:buSzPts val="1200"/>
              <a:buChar char="■"/>
              <a:defRPr/>
            </a:lvl3pPr>
            <a:lvl4pPr indent="-304800" lvl="3" marL="1828800">
              <a:lnSpc>
                <a:spcPct val="115000"/>
              </a:lnSpc>
              <a:spcBef>
                <a:spcPts val="1600"/>
              </a:spcBef>
              <a:spcAft>
                <a:spcPts val="0"/>
              </a:spcAft>
              <a:buSzPts val="1200"/>
              <a:buChar char="●"/>
              <a:defRPr/>
            </a:lvl4pPr>
            <a:lvl5pPr indent="-304800" lvl="4" marL="2286000">
              <a:lnSpc>
                <a:spcPct val="115000"/>
              </a:lnSpc>
              <a:spcBef>
                <a:spcPts val="1600"/>
              </a:spcBef>
              <a:spcAft>
                <a:spcPts val="0"/>
              </a:spcAft>
              <a:buSzPts val="1200"/>
              <a:buChar char="○"/>
              <a:defRPr/>
            </a:lvl5pPr>
            <a:lvl6pPr indent="-304800" lvl="5" marL="2743200">
              <a:lnSpc>
                <a:spcPct val="115000"/>
              </a:lnSpc>
              <a:spcBef>
                <a:spcPts val="1600"/>
              </a:spcBef>
              <a:spcAft>
                <a:spcPts val="0"/>
              </a:spcAft>
              <a:buSzPts val="1200"/>
              <a:buChar char="■"/>
              <a:defRPr/>
            </a:lvl6pPr>
            <a:lvl7pPr indent="-304800" lvl="6" marL="3200400">
              <a:lnSpc>
                <a:spcPct val="115000"/>
              </a:lnSpc>
              <a:spcBef>
                <a:spcPts val="1600"/>
              </a:spcBef>
              <a:spcAft>
                <a:spcPts val="0"/>
              </a:spcAft>
              <a:buSzPts val="1200"/>
              <a:buChar char="●"/>
              <a:defRPr/>
            </a:lvl7pPr>
            <a:lvl8pPr indent="-304800" lvl="7" marL="3657600">
              <a:lnSpc>
                <a:spcPct val="115000"/>
              </a:lnSpc>
              <a:spcBef>
                <a:spcPts val="1600"/>
              </a:spcBef>
              <a:spcAft>
                <a:spcPts val="0"/>
              </a:spcAft>
              <a:buSzPts val="1200"/>
              <a:buChar char="○"/>
              <a:defRPr/>
            </a:lvl8pPr>
            <a:lvl9pPr indent="-304800" lvl="8" marL="4114800">
              <a:lnSpc>
                <a:spcPct val="115000"/>
              </a:lnSpc>
              <a:spcBef>
                <a:spcPts val="1600"/>
              </a:spcBef>
              <a:spcAft>
                <a:spcPts val="1600"/>
              </a:spcAft>
              <a:buSzPts val="1200"/>
              <a:buChar char="■"/>
              <a:defRPr/>
            </a:lvl9pPr>
          </a:lstStyle>
          <a:p/>
        </p:txBody>
      </p:sp>
      <p:sp>
        <p:nvSpPr>
          <p:cNvPr id="126" name="Google Shape;126;p19"/>
          <p:cNvSpPr txBox="1"/>
          <p:nvPr>
            <p:ph type="title"/>
          </p:nvPr>
        </p:nvSpPr>
        <p:spPr>
          <a:xfrm>
            <a:off x="713100" y="1244700"/>
            <a:ext cx="5135400" cy="605400"/>
          </a:xfrm>
          <a:prstGeom prst="rect">
            <a:avLst/>
          </a:prstGeom>
        </p:spPr>
        <p:txBody>
          <a:bodyPr anchorCtr="0" anchor="b"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7" name="Shape 127"/>
        <p:cNvGrpSpPr/>
        <p:nvPr/>
      </p:nvGrpSpPr>
      <p:grpSpPr>
        <a:xfrm>
          <a:off x="0" y="0"/>
          <a:ext cx="0" cy="0"/>
          <a:chOff x="0" y="0"/>
          <a:chExt cx="0" cy="0"/>
        </a:xfrm>
      </p:grpSpPr>
      <p:sp>
        <p:nvSpPr>
          <p:cNvPr id="128" name="Google Shape;128;p20"/>
          <p:cNvSpPr/>
          <p:nvPr/>
        </p:nvSpPr>
        <p:spPr>
          <a:xfrm rot="-6419074">
            <a:off x="4830466" y="-402088"/>
            <a:ext cx="7138425" cy="3491376"/>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0"/>
          <p:cNvSpPr/>
          <p:nvPr/>
        </p:nvSpPr>
        <p:spPr>
          <a:xfrm rot="5868956">
            <a:off x="-2972528" y="1025449"/>
            <a:ext cx="7138386" cy="3491394"/>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0" name="Google Shape;130;p20"/>
          <p:cNvGrpSpPr/>
          <p:nvPr/>
        </p:nvGrpSpPr>
        <p:grpSpPr>
          <a:xfrm>
            <a:off x="8030823" y="254364"/>
            <a:ext cx="1324311" cy="1655928"/>
            <a:chOff x="8030823" y="254364"/>
            <a:chExt cx="1324311" cy="1655928"/>
          </a:xfrm>
        </p:grpSpPr>
        <p:sp>
          <p:nvSpPr>
            <p:cNvPr id="131" name="Google Shape;131;p20"/>
            <p:cNvSpPr/>
            <p:nvPr/>
          </p:nvSpPr>
          <p:spPr>
            <a:xfrm>
              <a:off x="8409504" y="254378"/>
              <a:ext cx="945630" cy="94573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0"/>
            <p:cNvSpPr/>
            <p:nvPr/>
          </p:nvSpPr>
          <p:spPr>
            <a:xfrm>
              <a:off x="8107053" y="12501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0"/>
            <p:cNvSpPr/>
            <p:nvPr/>
          </p:nvSpPr>
          <p:spPr>
            <a:xfrm>
              <a:off x="8030823" y="254364"/>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 name="Google Shape;134;p20"/>
          <p:cNvGrpSpPr/>
          <p:nvPr/>
        </p:nvGrpSpPr>
        <p:grpSpPr>
          <a:xfrm>
            <a:off x="-137271" y="2581792"/>
            <a:ext cx="1510384" cy="2479841"/>
            <a:chOff x="-137271" y="2581792"/>
            <a:chExt cx="1510384" cy="2479841"/>
          </a:xfrm>
        </p:grpSpPr>
        <p:sp>
          <p:nvSpPr>
            <p:cNvPr id="135" name="Google Shape;135;p20"/>
            <p:cNvSpPr/>
            <p:nvPr/>
          </p:nvSpPr>
          <p:spPr>
            <a:xfrm>
              <a:off x="266653" y="25817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0"/>
            <p:cNvSpPr/>
            <p:nvPr/>
          </p:nvSpPr>
          <p:spPr>
            <a:xfrm>
              <a:off x="713090" y="39582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0"/>
            <p:cNvSpPr/>
            <p:nvPr/>
          </p:nvSpPr>
          <p:spPr>
            <a:xfrm>
              <a:off x="262648" y="3515377"/>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0"/>
            <p:cNvSpPr/>
            <p:nvPr/>
          </p:nvSpPr>
          <p:spPr>
            <a:xfrm>
              <a:off x="-137271" y="4115903"/>
              <a:ext cx="945630" cy="94573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20"/>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7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0" name="Shape 140"/>
        <p:cNvGrpSpPr/>
        <p:nvPr/>
      </p:nvGrpSpPr>
      <p:grpSpPr>
        <a:xfrm>
          <a:off x="0" y="0"/>
          <a:ext cx="0" cy="0"/>
          <a:chOff x="0" y="0"/>
          <a:chExt cx="0" cy="0"/>
        </a:xfrm>
      </p:grpSpPr>
      <p:sp>
        <p:nvSpPr>
          <p:cNvPr id="141" name="Google Shape;141;p21"/>
          <p:cNvSpPr txBox="1"/>
          <p:nvPr>
            <p:ph type="title"/>
          </p:nvPr>
        </p:nvSpPr>
        <p:spPr>
          <a:xfrm>
            <a:off x="2241450" y="1520250"/>
            <a:ext cx="4661100" cy="841800"/>
          </a:xfrm>
          <a:prstGeom prst="rect">
            <a:avLst/>
          </a:prstGeom>
        </p:spPr>
        <p:txBody>
          <a:bodyPr anchorCtr="0" anchor="b" bIns="91425" lIns="91425" spcFirstLastPara="1" rIns="91425" wrap="square" tIns="91425">
            <a:noAutofit/>
          </a:bodyPr>
          <a:lstStyle>
            <a:lvl1pPr lvl="0" algn="ctr">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2" name="Google Shape;142;p21"/>
          <p:cNvSpPr txBox="1"/>
          <p:nvPr>
            <p:ph idx="1" type="subTitle"/>
          </p:nvPr>
        </p:nvSpPr>
        <p:spPr>
          <a:xfrm>
            <a:off x="2241550" y="2362050"/>
            <a:ext cx="4661100" cy="1261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sz="1400"/>
            </a:lvl2pPr>
            <a:lvl3pPr lvl="2" algn="ctr">
              <a:lnSpc>
                <a:spcPct val="100000"/>
              </a:lnSpc>
              <a:spcBef>
                <a:spcPts val="1600"/>
              </a:spcBef>
              <a:spcAft>
                <a:spcPts val="0"/>
              </a:spcAft>
              <a:buSzPts val="1400"/>
              <a:buNone/>
              <a:defRPr sz="1400"/>
            </a:lvl3pPr>
            <a:lvl4pPr lvl="3" algn="ctr">
              <a:lnSpc>
                <a:spcPct val="100000"/>
              </a:lnSpc>
              <a:spcBef>
                <a:spcPts val="1600"/>
              </a:spcBef>
              <a:spcAft>
                <a:spcPts val="0"/>
              </a:spcAft>
              <a:buSzPts val="1400"/>
              <a:buNone/>
              <a:defRPr sz="1400"/>
            </a:lvl4pPr>
            <a:lvl5pPr lvl="4" algn="ctr">
              <a:lnSpc>
                <a:spcPct val="100000"/>
              </a:lnSpc>
              <a:spcBef>
                <a:spcPts val="1600"/>
              </a:spcBef>
              <a:spcAft>
                <a:spcPts val="0"/>
              </a:spcAft>
              <a:buSzPts val="1400"/>
              <a:buNone/>
              <a:defRPr sz="1400"/>
            </a:lvl5pPr>
            <a:lvl6pPr lvl="5" algn="ctr">
              <a:lnSpc>
                <a:spcPct val="100000"/>
              </a:lnSpc>
              <a:spcBef>
                <a:spcPts val="1600"/>
              </a:spcBef>
              <a:spcAft>
                <a:spcPts val="0"/>
              </a:spcAft>
              <a:buSzPts val="1400"/>
              <a:buNone/>
              <a:defRPr sz="1400"/>
            </a:lvl6pPr>
            <a:lvl7pPr lvl="6" algn="ctr">
              <a:lnSpc>
                <a:spcPct val="100000"/>
              </a:lnSpc>
              <a:spcBef>
                <a:spcPts val="1600"/>
              </a:spcBef>
              <a:spcAft>
                <a:spcPts val="0"/>
              </a:spcAft>
              <a:buSzPts val="1400"/>
              <a:buNone/>
              <a:defRPr sz="1400"/>
            </a:lvl7pPr>
            <a:lvl8pPr lvl="7" algn="ctr">
              <a:lnSpc>
                <a:spcPct val="100000"/>
              </a:lnSpc>
              <a:spcBef>
                <a:spcPts val="1600"/>
              </a:spcBef>
              <a:spcAft>
                <a:spcPts val="0"/>
              </a:spcAft>
              <a:buSzPts val="1400"/>
              <a:buNone/>
              <a:defRPr sz="1400"/>
            </a:lvl8pPr>
            <a:lvl9pPr lvl="8" algn="ctr">
              <a:lnSpc>
                <a:spcPct val="100000"/>
              </a:lnSpc>
              <a:spcBef>
                <a:spcPts val="1600"/>
              </a:spcBef>
              <a:spcAft>
                <a:spcPts val="1600"/>
              </a:spcAft>
              <a:buSzPts val="1400"/>
              <a:buNone/>
              <a:defRPr sz="1400"/>
            </a:lvl9pPr>
          </a:lstStyle>
          <a:p/>
        </p:txBody>
      </p:sp>
      <p:sp>
        <p:nvSpPr>
          <p:cNvPr id="143" name="Google Shape;143;p21"/>
          <p:cNvSpPr/>
          <p:nvPr/>
        </p:nvSpPr>
        <p:spPr>
          <a:xfrm>
            <a:off x="4182350" y="2075876"/>
            <a:ext cx="5728043" cy="3491380"/>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1"/>
          <p:cNvSpPr/>
          <p:nvPr/>
        </p:nvSpPr>
        <p:spPr>
          <a:xfrm>
            <a:off x="5816848" y="3347141"/>
            <a:ext cx="4013990" cy="1875356"/>
          </a:xfrm>
          <a:custGeom>
            <a:rect b="b" l="l" r="r" t="t"/>
            <a:pathLst>
              <a:path extrusionOk="0" h="10483" w="22438">
                <a:moveTo>
                  <a:pt x="18307" y="1053"/>
                </a:moveTo>
                <a:cubicBezTo>
                  <a:pt x="17174" y="1740"/>
                  <a:pt x="16505" y="2560"/>
                  <a:pt x="15773" y="3640"/>
                </a:cubicBezTo>
                <a:lnTo>
                  <a:pt x="15773" y="3640"/>
                </a:lnTo>
                <a:cubicBezTo>
                  <a:pt x="15149" y="4550"/>
                  <a:pt x="14658" y="5593"/>
                  <a:pt x="13668" y="6164"/>
                </a:cubicBezTo>
                <a:lnTo>
                  <a:pt x="13668" y="6164"/>
                </a:lnTo>
                <a:cubicBezTo>
                  <a:pt x="12606" y="6762"/>
                  <a:pt x="11009" y="6896"/>
                  <a:pt x="9823" y="6539"/>
                </a:cubicBezTo>
                <a:lnTo>
                  <a:pt x="9823" y="6539"/>
                </a:lnTo>
                <a:cubicBezTo>
                  <a:pt x="8565" y="6156"/>
                  <a:pt x="7049" y="5906"/>
                  <a:pt x="5791" y="6477"/>
                </a:cubicBezTo>
                <a:lnTo>
                  <a:pt x="5791" y="6477"/>
                </a:lnTo>
                <a:cubicBezTo>
                  <a:pt x="4497" y="7057"/>
                  <a:pt x="3293" y="7931"/>
                  <a:pt x="2151" y="8752"/>
                </a:cubicBezTo>
                <a:lnTo>
                  <a:pt x="2151" y="8752"/>
                </a:lnTo>
                <a:cubicBezTo>
                  <a:pt x="1410" y="9296"/>
                  <a:pt x="670" y="9858"/>
                  <a:pt x="1" y="10482"/>
                </a:cubicBezTo>
                <a:lnTo>
                  <a:pt x="1" y="10482"/>
                </a:lnTo>
                <a:lnTo>
                  <a:pt x="22393" y="10482"/>
                </a:lnTo>
                <a:lnTo>
                  <a:pt x="22437" y="98"/>
                </a:lnTo>
                <a:cubicBezTo>
                  <a:pt x="22179" y="27"/>
                  <a:pt x="21902" y="0"/>
                  <a:pt x="21617" y="0"/>
                </a:cubicBezTo>
                <a:lnTo>
                  <a:pt x="21617" y="0"/>
                </a:lnTo>
                <a:cubicBezTo>
                  <a:pt x="20466" y="0"/>
                  <a:pt x="19208" y="517"/>
                  <a:pt x="18307" y="1053"/>
                </a:cubicBezTo>
                <a:close/>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1"/>
          <p:cNvSpPr/>
          <p:nvPr/>
        </p:nvSpPr>
        <p:spPr>
          <a:xfrm rot="-9720741">
            <a:off x="-717073" y="-1675999"/>
            <a:ext cx="5728060" cy="3491392"/>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6" name="Google Shape;146;p21"/>
          <p:cNvGrpSpPr/>
          <p:nvPr/>
        </p:nvGrpSpPr>
        <p:grpSpPr>
          <a:xfrm>
            <a:off x="531953" y="54192"/>
            <a:ext cx="2525032" cy="660100"/>
            <a:chOff x="531953" y="54192"/>
            <a:chExt cx="2525032" cy="660100"/>
          </a:xfrm>
        </p:grpSpPr>
        <p:sp>
          <p:nvSpPr>
            <p:cNvPr id="147" name="Google Shape;147;p21"/>
            <p:cNvSpPr/>
            <p:nvPr/>
          </p:nvSpPr>
          <p:spPr>
            <a:xfrm>
              <a:off x="531953" y="541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1"/>
            <p:cNvSpPr/>
            <p:nvPr/>
          </p:nvSpPr>
          <p:spPr>
            <a:xfrm>
              <a:off x="2311280" y="2454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1"/>
            <p:cNvSpPr/>
            <p:nvPr/>
          </p:nvSpPr>
          <p:spPr>
            <a:xfrm>
              <a:off x="1841797" y="164290"/>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FFFFFF">
                    <a:alpha val="50196"/>
                  </a:srgbClr>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1"/>
            <p:cNvSpPr/>
            <p:nvPr/>
          </p:nvSpPr>
          <p:spPr>
            <a:xfrm>
              <a:off x="2729973" y="542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51" name="Shape 151"/>
        <p:cNvGrpSpPr/>
        <p:nvPr/>
      </p:nvGrpSpPr>
      <p:grpSpPr>
        <a:xfrm>
          <a:off x="0" y="0"/>
          <a:ext cx="0" cy="0"/>
          <a:chOff x="0" y="0"/>
          <a:chExt cx="0" cy="0"/>
        </a:xfrm>
      </p:grpSpPr>
      <p:sp>
        <p:nvSpPr>
          <p:cNvPr id="152" name="Google Shape;152;p22"/>
          <p:cNvSpPr/>
          <p:nvPr>
            <p:ph idx="2" type="pic"/>
          </p:nvPr>
        </p:nvSpPr>
        <p:spPr>
          <a:xfrm>
            <a:off x="100" y="0"/>
            <a:ext cx="9144000" cy="5143500"/>
          </a:xfrm>
          <a:prstGeom prst="rect">
            <a:avLst/>
          </a:prstGeom>
          <a:noFill/>
          <a:ln>
            <a:noFill/>
          </a:ln>
        </p:spPr>
      </p:sp>
      <p:sp>
        <p:nvSpPr>
          <p:cNvPr id="153" name="Google Shape;153;p22"/>
          <p:cNvSpPr txBox="1"/>
          <p:nvPr>
            <p:ph type="title"/>
          </p:nvPr>
        </p:nvSpPr>
        <p:spPr>
          <a:xfrm>
            <a:off x="720000" y="3862050"/>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54" name="Shape 154"/>
        <p:cNvGrpSpPr/>
        <p:nvPr/>
      </p:nvGrpSpPr>
      <p:grpSpPr>
        <a:xfrm>
          <a:off x="0" y="0"/>
          <a:ext cx="0" cy="0"/>
          <a:chOff x="0" y="0"/>
          <a:chExt cx="0" cy="0"/>
        </a:xfrm>
      </p:grpSpPr>
      <p:sp>
        <p:nvSpPr>
          <p:cNvPr id="155" name="Google Shape;155;p23"/>
          <p:cNvSpPr/>
          <p:nvPr/>
        </p:nvSpPr>
        <p:spPr>
          <a:xfrm rot="-6419074">
            <a:off x="4830466" y="-402088"/>
            <a:ext cx="7138425" cy="3491376"/>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3"/>
          <p:cNvSpPr/>
          <p:nvPr/>
        </p:nvSpPr>
        <p:spPr>
          <a:xfrm rot="5868956">
            <a:off x="-2972528" y="1025449"/>
            <a:ext cx="7138386" cy="3491394"/>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7" name="Google Shape;157;p23"/>
          <p:cNvGrpSpPr/>
          <p:nvPr/>
        </p:nvGrpSpPr>
        <p:grpSpPr>
          <a:xfrm>
            <a:off x="8030823" y="254364"/>
            <a:ext cx="1324311" cy="1655928"/>
            <a:chOff x="8030823" y="254364"/>
            <a:chExt cx="1324311" cy="1655928"/>
          </a:xfrm>
        </p:grpSpPr>
        <p:sp>
          <p:nvSpPr>
            <p:cNvPr id="158" name="Google Shape;158;p23"/>
            <p:cNvSpPr/>
            <p:nvPr/>
          </p:nvSpPr>
          <p:spPr>
            <a:xfrm>
              <a:off x="8409504" y="254378"/>
              <a:ext cx="945630" cy="94573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3"/>
            <p:cNvSpPr/>
            <p:nvPr/>
          </p:nvSpPr>
          <p:spPr>
            <a:xfrm>
              <a:off x="8107053" y="12501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3"/>
            <p:cNvSpPr/>
            <p:nvPr/>
          </p:nvSpPr>
          <p:spPr>
            <a:xfrm>
              <a:off x="8030823" y="254364"/>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 name="Google Shape;161;p23"/>
          <p:cNvGrpSpPr/>
          <p:nvPr/>
        </p:nvGrpSpPr>
        <p:grpSpPr>
          <a:xfrm>
            <a:off x="-137271" y="2581792"/>
            <a:ext cx="1510384" cy="2479841"/>
            <a:chOff x="-137271" y="2581792"/>
            <a:chExt cx="1510384" cy="2479841"/>
          </a:xfrm>
        </p:grpSpPr>
        <p:sp>
          <p:nvSpPr>
            <p:cNvPr id="162" name="Google Shape;162;p23"/>
            <p:cNvSpPr/>
            <p:nvPr/>
          </p:nvSpPr>
          <p:spPr>
            <a:xfrm>
              <a:off x="266653" y="25817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3"/>
            <p:cNvSpPr/>
            <p:nvPr/>
          </p:nvSpPr>
          <p:spPr>
            <a:xfrm>
              <a:off x="713090" y="39582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3"/>
            <p:cNvSpPr/>
            <p:nvPr/>
          </p:nvSpPr>
          <p:spPr>
            <a:xfrm>
              <a:off x="262648" y="3515377"/>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3"/>
            <p:cNvSpPr/>
            <p:nvPr/>
          </p:nvSpPr>
          <p:spPr>
            <a:xfrm>
              <a:off x="-137271" y="4115903"/>
              <a:ext cx="945630" cy="94573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6" name="Google Shape;166;p23"/>
          <p:cNvSpPr txBox="1"/>
          <p:nvPr>
            <p:ph hasCustomPrompt="1" type="title"/>
          </p:nvPr>
        </p:nvSpPr>
        <p:spPr>
          <a:xfrm>
            <a:off x="1373900" y="2994097"/>
            <a:ext cx="6396600" cy="978300"/>
          </a:xfrm>
          <a:prstGeom prst="rect">
            <a:avLst/>
          </a:prstGeom>
        </p:spPr>
        <p:txBody>
          <a:bodyPr anchorCtr="0" anchor="ctr" bIns="91425" lIns="91425" spcFirstLastPara="1" rIns="91425" wrap="square" tIns="91425">
            <a:noAutofit/>
          </a:bodyPr>
          <a:lstStyle>
            <a:lvl1pPr lvl="0" algn="ctr">
              <a:spcBef>
                <a:spcPts val="0"/>
              </a:spcBef>
              <a:spcAft>
                <a:spcPts val="0"/>
              </a:spcAft>
              <a:buSzPts val="9600"/>
              <a:buNone/>
              <a:defRPr sz="5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67" name="Google Shape;167;p23"/>
          <p:cNvSpPr txBox="1"/>
          <p:nvPr>
            <p:ph idx="1" type="subTitle"/>
          </p:nvPr>
        </p:nvSpPr>
        <p:spPr>
          <a:xfrm>
            <a:off x="3180375" y="3972588"/>
            <a:ext cx="2783700" cy="631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400">
                <a:solidFill>
                  <a:schemeClr val="dk1"/>
                </a:solidFill>
              </a:defRPr>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dk1"/>
        </a:solidFill>
      </p:bgPr>
    </p:bg>
    <p:spTree>
      <p:nvGrpSpPr>
        <p:cNvPr id="168" name="Shape 168"/>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69" name="Shape 169"/>
        <p:cNvGrpSpPr/>
        <p:nvPr/>
      </p:nvGrpSpPr>
      <p:grpSpPr>
        <a:xfrm>
          <a:off x="0" y="0"/>
          <a:ext cx="0" cy="0"/>
          <a:chOff x="0" y="0"/>
          <a:chExt cx="0" cy="0"/>
        </a:xfrm>
      </p:grpSpPr>
      <p:sp>
        <p:nvSpPr>
          <p:cNvPr id="170" name="Google Shape;170;p25"/>
          <p:cNvSpPr/>
          <p:nvPr/>
        </p:nvSpPr>
        <p:spPr>
          <a:xfrm>
            <a:off x="4176175" y="2967151"/>
            <a:ext cx="5728043" cy="3491380"/>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5"/>
          <p:cNvSpPr/>
          <p:nvPr/>
        </p:nvSpPr>
        <p:spPr>
          <a:xfrm rot="-10492926">
            <a:off x="-1478272" y="3333183"/>
            <a:ext cx="3817099" cy="3985333"/>
          </a:xfrm>
          <a:custGeom>
            <a:rect b="b" l="l" r="r" t="t"/>
            <a:pathLst>
              <a:path extrusionOk="0" h="29882" w="28620">
                <a:moveTo>
                  <a:pt x="9332" y="0"/>
                </a:moveTo>
                <a:cubicBezTo>
                  <a:pt x="8101" y="0"/>
                  <a:pt x="6861" y="562"/>
                  <a:pt x="5978" y="1437"/>
                </a:cubicBezTo>
                <a:cubicBezTo>
                  <a:pt x="5210" y="2195"/>
                  <a:pt x="4693" y="3149"/>
                  <a:pt x="4363" y="4166"/>
                </a:cubicBezTo>
                <a:cubicBezTo>
                  <a:pt x="4042" y="5192"/>
                  <a:pt x="3961" y="6272"/>
                  <a:pt x="3560" y="7280"/>
                </a:cubicBezTo>
                <a:cubicBezTo>
                  <a:pt x="2721" y="9341"/>
                  <a:pt x="750" y="10554"/>
                  <a:pt x="295" y="12829"/>
                </a:cubicBezTo>
                <a:cubicBezTo>
                  <a:pt x="0" y="14310"/>
                  <a:pt x="331" y="15933"/>
                  <a:pt x="1312" y="17084"/>
                </a:cubicBezTo>
                <a:cubicBezTo>
                  <a:pt x="1963" y="17842"/>
                  <a:pt x="2846" y="18360"/>
                  <a:pt x="3783" y="18708"/>
                </a:cubicBezTo>
                <a:cubicBezTo>
                  <a:pt x="4247" y="18877"/>
                  <a:pt x="4720" y="18993"/>
                  <a:pt x="5192" y="19100"/>
                </a:cubicBezTo>
                <a:cubicBezTo>
                  <a:pt x="5549" y="19189"/>
                  <a:pt x="5915" y="19261"/>
                  <a:pt x="6272" y="19350"/>
                </a:cubicBezTo>
                <a:cubicBezTo>
                  <a:pt x="6879" y="19511"/>
                  <a:pt x="7423" y="19957"/>
                  <a:pt x="7878" y="20385"/>
                </a:cubicBezTo>
                <a:cubicBezTo>
                  <a:pt x="8913" y="21339"/>
                  <a:pt x="9671" y="22579"/>
                  <a:pt x="10331" y="23811"/>
                </a:cubicBezTo>
                <a:cubicBezTo>
                  <a:pt x="11009" y="25086"/>
                  <a:pt x="11518" y="26398"/>
                  <a:pt x="12508" y="27468"/>
                </a:cubicBezTo>
                <a:cubicBezTo>
                  <a:pt x="13418" y="28458"/>
                  <a:pt x="14577" y="29217"/>
                  <a:pt x="15871" y="29600"/>
                </a:cubicBezTo>
                <a:cubicBezTo>
                  <a:pt x="16506" y="29788"/>
                  <a:pt x="17169" y="29882"/>
                  <a:pt x="17832" y="29882"/>
                </a:cubicBezTo>
                <a:cubicBezTo>
                  <a:pt x="19368" y="29882"/>
                  <a:pt x="20902" y="29380"/>
                  <a:pt x="22080" y="28396"/>
                </a:cubicBezTo>
                <a:cubicBezTo>
                  <a:pt x="22928" y="27700"/>
                  <a:pt x="23614" y="26665"/>
                  <a:pt x="23498" y="25577"/>
                </a:cubicBezTo>
                <a:cubicBezTo>
                  <a:pt x="23427" y="24836"/>
                  <a:pt x="22990" y="24176"/>
                  <a:pt x="22446" y="23677"/>
                </a:cubicBezTo>
                <a:cubicBezTo>
                  <a:pt x="21732" y="23025"/>
                  <a:pt x="20822" y="22695"/>
                  <a:pt x="20153" y="22000"/>
                </a:cubicBezTo>
                <a:cubicBezTo>
                  <a:pt x="19074" y="20867"/>
                  <a:pt x="18797" y="19038"/>
                  <a:pt x="19502" y="17637"/>
                </a:cubicBezTo>
                <a:cubicBezTo>
                  <a:pt x="20233" y="16192"/>
                  <a:pt x="21625" y="15648"/>
                  <a:pt x="23133" y="15541"/>
                </a:cubicBezTo>
                <a:cubicBezTo>
                  <a:pt x="24623" y="15434"/>
                  <a:pt x="26219" y="14443"/>
                  <a:pt x="27156" y="13302"/>
                </a:cubicBezTo>
                <a:cubicBezTo>
                  <a:pt x="28182" y="12053"/>
                  <a:pt x="28619" y="10277"/>
                  <a:pt x="28075" y="8752"/>
                </a:cubicBezTo>
                <a:cubicBezTo>
                  <a:pt x="27754" y="7851"/>
                  <a:pt x="27058" y="7084"/>
                  <a:pt x="26202" y="6647"/>
                </a:cubicBezTo>
                <a:cubicBezTo>
                  <a:pt x="25635" y="6363"/>
                  <a:pt x="25044" y="6284"/>
                  <a:pt x="24441" y="6284"/>
                </a:cubicBezTo>
                <a:cubicBezTo>
                  <a:pt x="24077" y="6284"/>
                  <a:pt x="23708" y="6313"/>
                  <a:pt x="23338" y="6343"/>
                </a:cubicBezTo>
                <a:cubicBezTo>
                  <a:pt x="22809" y="6381"/>
                  <a:pt x="22275" y="6405"/>
                  <a:pt x="21741" y="6405"/>
                </a:cubicBezTo>
                <a:cubicBezTo>
                  <a:pt x="19781" y="6405"/>
                  <a:pt x="17823" y="6089"/>
                  <a:pt x="16112" y="5023"/>
                </a:cubicBezTo>
                <a:cubicBezTo>
                  <a:pt x="14988" y="4327"/>
                  <a:pt x="14158" y="3274"/>
                  <a:pt x="13293" y="2293"/>
                </a:cubicBezTo>
                <a:cubicBezTo>
                  <a:pt x="12508" y="1401"/>
                  <a:pt x="11607" y="536"/>
                  <a:pt x="10474" y="179"/>
                </a:cubicBezTo>
                <a:cubicBezTo>
                  <a:pt x="10099" y="54"/>
                  <a:pt x="9715" y="0"/>
                  <a:pt x="9332" y="0"/>
                </a:cubicBezTo>
                <a:close/>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2" name="Google Shape;172;p25"/>
          <p:cNvGrpSpPr/>
          <p:nvPr/>
        </p:nvGrpSpPr>
        <p:grpSpPr>
          <a:xfrm>
            <a:off x="-54470" y="2967153"/>
            <a:ext cx="774471" cy="1912390"/>
            <a:chOff x="-54470" y="2967153"/>
            <a:chExt cx="774471" cy="1912390"/>
          </a:xfrm>
        </p:grpSpPr>
        <p:sp>
          <p:nvSpPr>
            <p:cNvPr id="173" name="Google Shape;173;p25"/>
            <p:cNvSpPr/>
            <p:nvPr/>
          </p:nvSpPr>
          <p:spPr>
            <a:xfrm>
              <a:off x="59978" y="421944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5"/>
            <p:cNvSpPr/>
            <p:nvPr/>
          </p:nvSpPr>
          <p:spPr>
            <a:xfrm>
              <a:off x="-54470" y="347431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5"/>
            <p:cNvSpPr/>
            <p:nvPr/>
          </p:nvSpPr>
          <p:spPr>
            <a:xfrm>
              <a:off x="338511" y="296715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5"/>
            <p:cNvSpPr/>
            <p:nvPr/>
          </p:nvSpPr>
          <p:spPr>
            <a:xfrm>
              <a:off x="338511" y="383087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7" name="Google Shape;177;p25"/>
          <p:cNvGrpSpPr/>
          <p:nvPr/>
        </p:nvGrpSpPr>
        <p:grpSpPr>
          <a:xfrm>
            <a:off x="7524578" y="2640103"/>
            <a:ext cx="1523397" cy="2294040"/>
            <a:chOff x="7524578" y="2640103"/>
            <a:chExt cx="1523397" cy="2294040"/>
          </a:xfrm>
        </p:grpSpPr>
        <p:sp>
          <p:nvSpPr>
            <p:cNvPr id="178" name="Google Shape;178;p25"/>
            <p:cNvSpPr/>
            <p:nvPr/>
          </p:nvSpPr>
          <p:spPr>
            <a:xfrm>
              <a:off x="7524578" y="427404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5"/>
            <p:cNvSpPr/>
            <p:nvPr/>
          </p:nvSpPr>
          <p:spPr>
            <a:xfrm>
              <a:off x="8430905" y="425356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5"/>
            <p:cNvSpPr/>
            <p:nvPr/>
          </p:nvSpPr>
          <p:spPr>
            <a:xfrm>
              <a:off x="8478061" y="26401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5"/>
            <p:cNvSpPr/>
            <p:nvPr/>
          </p:nvSpPr>
          <p:spPr>
            <a:xfrm>
              <a:off x="8151036" y="37764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5"/>
            <p:cNvSpPr/>
            <p:nvPr/>
          </p:nvSpPr>
          <p:spPr>
            <a:xfrm>
              <a:off x="8579205" y="33075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3" name="Google Shape;183;p25"/>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4" name="Google Shape;184;p25"/>
          <p:cNvSpPr txBox="1"/>
          <p:nvPr>
            <p:ph hasCustomPrompt="1" idx="2" type="title"/>
          </p:nvPr>
        </p:nvSpPr>
        <p:spPr>
          <a:xfrm>
            <a:off x="1255644" y="1753825"/>
            <a:ext cx="1044900" cy="657600"/>
          </a:xfrm>
          <a:prstGeom prst="rect">
            <a:avLst/>
          </a:prstGeom>
        </p:spPr>
        <p:txBody>
          <a:bodyPr anchorCtr="0" anchor="ctr" bIns="91425" lIns="91425" spcFirstLastPara="1" rIns="91425" wrap="square" tIns="91425">
            <a:noAutofit/>
          </a:bodyPr>
          <a:lstStyle>
            <a:lvl1pPr lvl="0" algn="ctr">
              <a:spcBef>
                <a:spcPts val="0"/>
              </a:spcBef>
              <a:spcAft>
                <a:spcPts val="0"/>
              </a:spcAft>
              <a:buSzPts val="2400"/>
              <a:buNone/>
              <a:defRPr b="0" sz="3600">
                <a:solidFill>
                  <a:schemeClr val="dk2"/>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a:r>
              <a:t>xx%</a:t>
            </a:r>
          </a:p>
        </p:txBody>
      </p:sp>
      <p:sp>
        <p:nvSpPr>
          <p:cNvPr id="185" name="Google Shape;185;p25"/>
          <p:cNvSpPr txBox="1"/>
          <p:nvPr>
            <p:ph hasCustomPrompt="1" idx="3" type="title"/>
          </p:nvPr>
        </p:nvSpPr>
        <p:spPr>
          <a:xfrm>
            <a:off x="1255644" y="3258829"/>
            <a:ext cx="1044900" cy="657600"/>
          </a:xfrm>
          <a:prstGeom prst="rect">
            <a:avLst/>
          </a:prstGeom>
        </p:spPr>
        <p:txBody>
          <a:bodyPr anchorCtr="0" anchor="ctr" bIns="91425" lIns="91425" spcFirstLastPara="1" rIns="91425" wrap="square" tIns="91425">
            <a:noAutofit/>
          </a:bodyPr>
          <a:lstStyle>
            <a:lvl1pPr lvl="0" algn="ctr">
              <a:spcBef>
                <a:spcPts val="0"/>
              </a:spcBef>
              <a:spcAft>
                <a:spcPts val="0"/>
              </a:spcAft>
              <a:buSzPts val="2400"/>
              <a:buNone/>
              <a:defRPr b="0" sz="3600">
                <a:solidFill>
                  <a:schemeClr val="dk2"/>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a:r>
              <a:t>xx%</a:t>
            </a:r>
          </a:p>
        </p:txBody>
      </p:sp>
      <p:sp>
        <p:nvSpPr>
          <p:cNvPr id="186" name="Google Shape;186;p25"/>
          <p:cNvSpPr txBox="1"/>
          <p:nvPr>
            <p:ph hasCustomPrompt="1" idx="4" type="title"/>
          </p:nvPr>
        </p:nvSpPr>
        <p:spPr>
          <a:xfrm>
            <a:off x="4684638" y="1753829"/>
            <a:ext cx="1044900" cy="657600"/>
          </a:xfrm>
          <a:prstGeom prst="rect">
            <a:avLst/>
          </a:prstGeom>
        </p:spPr>
        <p:txBody>
          <a:bodyPr anchorCtr="0" anchor="ctr" bIns="91425" lIns="91425" spcFirstLastPara="1" rIns="91425" wrap="square" tIns="91425">
            <a:noAutofit/>
          </a:bodyPr>
          <a:lstStyle>
            <a:lvl1pPr lvl="0" algn="ctr">
              <a:spcBef>
                <a:spcPts val="0"/>
              </a:spcBef>
              <a:spcAft>
                <a:spcPts val="0"/>
              </a:spcAft>
              <a:buSzPts val="2400"/>
              <a:buNone/>
              <a:defRPr b="0" sz="3600">
                <a:solidFill>
                  <a:schemeClr val="dk2"/>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a:r>
              <a:t>xx%</a:t>
            </a:r>
          </a:p>
        </p:txBody>
      </p:sp>
      <p:sp>
        <p:nvSpPr>
          <p:cNvPr id="187" name="Google Shape;187;p25"/>
          <p:cNvSpPr txBox="1"/>
          <p:nvPr>
            <p:ph hasCustomPrompt="1" idx="5" type="title"/>
          </p:nvPr>
        </p:nvSpPr>
        <p:spPr>
          <a:xfrm>
            <a:off x="4684638" y="3258829"/>
            <a:ext cx="1044900" cy="657600"/>
          </a:xfrm>
          <a:prstGeom prst="rect">
            <a:avLst/>
          </a:prstGeom>
        </p:spPr>
        <p:txBody>
          <a:bodyPr anchorCtr="0" anchor="ctr" bIns="91425" lIns="91425" spcFirstLastPara="1" rIns="91425" wrap="square" tIns="91425">
            <a:noAutofit/>
          </a:bodyPr>
          <a:lstStyle>
            <a:lvl1pPr lvl="0" algn="ctr">
              <a:spcBef>
                <a:spcPts val="0"/>
              </a:spcBef>
              <a:spcAft>
                <a:spcPts val="0"/>
              </a:spcAft>
              <a:buSzPts val="2400"/>
              <a:buNone/>
              <a:defRPr b="0" sz="3600">
                <a:solidFill>
                  <a:schemeClr val="dk2"/>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a:r>
              <a:t>xx%</a:t>
            </a:r>
          </a:p>
        </p:txBody>
      </p:sp>
      <p:sp>
        <p:nvSpPr>
          <p:cNvPr id="188" name="Google Shape;188;p25"/>
          <p:cNvSpPr txBox="1"/>
          <p:nvPr>
            <p:ph idx="1" type="subTitle"/>
          </p:nvPr>
        </p:nvSpPr>
        <p:spPr>
          <a:xfrm>
            <a:off x="2307450" y="1753825"/>
            <a:ext cx="2151900" cy="65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Bebas Neue"/>
              <a:buNone/>
              <a:defRPr sz="2000">
                <a:solidFill>
                  <a:schemeClr val="dk1"/>
                </a:solidFill>
                <a:latin typeface="Trispace"/>
                <a:ea typeface="Trispace"/>
                <a:cs typeface="Trispace"/>
                <a:sym typeface="Trispace"/>
              </a:defRPr>
            </a:lvl1pPr>
            <a:lvl2pPr lvl="1">
              <a:lnSpc>
                <a:spcPct val="100000"/>
              </a:lnSpc>
              <a:spcBef>
                <a:spcPts val="0"/>
              </a:spcBef>
              <a:spcAft>
                <a:spcPts val="0"/>
              </a:spcAft>
              <a:buSzPts val="2000"/>
              <a:buFont typeface="Bebas Neue"/>
              <a:buNone/>
              <a:defRPr sz="2000">
                <a:latin typeface="Bebas Neue"/>
                <a:ea typeface="Bebas Neue"/>
                <a:cs typeface="Bebas Neue"/>
                <a:sym typeface="Bebas Neue"/>
              </a:defRPr>
            </a:lvl2pPr>
            <a:lvl3pPr lvl="2">
              <a:lnSpc>
                <a:spcPct val="100000"/>
              </a:lnSpc>
              <a:spcBef>
                <a:spcPts val="0"/>
              </a:spcBef>
              <a:spcAft>
                <a:spcPts val="0"/>
              </a:spcAft>
              <a:buSzPts val="2000"/>
              <a:buFont typeface="Bebas Neue"/>
              <a:buNone/>
              <a:defRPr sz="2000">
                <a:latin typeface="Bebas Neue"/>
                <a:ea typeface="Bebas Neue"/>
                <a:cs typeface="Bebas Neue"/>
                <a:sym typeface="Bebas Neue"/>
              </a:defRPr>
            </a:lvl3pPr>
            <a:lvl4pPr lvl="3">
              <a:lnSpc>
                <a:spcPct val="100000"/>
              </a:lnSpc>
              <a:spcBef>
                <a:spcPts val="0"/>
              </a:spcBef>
              <a:spcAft>
                <a:spcPts val="0"/>
              </a:spcAft>
              <a:buSzPts val="2000"/>
              <a:buFont typeface="Bebas Neue"/>
              <a:buNone/>
              <a:defRPr sz="2000">
                <a:latin typeface="Bebas Neue"/>
                <a:ea typeface="Bebas Neue"/>
                <a:cs typeface="Bebas Neue"/>
                <a:sym typeface="Bebas Neue"/>
              </a:defRPr>
            </a:lvl4pPr>
            <a:lvl5pPr lvl="4">
              <a:lnSpc>
                <a:spcPct val="100000"/>
              </a:lnSpc>
              <a:spcBef>
                <a:spcPts val="0"/>
              </a:spcBef>
              <a:spcAft>
                <a:spcPts val="0"/>
              </a:spcAft>
              <a:buSzPts val="2000"/>
              <a:buFont typeface="Bebas Neue"/>
              <a:buNone/>
              <a:defRPr sz="2000">
                <a:latin typeface="Bebas Neue"/>
                <a:ea typeface="Bebas Neue"/>
                <a:cs typeface="Bebas Neue"/>
                <a:sym typeface="Bebas Neue"/>
              </a:defRPr>
            </a:lvl5pPr>
            <a:lvl6pPr lvl="5">
              <a:lnSpc>
                <a:spcPct val="100000"/>
              </a:lnSpc>
              <a:spcBef>
                <a:spcPts val="0"/>
              </a:spcBef>
              <a:spcAft>
                <a:spcPts val="0"/>
              </a:spcAft>
              <a:buSzPts val="2000"/>
              <a:buFont typeface="Bebas Neue"/>
              <a:buNone/>
              <a:defRPr sz="2000">
                <a:latin typeface="Bebas Neue"/>
                <a:ea typeface="Bebas Neue"/>
                <a:cs typeface="Bebas Neue"/>
                <a:sym typeface="Bebas Neue"/>
              </a:defRPr>
            </a:lvl6pPr>
            <a:lvl7pPr lvl="6">
              <a:lnSpc>
                <a:spcPct val="100000"/>
              </a:lnSpc>
              <a:spcBef>
                <a:spcPts val="0"/>
              </a:spcBef>
              <a:spcAft>
                <a:spcPts val="0"/>
              </a:spcAft>
              <a:buSzPts val="2000"/>
              <a:buFont typeface="Bebas Neue"/>
              <a:buNone/>
              <a:defRPr sz="2000">
                <a:latin typeface="Bebas Neue"/>
                <a:ea typeface="Bebas Neue"/>
                <a:cs typeface="Bebas Neue"/>
                <a:sym typeface="Bebas Neue"/>
              </a:defRPr>
            </a:lvl7pPr>
            <a:lvl8pPr lvl="7">
              <a:lnSpc>
                <a:spcPct val="100000"/>
              </a:lnSpc>
              <a:spcBef>
                <a:spcPts val="0"/>
              </a:spcBef>
              <a:spcAft>
                <a:spcPts val="0"/>
              </a:spcAft>
              <a:buSzPts val="2000"/>
              <a:buFont typeface="Bebas Neue"/>
              <a:buNone/>
              <a:defRPr sz="2000">
                <a:latin typeface="Bebas Neue"/>
                <a:ea typeface="Bebas Neue"/>
                <a:cs typeface="Bebas Neue"/>
                <a:sym typeface="Bebas Neue"/>
              </a:defRPr>
            </a:lvl8pPr>
            <a:lvl9pPr lvl="8">
              <a:lnSpc>
                <a:spcPct val="100000"/>
              </a:lnSpc>
              <a:spcBef>
                <a:spcPts val="0"/>
              </a:spcBef>
              <a:spcAft>
                <a:spcPts val="0"/>
              </a:spcAft>
              <a:buSzPts val="2000"/>
              <a:buFont typeface="Bebas Neue"/>
              <a:buNone/>
              <a:defRPr sz="2000">
                <a:latin typeface="Bebas Neue"/>
                <a:ea typeface="Bebas Neue"/>
                <a:cs typeface="Bebas Neue"/>
                <a:sym typeface="Bebas Neue"/>
              </a:defRPr>
            </a:lvl9pPr>
          </a:lstStyle>
          <a:p/>
        </p:txBody>
      </p:sp>
      <p:sp>
        <p:nvSpPr>
          <p:cNvPr id="189" name="Google Shape;189;p25"/>
          <p:cNvSpPr txBox="1"/>
          <p:nvPr>
            <p:ph idx="6" type="subTitle"/>
          </p:nvPr>
        </p:nvSpPr>
        <p:spPr>
          <a:xfrm>
            <a:off x="5736450" y="1753825"/>
            <a:ext cx="2151900" cy="65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Bebas Neue"/>
              <a:buNone/>
              <a:defRPr sz="2000">
                <a:solidFill>
                  <a:schemeClr val="dk1"/>
                </a:solidFill>
                <a:latin typeface="Trispace"/>
                <a:ea typeface="Trispace"/>
                <a:cs typeface="Trispace"/>
                <a:sym typeface="Trispace"/>
              </a:defRPr>
            </a:lvl1pPr>
            <a:lvl2pPr lvl="1">
              <a:lnSpc>
                <a:spcPct val="100000"/>
              </a:lnSpc>
              <a:spcBef>
                <a:spcPts val="0"/>
              </a:spcBef>
              <a:spcAft>
                <a:spcPts val="0"/>
              </a:spcAft>
              <a:buSzPts val="2000"/>
              <a:buFont typeface="Bebas Neue"/>
              <a:buNone/>
              <a:defRPr sz="2000">
                <a:latin typeface="Bebas Neue"/>
                <a:ea typeface="Bebas Neue"/>
                <a:cs typeface="Bebas Neue"/>
                <a:sym typeface="Bebas Neue"/>
              </a:defRPr>
            </a:lvl2pPr>
            <a:lvl3pPr lvl="2">
              <a:lnSpc>
                <a:spcPct val="100000"/>
              </a:lnSpc>
              <a:spcBef>
                <a:spcPts val="0"/>
              </a:spcBef>
              <a:spcAft>
                <a:spcPts val="0"/>
              </a:spcAft>
              <a:buSzPts val="2000"/>
              <a:buFont typeface="Bebas Neue"/>
              <a:buNone/>
              <a:defRPr sz="2000">
                <a:latin typeface="Bebas Neue"/>
                <a:ea typeface="Bebas Neue"/>
                <a:cs typeface="Bebas Neue"/>
                <a:sym typeface="Bebas Neue"/>
              </a:defRPr>
            </a:lvl3pPr>
            <a:lvl4pPr lvl="3">
              <a:lnSpc>
                <a:spcPct val="100000"/>
              </a:lnSpc>
              <a:spcBef>
                <a:spcPts val="0"/>
              </a:spcBef>
              <a:spcAft>
                <a:spcPts val="0"/>
              </a:spcAft>
              <a:buSzPts val="2000"/>
              <a:buFont typeface="Bebas Neue"/>
              <a:buNone/>
              <a:defRPr sz="2000">
                <a:latin typeface="Bebas Neue"/>
                <a:ea typeface="Bebas Neue"/>
                <a:cs typeface="Bebas Neue"/>
                <a:sym typeface="Bebas Neue"/>
              </a:defRPr>
            </a:lvl4pPr>
            <a:lvl5pPr lvl="4">
              <a:lnSpc>
                <a:spcPct val="100000"/>
              </a:lnSpc>
              <a:spcBef>
                <a:spcPts val="0"/>
              </a:spcBef>
              <a:spcAft>
                <a:spcPts val="0"/>
              </a:spcAft>
              <a:buSzPts val="2000"/>
              <a:buFont typeface="Bebas Neue"/>
              <a:buNone/>
              <a:defRPr sz="2000">
                <a:latin typeface="Bebas Neue"/>
                <a:ea typeface="Bebas Neue"/>
                <a:cs typeface="Bebas Neue"/>
                <a:sym typeface="Bebas Neue"/>
              </a:defRPr>
            </a:lvl5pPr>
            <a:lvl6pPr lvl="5">
              <a:lnSpc>
                <a:spcPct val="100000"/>
              </a:lnSpc>
              <a:spcBef>
                <a:spcPts val="0"/>
              </a:spcBef>
              <a:spcAft>
                <a:spcPts val="0"/>
              </a:spcAft>
              <a:buSzPts val="2000"/>
              <a:buFont typeface="Bebas Neue"/>
              <a:buNone/>
              <a:defRPr sz="2000">
                <a:latin typeface="Bebas Neue"/>
                <a:ea typeface="Bebas Neue"/>
                <a:cs typeface="Bebas Neue"/>
                <a:sym typeface="Bebas Neue"/>
              </a:defRPr>
            </a:lvl6pPr>
            <a:lvl7pPr lvl="6">
              <a:lnSpc>
                <a:spcPct val="100000"/>
              </a:lnSpc>
              <a:spcBef>
                <a:spcPts val="0"/>
              </a:spcBef>
              <a:spcAft>
                <a:spcPts val="0"/>
              </a:spcAft>
              <a:buSzPts val="2000"/>
              <a:buFont typeface="Bebas Neue"/>
              <a:buNone/>
              <a:defRPr sz="2000">
                <a:latin typeface="Bebas Neue"/>
                <a:ea typeface="Bebas Neue"/>
                <a:cs typeface="Bebas Neue"/>
                <a:sym typeface="Bebas Neue"/>
              </a:defRPr>
            </a:lvl7pPr>
            <a:lvl8pPr lvl="7">
              <a:lnSpc>
                <a:spcPct val="100000"/>
              </a:lnSpc>
              <a:spcBef>
                <a:spcPts val="0"/>
              </a:spcBef>
              <a:spcAft>
                <a:spcPts val="0"/>
              </a:spcAft>
              <a:buSzPts val="2000"/>
              <a:buFont typeface="Bebas Neue"/>
              <a:buNone/>
              <a:defRPr sz="2000">
                <a:latin typeface="Bebas Neue"/>
                <a:ea typeface="Bebas Neue"/>
                <a:cs typeface="Bebas Neue"/>
                <a:sym typeface="Bebas Neue"/>
              </a:defRPr>
            </a:lvl8pPr>
            <a:lvl9pPr lvl="8">
              <a:lnSpc>
                <a:spcPct val="100000"/>
              </a:lnSpc>
              <a:spcBef>
                <a:spcPts val="0"/>
              </a:spcBef>
              <a:spcAft>
                <a:spcPts val="0"/>
              </a:spcAft>
              <a:buSzPts val="2000"/>
              <a:buFont typeface="Bebas Neue"/>
              <a:buNone/>
              <a:defRPr sz="2000">
                <a:latin typeface="Bebas Neue"/>
                <a:ea typeface="Bebas Neue"/>
                <a:cs typeface="Bebas Neue"/>
                <a:sym typeface="Bebas Neue"/>
              </a:defRPr>
            </a:lvl9pPr>
          </a:lstStyle>
          <a:p/>
        </p:txBody>
      </p:sp>
      <p:sp>
        <p:nvSpPr>
          <p:cNvPr id="190" name="Google Shape;190;p25"/>
          <p:cNvSpPr txBox="1"/>
          <p:nvPr>
            <p:ph idx="7" type="subTitle"/>
          </p:nvPr>
        </p:nvSpPr>
        <p:spPr>
          <a:xfrm>
            <a:off x="2307450" y="3258824"/>
            <a:ext cx="2151900" cy="65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Bebas Neue"/>
              <a:buNone/>
              <a:defRPr sz="2000">
                <a:solidFill>
                  <a:schemeClr val="dk1"/>
                </a:solidFill>
                <a:latin typeface="Trispace"/>
                <a:ea typeface="Trispace"/>
                <a:cs typeface="Trispace"/>
                <a:sym typeface="Trispace"/>
              </a:defRPr>
            </a:lvl1pPr>
            <a:lvl2pPr lvl="1">
              <a:lnSpc>
                <a:spcPct val="100000"/>
              </a:lnSpc>
              <a:spcBef>
                <a:spcPts val="0"/>
              </a:spcBef>
              <a:spcAft>
                <a:spcPts val="0"/>
              </a:spcAft>
              <a:buSzPts val="2000"/>
              <a:buFont typeface="Bebas Neue"/>
              <a:buNone/>
              <a:defRPr sz="2000">
                <a:latin typeface="Bebas Neue"/>
                <a:ea typeface="Bebas Neue"/>
                <a:cs typeface="Bebas Neue"/>
                <a:sym typeface="Bebas Neue"/>
              </a:defRPr>
            </a:lvl2pPr>
            <a:lvl3pPr lvl="2">
              <a:lnSpc>
                <a:spcPct val="100000"/>
              </a:lnSpc>
              <a:spcBef>
                <a:spcPts val="0"/>
              </a:spcBef>
              <a:spcAft>
                <a:spcPts val="0"/>
              </a:spcAft>
              <a:buSzPts val="2000"/>
              <a:buFont typeface="Bebas Neue"/>
              <a:buNone/>
              <a:defRPr sz="2000">
                <a:latin typeface="Bebas Neue"/>
                <a:ea typeface="Bebas Neue"/>
                <a:cs typeface="Bebas Neue"/>
                <a:sym typeface="Bebas Neue"/>
              </a:defRPr>
            </a:lvl3pPr>
            <a:lvl4pPr lvl="3">
              <a:lnSpc>
                <a:spcPct val="100000"/>
              </a:lnSpc>
              <a:spcBef>
                <a:spcPts val="0"/>
              </a:spcBef>
              <a:spcAft>
                <a:spcPts val="0"/>
              </a:spcAft>
              <a:buSzPts val="2000"/>
              <a:buFont typeface="Bebas Neue"/>
              <a:buNone/>
              <a:defRPr sz="2000">
                <a:latin typeface="Bebas Neue"/>
                <a:ea typeface="Bebas Neue"/>
                <a:cs typeface="Bebas Neue"/>
                <a:sym typeface="Bebas Neue"/>
              </a:defRPr>
            </a:lvl4pPr>
            <a:lvl5pPr lvl="4">
              <a:lnSpc>
                <a:spcPct val="100000"/>
              </a:lnSpc>
              <a:spcBef>
                <a:spcPts val="0"/>
              </a:spcBef>
              <a:spcAft>
                <a:spcPts val="0"/>
              </a:spcAft>
              <a:buSzPts val="2000"/>
              <a:buFont typeface="Bebas Neue"/>
              <a:buNone/>
              <a:defRPr sz="2000">
                <a:latin typeface="Bebas Neue"/>
                <a:ea typeface="Bebas Neue"/>
                <a:cs typeface="Bebas Neue"/>
                <a:sym typeface="Bebas Neue"/>
              </a:defRPr>
            </a:lvl5pPr>
            <a:lvl6pPr lvl="5">
              <a:lnSpc>
                <a:spcPct val="100000"/>
              </a:lnSpc>
              <a:spcBef>
                <a:spcPts val="0"/>
              </a:spcBef>
              <a:spcAft>
                <a:spcPts val="0"/>
              </a:spcAft>
              <a:buSzPts val="2000"/>
              <a:buFont typeface="Bebas Neue"/>
              <a:buNone/>
              <a:defRPr sz="2000">
                <a:latin typeface="Bebas Neue"/>
                <a:ea typeface="Bebas Neue"/>
                <a:cs typeface="Bebas Neue"/>
                <a:sym typeface="Bebas Neue"/>
              </a:defRPr>
            </a:lvl6pPr>
            <a:lvl7pPr lvl="6">
              <a:lnSpc>
                <a:spcPct val="100000"/>
              </a:lnSpc>
              <a:spcBef>
                <a:spcPts val="0"/>
              </a:spcBef>
              <a:spcAft>
                <a:spcPts val="0"/>
              </a:spcAft>
              <a:buSzPts val="2000"/>
              <a:buFont typeface="Bebas Neue"/>
              <a:buNone/>
              <a:defRPr sz="2000">
                <a:latin typeface="Bebas Neue"/>
                <a:ea typeface="Bebas Neue"/>
                <a:cs typeface="Bebas Neue"/>
                <a:sym typeface="Bebas Neue"/>
              </a:defRPr>
            </a:lvl7pPr>
            <a:lvl8pPr lvl="7">
              <a:lnSpc>
                <a:spcPct val="100000"/>
              </a:lnSpc>
              <a:spcBef>
                <a:spcPts val="0"/>
              </a:spcBef>
              <a:spcAft>
                <a:spcPts val="0"/>
              </a:spcAft>
              <a:buSzPts val="2000"/>
              <a:buFont typeface="Bebas Neue"/>
              <a:buNone/>
              <a:defRPr sz="2000">
                <a:latin typeface="Bebas Neue"/>
                <a:ea typeface="Bebas Neue"/>
                <a:cs typeface="Bebas Neue"/>
                <a:sym typeface="Bebas Neue"/>
              </a:defRPr>
            </a:lvl8pPr>
            <a:lvl9pPr lvl="8">
              <a:lnSpc>
                <a:spcPct val="100000"/>
              </a:lnSpc>
              <a:spcBef>
                <a:spcPts val="0"/>
              </a:spcBef>
              <a:spcAft>
                <a:spcPts val="0"/>
              </a:spcAft>
              <a:buSzPts val="2000"/>
              <a:buFont typeface="Bebas Neue"/>
              <a:buNone/>
              <a:defRPr sz="2000">
                <a:latin typeface="Bebas Neue"/>
                <a:ea typeface="Bebas Neue"/>
                <a:cs typeface="Bebas Neue"/>
                <a:sym typeface="Bebas Neue"/>
              </a:defRPr>
            </a:lvl9pPr>
          </a:lstStyle>
          <a:p/>
        </p:txBody>
      </p:sp>
      <p:sp>
        <p:nvSpPr>
          <p:cNvPr id="191" name="Google Shape;191;p25"/>
          <p:cNvSpPr txBox="1"/>
          <p:nvPr>
            <p:ph idx="8" type="subTitle"/>
          </p:nvPr>
        </p:nvSpPr>
        <p:spPr>
          <a:xfrm>
            <a:off x="5736450" y="3258824"/>
            <a:ext cx="2151900" cy="65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Bebas Neue"/>
              <a:buNone/>
              <a:defRPr sz="2000">
                <a:solidFill>
                  <a:schemeClr val="dk1"/>
                </a:solidFill>
                <a:latin typeface="Trispace"/>
                <a:ea typeface="Trispace"/>
                <a:cs typeface="Trispace"/>
                <a:sym typeface="Trispace"/>
              </a:defRPr>
            </a:lvl1pPr>
            <a:lvl2pPr lvl="1">
              <a:lnSpc>
                <a:spcPct val="100000"/>
              </a:lnSpc>
              <a:spcBef>
                <a:spcPts val="0"/>
              </a:spcBef>
              <a:spcAft>
                <a:spcPts val="0"/>
              </a:spcAft>
              <a:buSzPts val="2000"/>
              <a:buFont typeface="Bebas Neue"/>
              <a:buNone/>
              <a:defRPr sz="2000">
                <a:latin typeface="Bebas Neue"/>
                <a:ea typeface="Bebas Neue"/>
                <a:cs typeface="Bebas Neue"/>
                <a:sym typeface="Bebas Neue"/>
              </a:defRPr>
            </a:lvl2pPr>
            <a:lvl3pPr lvl="2">
              <a:lnSpc>
                <a:spcPct val="100000"/>
              </a:lnSpc>
              <a:spcBef>
                <a:spcPts val="0"/>
              </a:spcBef>
              <a:spcAft>
                <a:spcPts val="0"/>
              </a:spcAft>
              <a:buSzPts val="2000"/>
              <a:buFont typeface="Bebas Neue"/>
              <a:buNone/>
              <a:defRPr sz="2000">
                <a:latin typeface="Bebas Neue"/>
                <a:ea typeface="Bebas Neue"/>
                <a:cs typeface="Bebas Neue"/>
                <a:sym typeface="Bebas Neue"/>
              </a:defRPr>
            </a:lvl3pPr>
            <a:lvl4pPr lvl="3">
              <a:lnSpc>
                <a:spcPct val="100000"/>
              </a:lnSpc>
              <a:spcBef>
                <a:spcPts val="0"/>
              </a:spcBef>
              <a:spcAft>
                <a:spcPts val="0"/>
              </a:spcAft>
              <a:buSzPts val="2000"/>
              <a:buFont typeface="Bebas Neue"/>
              <a:buNone/>
              <a:defRPr sz="2000">
                <a:latin typeface="Bebas Neue"/>
                <a:ea typeface="Bebas Neue"/>
                <a:cs typeface="Bebas Neue"/>
                <a:sym typeface="Bebas Neue"/>
              </a:defRPr>
            </a:lvl4pPr>
            <a:lvl5pPr lvl="4">
              <a:lnSpc>
                <a:spcPct val="100000"/>
              </a:lnSpc>
              <a:spcBef>
                <a:spcPts val="0"/>
              </a:spcBef>
              <a:spcAft>
                <a:spcPts val="0"/>
              </a:spcAft>
              <a:buSzPts val="2000"/>
              <a:buFont typeface="Bebas Neue"/>
              <a:buNone/>
              <a:defRPr sz="2000">
                <a:latin typeface="Bebas Neue"/>
                <a:ea typeface="Bebas Neue"/>
                <a:cs typeface="Bebas Neue"/>
                <a:sym typeface="Bebas Neue"/>
              </a:defRPr>
            </a:lvl5pPr>
            <a:lvl6pPr lvl="5">
              <a:lnSpc>
                <a:spcPct val="100000"/>
              </a:lnSpc>
              <a:spcBef>
                <a:spcPts val="0"/>
              </a:spcBef>
              <a:spcAft>
                <a:spcPts val="0"/>
              </a:spcAft>
              <a:buSzPts val="2000"/>
              <a:buFont typeface="Bebas Neue"/>
              <a:buNone/>
              <a:defRPr sz="2000">
                <a:latin typeface="Bebas Neue"/>
                <a:ea typeface="Bebas Neue"/>
                <a:cs typeface="Bebas Neue"/>
                <a:sym typeface="Bebas Neue"/>
              </a:defRPr>
            </a:lvl6pPr>
            <a:lvl7pPr lvl="6">
              <a:lnSpc>
                <a:spcPct val="100000"/>
              </a:lnSpc>
              <a:spcBef>
                <a:spcPts val="0"/>
              </a:spcBef>
              <a:spcAft>
                <a:spcPts val="0"/>
              </a:spcAft>
              <a:buSzPts val="2000"/>
              <a:buFont typeface="Bebas Neue"/>
              <a:buNone/>
              <a:defRPr sz="2000">
                <a:latin typeface="Bebas Neue"/>
                <a:ea typeface="Bebas Neue"/>
                <a:cs typeface="Bebas Neue"/>
                <a:sym typeface="Bebas Neue"/>
              </a:defRPr>
            </a:lvl7pPr>
            <a:lvl8pPr lvl="7">
              <a:lnSpc>
                <a:spcPct val="100000"/>
              </a:lnSpc>
              <a:spcBef>
                <a:spcPts val="0"/>
              </a:spcBef>
              <a:spcAft>
                <a:spcPts val="0"/>
              </a:spcAft>
              <a:buSzPts val="2000"/>
              <a:buFont typeface="Bebas Neue"/>
              <a:buNone/>
              <a:defRPr sz="2000">
                <a:latin typeface="Bebas Neue"/>
                <a:ea typeface="Bebas Neue"/>
                <a:cs typeface="Bebas Neue"/>
                <a:sym typeface="Bebas Neue"/>
              </a:defRPr>
            </a:lvl8pPr>
            <a:lvl9pPr lvl="8">
              <a:lnSpc>
                <a:spcPct val="100000"/>
              </a:lnSpc>
              <a:spcBef>
                <a:spcPts val="0"/>
              </a:spcBef>
              <a:spcAft>
                <a:spcPts val="0"/>
              </a:spcAft>
              <a:buSzPts val="2000"/>
              <a:buFont typeface="Bebas Neue"/>
              <a:buNone/>
              <a:defRPr sz="2000">
                <a:latin typeface="Bebas Neue"/>
                <a:ea typeface="Bebas Neue"/>
                <a:cs typeface="Bebas Neue"/>
                <a:sym typeface="Bebas Neu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CUSTOM_4_1_1_2">
    <p:spTree>
      <p:nvGrpSpPr>
        <p:cNvPr id="192" name="Shape 192"/>
        <p:cNvGrpSpPr/>
        <p:nvPr/>
      </p:nvGrpSpPr>
      <p:grpSpPr>
        <a:xfrm>
          <a:off x="0" y="0"/>
          <a:ext cx="0" cy="0"/>
          <a:chOff x="0" y="0"/>
          <a:chExt cx="0" cy="0"/>
        </a:xfrm>
      </p:grpSpPr>
      <p:sp>
        <p:nvSpPr>
          <p:cNvPr id="193" name="Google Shape;193;p26"/>
          <p:cNvSpPr/>
          <p:nvPr/>
        </p:nvSpPr>
        <p:spPr>
          <a:xfrm flipH="1" rot="1292342">
            <a:off x="-3321456" y="1927346"/>
            <a:ext cx="6095930" cy="3491359"/>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6"/>
          <p:cNvSpPr/>
          <p:nvPr/>
        </p:nvSpPr>
        <p:spPr>
          <a:xfrm rot="4535783">
            <a:off x="6914450" y="2837966"/>
            <a:ext cx="3524110" cy="2396771"/>
          </a:xfrm>
          <a:custGeom>
            <a:rect b="b" l="l" r="r" t="t"/>
            <a:pathLst>
              <a:path extrusionOk="0" h="14034" w="20635">
                <a:moveTo>
                  <a:pt x="20635" y="687"/>
                </a:moveTo>
                <a:cubicBezTo>
                  <a:pt x="18637" y="687"/>
                  <a:pt x="16638" y="768"/>
                  <a:pt x="14649" y="643"/>
                </a:cubicBezTo>
                <a:cubicBezTo>
                  <a:pt x="12552" y="509"/>
                  <a:pt x="10492" y="224"/>
                  <a:pt x="8377" y="224"/>
                </a:cubicBezTo>
                <a:cubicBezTo>
                  <a:pt x="6879" y="224"/>
                  <a:pt x="5380" y="313"/>
                  <a:pt x="3899" y="313"/>
                </a:cubicBezTo>
                <a:cubicBezTo>
                  <a:pt x="3132" y="313"/>
                  <a:pt x="955" y="0"/>
                  <a:pt x="509" y="875"/>
                </a:cubicBezTo>
                <a:cubicBezTo>
                  <a:pt x="1" y="1883"/>
                  <a:pt x="2329" y="3792"/>
                  <a:pt x="2989" y="4300"/>
                </a:cubicBezTo>
                <a:cubicBezTo>
                  <a:pt x="4185" y="5228"/>
                  <a:pt x="5433" y="5335"/>
                  <a:pt x="6879" y="5549"/>
                </a:cubicBezTo>
                <a:cubicBezTo>
                  <a:pt x="8422" y="5781"/>
                  <a:pt x="9832" y="5995"/>
                  <a:pt x="11107" y="6941"/>
                </a:cubicBezTo>
                <a:cubicBezTo>
                  <a:pt x="12196" y="7762"/>
                  <a:pt x="12829" y="8966"/>
                  <a:pt x="13516" y="10099"/>
                </a:cubicBezTo>
                <a:cubicBezTo>
                  <a:pt x="14230" y="11268"/>
                  <a:pt x="15291" y="12151"/>
                  <a:pt x="16496" y="12775"/>
                </a:cubicBezTo>
                <a:cubicBezTo>
                  <a:pt x="17566" y="13320"/>
                  <a:pt x="19074" y="13998"/>
                  <a:pt x="20278" y="14033"/>
                </a:cubicBezTo>
                <a:cubicBezTo>
                  <a:pt x="20421" y="13221"/>
                  <a:pt x="20314" y="12383"/>
                  <a:pt x="20332" y="11562"/>
                </a:cubicBezTo>
                <a:cubicBezTo>
                  <a:pt x="20349" y="10732"/>
                  <a:pt x="20635" y="9930"/>
                  <a:pt x="20635" y="9109"/>
                </a:cubicBezTo>
                <a:cubicBezTo>
                  <a:pt x="20635" y="8252"/>
                  <a:pt x="20635" y="7387"/>
                  <a:pt x="20635" y="6531"/>
                </a:cubicBezTo>
                <a:lnTo>
                  <a:pt x="20635" y="1713"/>
                </a:lnTo>
                <a:close/>
              </a:path>
            </a:pathLst>
          </a:custGeom>
          <a:gradFill>
            <a:gsLst>
              <a:gs pos="0">
                <a:srgbClr val="8134EC">
                  <a:alpha val="70196"/>
                </a:srgbClr>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5" name="Google Shape;195;p26"/>
          <p:cNvGrpSpPr/>
          <p:nvPr/>
        </p:nvGrpSpPr>
        <p:grpSpPr>
          <a:xfrm rot="10800000">
            <a:off x="8514859" y="2937143"/>
            <a:ext cx="511267" cy="2017916"/>
            <a:chOff x="8552930" y="2910118"/>
            <a:chExt cx="511267" cy="2017916"/>
          </a:xfrm>
        </p:grpSpPr>
        <p:sp>
          <p:nvSpPr>
            <p:cNvPr id="196" name="Google Shape;196;p26"/>
            <p:cNvSpPr/>
            <p:nvPr/>
          </p:nvSpPr>
          <p:spPr>
            <a:xfrm>
              <a:off x="8737186" y="33506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6"/>
            <p:cNvSpPr/>
            <p:nvPr/>
          </p:nvSpPr>
          <p:spPr>
            <a:xfrm>
              <a:off x="8601061" y="4600990"/>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6"/>
            <p:cNvSpPr/>
            <p:nvPr/>
          </p:nvSpPr>
          <p:spPr>
            <a:xfrm>
              <a:off x="8552930" y="291011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9" name="Google Shape;199;p26"/>
          <p:cNvGrpSpPr/>
          <p:nvPr/>
        </p:nvGrpSpPr>
        <p:grpSpPr>
          <a:xfrm rot="7347507">
            <a:off x="134581" y="3888252"/>
            <a:ext cx="912282" cy="1615081"/>
            <a:chOff x="133086" y="3408328"/>
            <a:chExt cx="912262" cy="1615044"/>
          </a:xfrm>
        </p:grpSpPr>
        <p:sp>
          <p:nvSpPr>
            <p:cNvPr id="200" name="Google Shape;200;p26"/>
            <p:cNvSpPr/>
            <p:nvPr/>
          </p:nvSpPr>
          <p:spPr>
            <a:xfrm>
              <a:off x="265110" y="340832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6"/>
            <p:cNvSpPr/>
            <p:nvPr/>
          </p:nvSpPr>
          <p:spPr>
            <a:xfrm>
              <a:off x="385324" y="4098816"/>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6"/>
            <p:cNvSpPr/>
            <p:nvPr/>
          </p:nvSpPr>
          <p:spPr>
            <a:xfrm>
              <a:off x="133086" y="469632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3" name="Google Shape;203;p26"/>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4" name="Google Shape;204;p26"/>
          <p:cNvSpPr txBox="1"/>
          <p:nvPr>
            <p:ph idx="1" type="body"/>
          </p:nvPr>
        </p:nvSpPr>
        <p:spPr>
          <a:xfrm>
            <a:off x="720000" y="1215750"/>
            <a:ext cx="7704000" cy="11454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Char char="●"/>
              <a:defRPr sz="1200">
                <a:solidFill>
                  <a:schemeClr val="dk1"/>
                </a:solidFill>
              </a:defRPr>
            </a:lvl1pPr>
            <a:lvl2pPr indent="-304800" lvl="1" marL="914400">
              <a:lnSpc>
                <a:spcPct val="115000"/>
              </a:lnSpc>
              <a:spcBef>
                <a:spcPts val="1600"/>
              </a:spcBef>
              <a:spcAft>
                <a:spcPts val="0"/>
              </a:spcAft>
              <a:buClr>
                <a:schemeClr val="dk1"/>
              </a:buClr>
              <a:buSzPts val="1200"/>
              <a:buFont typeface="Roboto Condensed Light"/>
              <a:buChar char="○"/>
              <a:defRPr>
                <a:solidFill>
                  <a:schemeClr val="dk1"/>
                </a:solidFill>
              </a:defRPr>
            </a:lvl2pPr>
            <a:lvl3pPr indent="-304800" lvl="2" marL="1371600">
              <a:lnSpc>
                <a:spcPct val="115000"/>
              </a:lnSpc>
              <a:spcBef>
                <a:spcPts val="1600"/>
              </a:spcBef>
              <a:spcAft>
                <a:spcPts val="0"/>
              </a:spcAft>
              <a:buClr>
                <a:schemeClr val="dk1"/>
              </a:buClr>
              <a:buSzPts val="1200"/>
              <a:buFont typeface="Roboto Condensed Light"/>
              <a:buChar char="■"/>
              <a:defRPr>
                <a:solidFill>
                  <a:schemeClr val="dk1"/>
                </a:solidFill>
              </a:defRPr>
            </a:lvl3pPr>
            <a:lvl4pPr indent="-304800" lvl="3" marL="1828800">
              <a:lnSpc>
                <a:spcPct val="115000"/>
              </a:lnSpc>
              <a:spcBef>
                <a:spcPts val="1600"/>
              </a:spcBef>
              <a:spcAft>
                <a:spcPts val="0"/>
              </a:spcAft>
              <a:buClr>
                <a:schemeClr val="dk1"/>
              </a:buClr>
              <a:buSzPts val="1200"/>
              <a:buFont typeface="Roboto Condensed Light"/>
              <a:buChar char="●"/>
              <a:defRPr>
                <a:solidFill>
                  <a:schemeClr val="dk1"/>
                </a:solidFill>
              </a:defRPr>
            </a:lvl4pPr>
            <a:lvl5pPr indent="-304800" lvl="4" marL="2286000">
              <a:lnSpc>
                <a:spcPct val="115000"/>
              </a:lnSpc>
              <a:spcBef>
                <a:spcPts val="1600"/>
              </a:spcBef>
              <a:spcAft>
                <a:spcPts val="0"/>
              </a:spcAft>
              <a:buClr>
                <a:schemeClr val="dk1"/>
              </a:buClr>
              <a:buSzPts val="1200"/>
              <a:buFont typeface="Roboto Condensed Light"/>
              <a:buChar char="○"/>
              <a:defRPr>
                <a:solidFill>
                  <a:schemeClr val="dk1"/>
                </a:solidFill>
              </a:defRPr>
            </a:lvl5pPr>
            <a:lvl6pPr indent="-304800" lvl="5" marL="2743200">
              <a:lnSpc>
                <a:spcPct val="115000"/>
              </a:lnSpc>
              <a:spcBef>
                <a:spcPts val="1600"/>
              </a:spcBef>
              <a:spcAft>
                <a:spcPts val="0"/>
              </a:spcAft>
              <a:buClr>
                <a:schemeClr val="dk1"/>
              </a:buClr>
              <a:buSzPts val="1200"/>
              <a:buFont typeface="Roboto Condensed Light"/>
              <a:buChar char="■"/>
              <a:defRPr>
                <a:solidFill>
                  <a:schemeClr val="dk1"/>
                </a:solidFill>
              </a:defRPr>
            </a:lvl6pPr>
            <a:lvl7pPr indent="-304800" lvl="6" marL="3200400">
              <a:lnSpc>
                <a:spcPct val="115000"/>
              </a:lnSpc>
              <a:spcBef>
                <a:spcPts val="1600"/>
              </a:spcBef>
              <a:spcAft>
                <a:spcPts val="0"/>
              </a:spcAft>
              <a:buClr>
                <a:schemeClr val="dk1"/>
              </a:buClr>
              <a:buSzPts val="1200"/>
              <a:buFont typeface="Roboto Condensed Light"/>
              <a:buChar char="●"/>
              <a:defRPr>
                <a:solidFill>
                  <a:schemeClr val="dk1"/>
                </a:solidFill>
              </a:defRPr>
            </a:lvl7pPr>
            <a:lvl8pPr indent="-304800" lvl="7" marL="3657600">
              <a:lnSpc>
                <a:spcPct val="115000"/>
              </a:lnSpc>
              <a:spcBef>
                <a:spcPts val="1600"/>
              </a:spcBef>
              <a:spcAft>
                <a:spcPts val="0"/>
              </a:spcAft>
              <a:buClr>
                <a:schemeClr val="dk1"/>
              </a:buClr>
              <a:buSzPts val="1200"/>
              <a:buFont typeface="Roboto Condensed Light"/>
              <a:buChar char="○"/>
              <a:defRPr>
                <a:solidFill>
                  <a:schemeClr val="dk1"/>
                </a:solidFill>
              </a:defRPr>
            </a:lvl8pPr>
            <a:lvl9pPr indent="-304800" lvl="8" marL="4114800">
              <a:lnSpc>
                <a:spcPct val="115000"/>
              </a:lnSpc>
              <a:spcBef>
                <a:spcPts val="1600"/>
              </a:spcBef>
              <a:spcAft>
                <a:spcPts val="1600"/>
              </a:spcAft>
              <a:buClr>
                <a:schemeClr val="dk1"/>
              </a:buClr>
              <a:buSzPts val="1200"/>
              <a:buFont typeface="Roboto Condensed Light"/>
              <a:buChar char="■"/>
              <a:defRPr>
                <a:solidFill>
                  <a:schemeClr val="dk1"/>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_3">
    <p:spTree>
      <p:nvGrpSpPr>
        <p:cNvPr id="205" name="Shape 205"/>
        <p:cNvGrpSpPr/>
        <p:nvPr/>
      </p:nvGrpSpPr>
      <p:grpSpPr>
        <a:xfrm>
          <a:off x="0" y="0"/>
          <a:ext cx="0" cy="0"/>
          <a:chOff x="0" y="0"/>
          <a:chExt cx="0" cy="0"/>
        </a:xfrm>
      </p:grpSpPr>
      <p:sp>
        <p:nvSpPr>
          <p:cNvPr id="206" name="Google Shape;206;p27"/>
          <p:cNvSpPr/>
          <p:nvPr/>
        </p:nvSpPr>
        <p:spPr>
          <a:xfrm flipH="1">
            <a:off x="-3429082" y="2598063"/>
            <a:ext cx="6095899" cy="3491380"/>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7"/>
          <p:cNvSpPr/>
          <p:nvPr/>
        </p:nvSpPr>
        <p:spPr>
          <a:xfrm rot="-542519">
            <a:off x="6823253" y="-353355"/>
            <a:ext cx="2625360" cy="1785525"/>
          </a:xfrm>
          <a:custGeom>
            <a:rect b="b" l="l" r="r" t="t"/>
            <a:pathLst>
              <a:path extrusionOk="0" h="14034" w="20635">
                <a:moveTo>
                  <a:pt x="20635" y="687"/>
                </a:moveTo>
                <a:cubicBezTo>
                  <a:pt x="18637" y="687"/>
                  <a:pt x="16638" y="768"/>
                  <a:pt x="14649" y="643"/>
                </a:cubicBezTo>
                <a:cubicBezTo>
                  <a:pt x="12552" y="509"/>
                  <a:pt x="10492" y="224"/>
                  <a:pt x="8377" y="224"/>
                </a:cubicBezTo>
                <a:cubicBezTo>
                  <a:pt x="6879" y="224"/>
                  <a:pt x="5380" y="313"/>
                  <a:pt x="3899" y="313"/>
                </a:cubicBezTo>
                <a:cubicBezTo>
                  <a:pt x="3132" y="313"/>
                  <a:pt x="955" y="0"/>
                  <a:pt x="509" y="875"/>
                </a:cubicBezTo>
                <a:cubicBezTo>
                  <a:pt x="1" y="1883"/>
                  <a:pt x="2329" y="3792"/>
                  <a:pt x="2989" y="4300"/>
                </a:cubicBezTo>
                <a:cubicBezTo>
                  <a:pt x="4185" y="5228"/>
                  <a:pt x="5433" y="5335"/>
                  <a:pt x="6879" y="5549"/>
                </a:cubicBezTo>
                <a:cubicBezTo>
                  <a:pt x="8422" y="5781"/>
                  <a:pt x="9832" y="5995"/>
                  <a:pt x="11107" y="6941"/>
                </a:cubicBezTo>
                <a:cubicBezTo>
                  <a:pt x="12196" y="7762"/>
                  <a:pt x="12829" y="8966"/>
                  <a:pt x="13516" y="10099"/>
                </a:cubicBezTo>
                <a:cubicBezTo>
                  <a:pt x="14230" y="11268"/>
                  <a:pt x="15291" y="12151"/>
                  <a:pt x="16496" y="12775"/>
                </a:cubicBezTo>
                <a:cubicBezTo>
                  <a:pt x="17566" y="13320"/>
                  <a:pt x="19074" y="13998"/>
                  <a:pt x="20278" y="14033"/>
                </a:cubicBezTo>
                <a:cubicBezTo>
                  <a:pt x="20421" y="13221"/>
                  <a:pt x="20314" y="12383"/>
                  <a:pt x="20332" y="11562"/>
                </a:cubicBezTo>
                <a:cubicBezTo>
                  <a:pt x="20349" y="10732"/>
                  <a:pt x="20635" y="9930"/>
                  <a:pt x="20635" y="9109"/>
                </a:cubicBezTo>
                <a:cubicBezTo>
                  <a:pt x="20635" y="8252"/>
                  <a:pt x="20635" y="7387"/>
                  <a:pt x="20635" y="6531"/>
                </a:cubicBezTo>
                <a:lnTo>
                  <a:pt x="20635" y="1713"/>
                </a:lnTo>
                <a:close/>
              </a:path>
            </a:pathLst>
          </a:custGeom>
          <a:gradFill>
            <a:gsLst>
              <a:gs pos="0">
                <a:srgbClr val="8134EC">
                  <a:alpha val="70196"/>
                </a:srgbClr>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8" name="Google Shape;208;p27"/>
          <p:cNvGrpSpPr/>
          <p:nvPr/>
        </p:nvGrpSpPr>
        <p:grpSpPr>
          <a:xfrm>
            <a:off x="7560023" y="54840"/>
            <a:ext cx="1504175" cy="1244157"/>
            <a:chOff x="7560023" y="2814490"/>
            <a:chExt cx="1504175" cy="1244157"/>
          </a:xfrm>
        </p:grpSpPr>
        <p:sp>
          <p:nvSpPr>
            <p:cNvPr id="209" name="Google Shape;209;p27"/>
            <p:cNvSpPr/>
            <p:nvPr/>
          </p:nvSpPr>
          <p:spPr>
            <a:xfrm>
              <a:off x="7560023" y="2814490"/>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7"/>
            <p:cNvSpPr/>
            <p:nvPr/>
          </p:nvSpPr>
          <p:spPr>
            <a:xfrm>
              <a:off x="8737186" y="37316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7"/>
            <p:cNvSpPr/>
            <p:nvPr/>
          </p:nvSpPr>
          <p:spPr>
            <a:xfrm>
              <a:off x="8552936" y="342187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7"/>
            <p:cNvSpPr/>
            <p:nvPr/>
          </p:nvSpPr>
          <p:spPr>
            <a:xfrm>
              <a:off x="8552930" y="291011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3" name="Google Shape;213;p27"/>
          <p:cNvGrpSpPr/>
          <p:nvPr/>
        </p:nvGrpSpPr>
        <p:grpSpPr>
          <a:xfrm>
            <a:off x="-33427" y="3476090"/>
            <a:ext cx="682702" cy="1547282"/>
            <a:chOff x="-33427" y="3476090"/>
            <a:chExt cx="682702" cy="1547282"/>
          </a:xfrm>
        </p:grpSpPr>
        <p:sp>
          <p:nvSpPr>
            <p:cNvPr id="214" name="Google Shape;214;p27"/>
            <p:cNvSpPr/>
            <p:nvPr/>
          </p:nvSpPr>
          <p:spPr>
            <a:xfrm>
              <a:off x="180505" y="42564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7"/>
            <p:cNvSpPr/>
            <p:nvPr/>
          </p:nvSpPr>
          <p:spPr>
            <a:xfrm>
              <a:off x="-33427" y="3476090"/>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7"/>
            <p:cNvSpPr/>
            <p:nvPr/>
          </p:nvSpPr>
          <p:spPr>
            <a:xfrm>
              <a:off x="133086" y="469632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7" name="Google Shape;217;p27"/>
          <p:cNvSpPr txBox="1"/>
          <p:nvPr>
            <p:ph type="title"/>
          </p:nvPr>
        </p:nvSpPr>
        <p:spPr>
          <a:xfrm>
            <a:off x="720075" y="539400"/>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8" name="Google Shape;218;p27"/>
          <p:cNvSpPr txBox="1"/>
          <p:nvPr>
            <p:ph idx="1" type="subTitle"/>
          </p:nvPr>
        </p:nvSpPr>
        <p:spPr>
          <a:xfrm>
            <a:off x="814550" y="2992900"/>
            <a:ext cx="2394900" cy="1452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400"/>
              <a:buNone/>
              <a:defRPr>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1600"/>
              </a:spcBef>
              <a:spcAft>
                <a:spcPts val="0"/>
              </a:spcAft>
              <a:buClr>
                <a:schemeClr val="dk1"/>
              </a:buClr>
              <a:buSzPts val="1200"/>
              <a:buNone/>
              <a:defRPr>
                <a:solidFill>
                  <a:schemeClr val="dk1"/>
                </a:solidFill>
              </a:defRPr>
            </a:lvl3pPr>
            <a:lvl4pPr lvl="3" algn="ctr">
              <a:lnSpc>
                <a:spcPct val="100000"/>
              </a:lnSpc>
              <a:spcBef>
                <a:spcPts val="1600"/>
              </a:spcBef>
              <a:spcAft>
                <a:spcPts val="0"/>
              </a:spcAft>
              <a:buClr>
                <a:schemeClr val="dk1"/>
              </a:buClr>
              <a:buSzPts val="1200"/>
              <a:buNone/>
              <a:defRPr>
                <a:solidFill>
                  <a:schemeClr val="dk1"/>
                </a:solidFill>
              </a:defRPr>
            </a:lvl4pPr>
            <a:lvl5pPr lvl="4" algn="ctr">
              <a:lnSpc>
                <a:spcPct val="100000"/>
              </a:lnSpc>
              <a:spcBef>
                <a:spcPts val="1600"/>
              </a:spcBef>
              <a:spcAft>
                <a:spcPts val="0"/>
              </a:spcAft>
              <a:buClr>
                <a:schemeClr val="dk1"/>
              </a:buClr>
              <a:buSzPts val="1200"/>
              <a:buNone/>
              <a:defRPr>
                <a:solidFill>
                  <a:schemeClr val="dk1"/>
                </a:solidFill>
              </a:defRPr>
            </a:lvl5pPr>
            <a:lvl6pPr lvl="5" algn="ctr">
              <a:lnSpc>
                <a:spcPct val="100000"/>
              </a:lnSpc>
              <a:spcBef>
                <a:spcPts val="1600"/>
              </a:spcBef>
              <a:spcAft>
                <a:spcPts val="0"/>
              </a:spcAft>
              <a:buClr>
                <a:schemeClr val="dk1"/>
              </a:buClr>
              <a:buSzPts val="1200"/>
              <a:buNone/>
              <a:defRPr>
                <a:solidFill>
                  <a:schemeClr val="dk1"/>
                </a:solidFill>
              </a:defRPr>
            </a:lvl6pPr>
            <a:lvl7pPr lvl="6" algn="ctr">
              <a:lnSpc>
                <a:spcPct val="100000"/>
              </a:lnSpc>
              <a:spcBef>
                <a:spcPts val="1600"/>
              </a:spcBef>
              <a:spcAft>
                <a:spcPts val="0"/>
              </a:spcAft>
              <a:buClr>
                <a:schemeClr val="dk1"/>
              </a:buClr>
              <a:buSzPts val="1200"/>
              <a:buNone/>
              <a:defRPr>
                <a:solidFill>
                  <a:schemeClr val="dk1"/>
                </a:solidFill>
              </a:defRPr>
            </a:lvl7pPr>
            <a:lvl8pPr lvl="7" algn="ctr">
              <a:lnSpc>
                <a:spcPct val="100000"/>
              </a:lnSpc>
              <a:spcBef>
                <a:spcPts val="1600"/>
              </a:spcBef>
              <a:spcAft>
                <a:spcPts val="0"/>
              </a:spcAft>
              <a:buClr>
                <a:schemeClr val="dk1"/>
              </a:buClr>
              <a:buSzPts val="1200"/>
              <a:buNone/>
              <a:defRPr>
                <a:solidFill>
                  <a:schemeClr val="dk1"/>
                </a:solidFill>
              </a:defRPr>
            </a:lvl8pPr>
            <a:lvl9pPr lvl="8" algn="ctr">
              <a:lnSpc>
                <a:spcPct val="100000"/>
              </a:lnSpc>
              <a:spcBef>
                <a:spcPts val="1600"/>
              </a:spcBef>
              <a:spcAft>
                <a:spcPts val="1600"/>
              </a:spcAft>
              <a:buClr>
                <a:schemeClr val="dk1"/>
              </a:buClr>
              <a:buSzPts val="1200"/>
              <a:buNone/>
              <a:defRPr>
                <a:solidFill>
                  <a:schemeClr val="dk1"/>
                </a:solidFill>
              </a:defRPr>
            </a:lvl9pPr>
          </a:lstStyle>
          <a:p/>
        </p:txBody>
      </p:sp>
      <p:sp>
        <p:nvSpPr>
          <p:cNvPr id="219" name="Google Shape;219;p27"/>
          <p:cNvSpPr txBox="1"/>
          <p:nvPr>
            <p:ph idx="2" type="subTitle"/>
          </p:nvPr>
        </p:nvSpPr>
        <p:spPr>
          <a:xfrm>
            <a:off x="3374720" y="2992900"/>
            <a:ext cx="2394900" cy="1452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400"/>
              <a:buNone/>
              <a:defRPr>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1600"/>
              </a:spcBef>
              <a:spcAft>
                <a:spcPts val="0"/>
              </a:spcAft>
              <a:buClr>
                <a:schemeClr val="dk1"/>
              </a:buClr>
              <a:buSzPts val="1200"/>
              <a:buNone/>
              <a:defRPr>
                <a:solidFill>
                  <a:schemeClr val="dk1"/>
                </a:solidFill>
              </a:defRPr>
            </a:lvl3pPr>
            <a:lvl4pPr lvl="3" algn="ctr">
              <a:lnSpc>
                <a:spcPct val="100000"/>
              </a:lnSpc>
              <a:spcBef>
                <a:spcPts val="1600"/>
              </a:spcBef>
              <a:spcAft>
                <a:spcPts val="0"/>
              </a:spcAft>
              <a:buClr>
                <a:schemeClr val="dk1"/>
              </a:buClr>
              <a:buSzPts val="1200"/>
              <a:buNone/>
              <a:defRPr>
                <a:solidFill>
                  <a:schemeClr val="dk1"/>
                </a:solidFill>
              </a:defRPr>
            </a:lvl4pPr>
            <a:lvl5pPr lvl="4" algn="ctr">
              <a:lnSpc>
                <a:spcPct val="100000"/>
              </a:lnSpc>
              <a:spcBef>
                <a:spcPts val="1600"/>
              </a:spcBef>
              <a:spcAft>
                <a:spcPts val="0"/>
              </a:spcAft>
              <a:buClr>
                <a:schemeClr val="dk1"/>
              </a:buClr>
              <a:buSzPts val="1200"/>
              <a:buNone/>
              <a:defRPr>
                <a:solidFill>
                  <a:schemeClr val="dk1"/>
                </a:solidFill>
              </a:defRPr>
            </a:lvl5pPr>
            <a:lvl6pPr lvl="5" algn="ctr">
              <a:lnSpc>
                <a:spcPct val="100000"/>
              </a:lnSpc>
              <a:spcBef>
                <a:spcPts val="1600"/>
              </a:spcBef>
              <a:spcAft>
                <a:spcPts val="0"/>
              </a:spcAft>
              <a:buClr>
                <a:schemeClr val="dk1"/>
              </a:buClr>
              <a:buSzPts val="1200"/>
              <a:buNone/>
              <a:defRPr>
                <a:solidFill>
                  <a:schemeClr val="dk1"/>
                </a:solidFill>
              </a:defRPr>
            </a:lvl6pPr>
            <a:lvl7pPr lvl="6" algn="ctr">
              <a:lnSpc>
                <a:spcPct val="100000"/>
              </a:lnSpc>
              <a:spcBef>
                <a:spcPts val="1600"/>
              </a:spcBef>
              <a:spcAft>
                <a:spcPts val="0"/>
              </a:spcAft>
              <a:buClr>
                <a:schemeClr val="dk1"/>
              </a:buClr>
              <a:buSzPts val="1200"/>
              <a:buNone/>
              <a:defRPr>
                <a:solidFill>
                  <a:schemeClr val="dk1"/>
                </a:solidFill>
              </a:defRPr>
            </a:lvl7pPr>
            <a:lvl8pPr lvl="7" algn="ctr">
              <a:lnSpc>
                <a:spcPct val="100000"/>
              </a:lnSpc>
              <a:spcBef>
                <a:spcPts val="1600"/>
              </a:spcBef>
              <a:spcAft>
                <a:spcPts val="0"/>
              </a:spcAft>
              <a:buClr>
                <a:schemeClr val="dk1"/>
              </a:buClr>
              <a:buSzPts val="1200"/>
              <a:buNone/>
              <a:defRPr>
                <a:solidFill>
                  <a:schemeClr val="dk1"/>
                </a:solidFill>
              </a:defRPr>
            </a:lvl8pPr>
            <a:lvl9pPr lvl="8" algn="ctr">
              <a:lnSpc>
                <a:spcPct val="100000"/>
              </a:lnSpc>
              <a:spcBef>
                <a:spcPts val="1600"/>
              </a:spcBef>
              <a:spcAft>
                <a:spcPts val="1600"/>
              </a:spcAft>
              <a:buClr>
                <a:schemeClr val="dk1"/>
              </a:buClr>
              <a:buSzPts val="1200"/>
              <a:buNone/>
              <a:defRPr>
                <a:solidFill>
                  <a:schemeClr val="dk1"/>
                </a:solidFill>
              </a:defRPr>
            </a:lvl9pPr>
          </a:lstStyle>
          <a:p/>
        </p:txBody>
      </p:sp>
      <p:sp>
        <p:nvSpPr>
          <p:cNvPr id="220" name="Google Shape;220;p27"/>
          <p:cNvSpPr txBox="1"/>
          <p:nvPr>
            <p:ph idx="3" type="subTitle"/>
          </p:nvPr>
        </p:nvSpPr>
        <p:spPr>
          <a:xfrm>
            <a:off x="5934871" y="2992900"/>
            <a:ext cx="2394900" cy="1452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400"/>
              <a:buNone/>
              <a:defRPr>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1600"/>
              </a:spcBef>
              <a:spcAft>
                <a:spcPts val="0"/>
              </a:spcAft>
              <a:buClr>
                <a:schemeClr val="dk1"/>
              </a:buClr>
              <a:buSzPts val="1200"/>
              <a:buNone/>
              <a:defRPr>
                <a:solidFill>
                  <a:schemeClr val="dk1"/>
                </a:solidFill>
              </a:defRPr>
            </a:lvl3pPr>
            <a:lvl4pPr lvl="3" algn="ctr">
              <a:lnSpc>
                <a:spcPct val="100000"/>
              </a:lnSpc>
              <a:spcBef>
                <a:spcPts val="1600"/>
              </a:spcBef>
              <a:spcAft>
                <a:spcPts val="0"/>
              </a:spcAft>
              <a:buClr>
                <a:schemeClr val="dk1"/>
              </a:buClr>
              <a:buSzPts val="1200"/>
              <a:buNone/>
              <a:defRPr>
                <a:solidFill>
                  <a:schemeClr val="dk1"/>
                </a:solidFill>
              </a:defRPr>
            </a:lvl4pPr>
            <a:lvl5pPr lvl="4" algn="ctr">
              <a:lnSpc>
                <a:spcPct val="100000"/>
              </a:lnSpc>
              <a:spcBef>
                <a:spcPts val="1600"/>
              </a:spcBef>
              <a:spcAft>
                <a:spcPts val="0"/>
              </a:spcAft>
              <a:buClr>
                <a:schemeClr val="dk1"/>
              </a:buClr>
              <a:buSzPts val="1200"/>
              <a:buNone/>
              <a:defRPr>
                <a:solidFill>
                  <a:schemeClr val="dk1"/>
                </a:solidFill>
              </a:defRPr>
            </a:lvl5pPr>
            <a:lvl6pPr lvl="5" algn="ctr">
              <a:lnSpc>
                <a:spcPct val="100000"/>
              </a:lnSpc>
              <a:spcBef>
                <a:spcPts val="1600"/>
              </a:spcBef>
              <a:spcAft>
                <a:spcPts val="0"/>
              </a:spcAft>
              <a:buClr>
                <a:schemeClr val="dk1"/>
              </a:buClr>
              <a:buSzPts val="1200"/>
              <a:buNone/>
              <a:defRPr>
                <a:solidFill>
                  <a:schemeClr val="dk1"/>
                </a:solidFill>
              </a:defRPr>
            </a:lvl6pPr>
            <a:lvl7pPr lvl="6" algn="ctr">
              <a:lnSpc>
                <a:spcPct val="100000"/>
              </a:lnSpc>
              <a:spcBef>
                <a:spcPts val="1600"/>
              </a:spcBef>
              <a:spcAft>
                <a:spcPts val="0"/>
              </a:spcAft>
              <a:buClr>
                <a:schemeClr val="dk1"/>
              </a:buClr>
              <a:buSzPts val="1200"/>
              <a:buNone/>
              <a:defRPr>
                <a:solidFill>
                  <a:schemeClr val="dk1"/>
                </a:solidFill>
              </a:defRPr>
            </a:lvl7pPr>
            <a:lvl8pPr lvl="7" algn="ctr">
              <a:lnSpc>
                <a:spcPct val="100000"/>
              </a:lnSpc>
              <a:spcBef>
                <a:spcPts val="1600"/>
              </a:spcBef>
              <a:spcAft>
                <a:spcPts val="0"/>
              </a:spcAft>
              <a:buClr>
                <a:schemeClr val="dk1"/>
              </a:buClr>
              <a:buSzPts val="1200"/>
              <a:buNone/>
              <a:defRPr>
                <a:solidFill>
                  <a:schemeClr val="dk1"/>
                </a:solidFill>
              </a:defRPr>
            </a:lvl8pPr>
            <a:lvl9pPr lvl="8" algn="ctr">
              <a:lnSpc>
                <a:spcPct val="100000"/>
              </a:lnSpc>
              <a:spcBef>
                <a:spcPts val="1600"/>
              </a:spcBef>
              <a:spcAft>
                <a:spcPts val="1600"/>
              </a:spcAft>
              <a:buClr>
                <a:schemeClr val="dk1"/>
              </a:buClr>
              <a:buSzPts val="1200"/>
              <a:buNone/>
              <a:defRPr>
                <a:solidFill>
                  <a:schemeClr val="dk1"/>
                </a:solidFill>
              </a:defRPr>
            </a:lvl9pPr>
          </a:lstStyle>
          <a:p/>
        </p:txBody>
      </p:sp>
      <p:sp>
        <p:nvSpPr>
          <p:cNvPr id="221" name="Google Shape;221;p27"/>
          <p:cNvSpPr txBox="1"/>
          <p:nvPr>
            <p:ph idx="4" type="subTitle"/>
          </p:nvPr>
        </p:nvSpPr>
        <p:spPr>
          <a:xfrm>
            <a:off x="814550" y="2674275"/>
            <a:ext cx="2394900" cy="4062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Trispace"/>
              <a:buNone/>
              <a:defRPr sz="2000">
                <a:solidFill>
                  <a:schemeClr val="dk1"/>
                </a:solidFill>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222" name="Google Shape;222;p27"/>
          <p:cNvSpPr txBox="1"/>
          <p:nvPr>
            <p:ph idx="5" type="subTitle"/>
          </p:nvPr>
        </p:nvSpPr>
        <p:spPr>
          <a:xfrm>
            <a:off x="3374721" y="2674275"/>
            <a:ext cx="2394900" cy="4062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Trispace"/>
              <a:buNone/>
              <a:defRPr sz="2000">
                <a:solidFill>
                  <a:schemeClr val="dk1"/>
                </a:solidFill>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223" name="Google Shape;223;p27"/>
          <p:cNvSpPr txBox="1"/>
          <p:nvPr>
            <p:ph idx="6" type="subTitle"/>
          </p:nvPr>
        </p:nvSpPr>
        <p:spPr>
          <a:xfrm>
            <a:off x="5934864" y="2674275"/>
            <a:ext cx="2394900" cy="4062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Trispace"/>
              <a:buNone/>
              <a:defRPr sz="2000">
                <a:solidFill>
                  <a:schemeClr val="dk1"/>
                </a:solidFill>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24" name="Shape 224"/>
        <p:cNvGrpSpPr/>
        <p:nvPr/>
      </p:nvGrpSpPr>
      <p:grpSpPr>
        <a:xfrm>
          <a:off x="0" y="0"/>
          <a:ext cx="0" cy="0"/>
          <a:chOff x="0" y="0"/>
          <a:chExt cx="0" cy="0"/>
        </a:xfrm>
      </p:grpSpPr>
      <p:sp>
        <p:nvSpPr>
          <p:cNvPr id="225" name="Google Shape;225;p28"/>
          <p:cNvSpPr/>
          <p:nvPr/>
        </p:nvSpPr>
        <p:spPr>
          <a:xfrm flipH="1" rot="4372063">
            <a:off x="-3257636" y="1228893"/>
            <a:ext cx="6095914" cy="3491344"/>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8"/>
          <p:cNvSpPr/>
          <p:nvPr/>
        </p:nvSpPr>
        <p:spPr>
          <a:xfrm rot="5400000">
            <a:off x="6668857" y="3202942"/>
            <a:ext cx="3524097" cy="2396762"/>
          </a:xfrm>
          <a:custGeom>
            <a:rect b="b" l="l" r="r" t="t"/>
            <a:pathLst>
              <a:path extrusionOk="0" h="14034" w="20635">
                <a:moveTo>
                  <a:pt x="20635" y="687"/>
                </a:moveTo>
                <a:cubicBezTo>
                  <a:pt x="18637" y="687"/>
                  <a:pt x="16638" y="768"/>
                  <a:pt x="14649" y="643"/>
                </a:cubicBezTo>
                <a:cubicBezTo>
                  <a:pt x="12552" y="509"/>
                  <a:pt x="10492" y="224"/>
                  <a:pt x="8377" y="224"/>
                </a:cubicBezTo>
                <a:cubicBezTo>
                  <a:pt x="6879" y="224"/>
                  <a:pt x="5380" y="313"/>
                  <a:pt x="3899" y="313"/>
                </a:cubicBezTo>
                <a:cubicBezTo>
                  <a:pt x="3132" y="313"/>
                  <a:pt x="955" y="0"/>
                  <a:pt x="509" y="875"/>
                </a:cubicBezTo>
                <a:cubicBezTo>
                  <a:pt x="1" y="1883"/>
                  <a:pt x="2329" y="3792"/>
                  <a:pt x="2989" y="4300"/>
                </a:cubicBezTo>
                <a:cubicBezTo>
                  <a:pt x="4185" y="5228"/>
                  <a:pt x="5433" y="5335"/>
                  <a:pt x="6879" y="5549"/>
                </a:cubicBezTo>
                <a:cubicBezTo>
                  <a:pt x="8422" y="5781"/>
                  <a:pt x="9832" y="5995"/>
                  <a:pt x="11107" y="6941"/>
                </a:cubicBezTo>
                <a:cubicBezTo>
                  <a:pt x="12196" y="7762"/>
                  <a:pt x="12829" y="8966"/>
                  <a:pt x="13516" y="10099"/>
                </a:cubicBezTo>
                <a:cubicBezTo>
                  <a:pt x="14230" y="11268"/>
                  <a:pt x="15291" y="12151"/>
                  <a:pt x="16496" y="12775"/>
                </a:cubicBezTo>
                <a:cubicBezTo>
                  <a:pt x="17566" y="13320"/>
                  <a:pt x="19074" y="13998"/>
                  <a:pt x="20278" y="14033"/>
                </a:cubicBezTo>
                <a:cubicBezTo>
                  <a:pt x="20421" y="13221"/>
                  <a:pt x="20314" y="12383"/>
                  <a:pt x="20332" y="11562"/>
                </a:cubicBezTo>
                <a:cubicBezTo>
                  <a:pt x="20349" y="10732"/>
                  <a:pt x="20635" y="9930"/>
                  <a:pt x="20635" y="9109"/>
                </a:cubicBezTo>
                <a:cubicBezTo>
                  <a:pt x="20635" y="8252"/>
                  <a:pt x="20635" y="7387"/>
                  <a:pt x="20635" y="6531"/>
                </a:cubicBezTo>
                <a:lnTo>
                  <a:pt x="20635" y="1713"/>
                </a:lnTo>
                <a:close/>
              </a:path>
            </a:pathLst>
          </a:custGeom>
          <a:gradFill>
            <a:gsLst>
              <a:gs pos="0">
                <a:srgbClr val="8134EC">
                  <a:alpha val="70196"/>
                </a:srgbClr>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7" name="Google Shape;227;p28"/>
          <p:cNvGrpSpPr/>
          <p:nvPr/>
        </p:nvGrpSpPr>
        <p:grpSpPr>
          <a:xfrm>
            <a:off x="8496523" y="2763543"/>
            <a:ext cx="660023" cy="2167591"/>
            <a:chOff x="8457298" y="2910118"/>
            <a:chExt cx="660023" cy="2167591"/>
          </a:xfrm>
        </p:grpSpPr>
        <p:sp>
          <p:nvSpPr>
            <p:cNvPr id="228" name="Google Shape;228;p28"/>
            <p:cNvSpPr/>
            <p:nvPr/>
          </p:nvSpPr>
          <p:spPr>
            <a:xfrm>
              <a:off x="8457298" y="4052540"/>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8"/>
            <p:cNvSpPr/>
            <p:nvPr/>
          </p:nvSpPr>
          <p:spPr>
            <a:xfrm>
              <a:off x="8737186" y="37316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8"/>
            <p:cNvSpPr/>
            <p:nvPr/>
          </p:nvSpPr>
          <p:spPr>
            <a:xfrm>
              <a:off x="8505186" y="4750665"/>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8"/>
            <p:cNvSpPr/>
            <p:nvPr/>
          </p:nvSpPr>
          <p:spPr>
            <a:xfrm>
              <a:off x="8552930" y="291011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2" name="Google Shape;232;p28"/>
          <p:cNvGrpSpPr/>
          <p:nvPr/>
        </p:nvGrpSpPr>
        <p:grpSpPr>
          <a:xfrm rot="-10548838">
            <a:off x="-121196" y="1001518"/>
            <a:ext cx="682748" cy="1547387"/>
            <a:chOff x="-33427" y="3476090"/>
            <a:chExt cx="682702" cy="1547282"/>
          </a:xfrm>
        </p:grpSpPr>
        <p:sp>
          <p:nvSpPr>
            <p:cNvPr id="233" name="Google Shape;233;p28"/>
            <p:cNvSpPr/>
            <p:nvPr/>
          </p:nvSpPr>
          <p:spPr>
            <a:xfrm>
              <a:off x="180505" y="42564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8"/>
            <p:cNvSpPr/>
            <p:nvPr/>
          </p:nvSpPr>
          <p:spPr>
            <a:xfrm>
              <a:off x="-33427" y="3476090"/>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8"/>
            <p:cNvSpPr/>
            <p:nvPr/>
          </p:nvSpPr>
          <p:spPr>
            <a:xfrm>
              <a:off x="133086" y="469632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6" name="Google Shape;236;p28"/>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7" name="Google Shape;237;p28"/>
          <p:cNvSpPr txBox="1"/>
          <p:nvPr>
            <p:ph idx="1" type="subTitle"/>
          </p:nvPr>
        </p:nvSpPr>
        <p:spPr>
          <a:xfrm>
            <a:off x="3815975" y="1241705"/>
            <a:ext cx="4443300" cy="628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238" name="Google Shape;238;p28"/>
          <p:cNvSpPr txBox="1"/>
          <p:nvPr>
            <p:ph idx="2" type="subTitle"/>
          </p:nvPr>
        </p:nvSpPr>
        <p:spPr>
          <a:xfrm>
            <a:off x="3815984" y="2135039"/>
            <a:ext cx="4443300" cy="628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239" name="Google Shape;239;p28"/>
          <p:cNvSpPr txBox="1"/>
          <p:nvPr>
            <p:ph idx="3" type="subTitle"/>
          </p:nvPr>
        </p:nvSpPr>
        <p:spPr>
          <a:xfrm>
            <a:off x="3815984" y="3028372"/>
            <a:ext cx="4443300" cy="628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240" name="Google Shape;240;p28"/>
          <p:cNvSpPr txBox="1"/>
          <p:nvPr>
            <p:ph idx="4" type="subTitle"/>
          </p:nvPr>
        </p:nvSpPr>
        <p:spPr>
          <a:xfrm>
            <a:off x="3815984" y="3921705"/>
            <a:ext cx="4443300" cy="628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241" name="Google Shape;241;p28"/>
          <p:cNvSpPr txBox="1"/>
          <p:nvPr>
            <p:ph idx="5" type="subTitle"/>
          </p:nvPr>
        </p:nvSpPr>
        <p:spPr>
          <a:xfrm>
            <a:off x="1697075" y="1241705"/>
            <a:ext cx="2118900" cy="628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Trispace"/>
              <a:buNone/>
              <a:defRPr sz="2000">
                <a:solidFill>
                  <a:schemeClr val="dk1"/>
                </a:solidFill>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242" name="Google Shape;242;p28"/>
          <p:cNvSpPr txBox="1"/>
          <p:nvPr>
            <p:ph idx="6" type="subTitle"/>
          </p:nvPr>
        </p:nvSpPr>
        <p:spPr>
          <a:xfrm>
            <a:off x="1697075" y="2135039"/>
            <a:ext cx="2118900" cy="628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Trispace"/>
              <a:buNone/>
              <a:defRPr sz="2000">
                <a:solidFill>
                  <a:schemeClr val="dk1"/>
                </a:solidFill>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243" name="Google Shape;243;p28"/>
          <p:cNvSpPr txBox="1"/>
          <p:nvPr>
            <p:ph idx="7" type="subTitle"/>
          </p:nvPr>
        </p:nvSpPr>
        <p:spPr>
          <a:xfrm>
            <a:off x="1697075" y="3028372"/>
            <a:ext cx="2118900" cy="628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Trispace"/>
              <a:buNone/>
              <a:defRPr sz="2000">
                <a:solidFill>
                  <a:schemeClr val="dk1"/>
                </a:solidFill>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244" name="Google Shape;244;p28"/>
          <p:cNvSpPr txBox="1"/>
          <p:nvPr>
            <p:ph idx="8" type="subTitle"/>
          </p:nvPr>
        </p:nvSpPr>
        <p:spPr>
          <a:xfrm>
            <a:off x="1697075" y="3921705"/>
            <a:ext cx="2118900" cy="628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Trispace"/>
              <a:buNone/>
              <a:defRPr sz="2000">
                <a:solidFill>
                  <a:schemeClr val="dk1"/>
                </a:solidFill>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45" name="Shape 245"/>
        <p:cNvGrpSpPr/>
        <p:nvPr/>
      </p:nvGrpSpPr>
      <p:grpSpPr>
        <a:xfrm>
          <a:off x="0" y="0"/>
          <a:ext cx="0" cy="0"/>
          <a:chOff x="0" y="0"/>
          <a:chExt cx="0" cy="0"/>
        </a:xfrm>
      </p:grpSpPr>
      <p:sp>
        <p:nvSpPr>
          <p:cNvPr id="246" name="Google Shape;246;p29"/>
          <p:cNvSpPr/>
          <p:nvPr/>
        </p:nvSpPr>
        <p:spPr>
          <a:xfrm rot="-6125281">
            <a:off x="6780953" y="-507545"/>
            <a:ext cx="4634067" cy="2824557"/>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9"/>
          <p:cNvSpPr/>
          <p:nvPr/>
        </p:nvSpPr>
        <p:spPr>
          <a:xfrm flipH="1">
            <a:off x="-1192290" y="3569975"/>
            <a:ext cx="5029983" cy="2068243"/>
          </a:xfrm>
          <a:custGeom>
            <a:rect b="b" l="l" r="r" t="t"/>
            <a:pathLst>
              <a:path extrusionOk="0" h="10483" w="22438">
                <a:moveTo>
                  <a:pt x="18307" y="1053"/>
                </a:moveTo>
                <a:cubicBezTo>
                  <a:pt x="17174" y="1740"/>
                  <a:pt x="16505" y="2560"/>
                  <a:pt x="15773" y="3640"/>
                </a:cubicBezTo>
                <a:lnTo>
                  <a:pt x="15773" y="3640"/>
                </a:lnTo>
                <a:cubicBezTo>
                  <a:pt x="15149" y="4550"/>
                  <a:pt x="14658" y="5593"/>
                  <a:pt x="13668" y="6164"/>
                </a:cubicBezTo>
                <a:lnTo>
                  <a:pt x="13668" y="6164"/>
                </a:lnTo>
                <a:cubicBezTo>
                  <a:pt x="12606" y="6762"/>
                  <a:pt x="11009" y="6896"/>
                  <a:pt x="9823" y="6539"/>
                </a:cubicBezTo>
                <a:lnTo>
                  <a:pt x="9823" y="6539"/>
                </a:lnTo>
                <a:cubicBezTo>
                  <a:pt x="8565" y="6156"/>
                  <a:pt x="7049" y="5906"/>
                  <a:pt x="5791" y="6477"/>
                </a:cubicBezTo>
                <a:lnTo>
                  <a:pt x="5791" y="6477"/>
                </a:lnTo>
                <a:cubicBezTo>
                  <a:pt x="4497" y="7057"/>
                  <a:pt x="3293" y="7931"/>
                  <a:pt x="2151" y="8752"/>
                </a:cubicBezTo>
                <a:lnTo>
                  <a:pt x="2151" y="8752"/>
                </a:lnTo>
                <a:cubicBezTo>
                  <a:pt x="1410" y="9296"/>
                  <a:pt x="670" y="9858"/>
                  <a:pt x="1" y="10482"/>
                </a:cubicBezTo>
                <a:lnTo>
                  <a:pt x="1" y="10482"/>
                </a:lnTo>
                <a:lnTo>
                  <a:pt x="22393" y="10482"/>
                </a:lnTo>
                <a:lnTo>
                  <a:pt x="22437" y="98"/>
                </a:lnTo>
                <a:cubicBezTo>
                  <a:pt x="22179" y="27"/>
                  <a:pt x="21902" y="0"/>
                  <a:pt x="21617" y="0"/>
                </a:cubicBezTo>
                <a:lnTo>
                  <a:pt x="21617" y="0"/>
                </a:lnTo>
                <a:cubicBezTo>
                  <a:pt x="20466" y="0"/>
                  <a:pt x="19208" y="517"/>
                  <a:pt x="18307" y="1053"/>
                </a:cubicBezTo>
                <a:close/>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8" name="Google Shape;248;p29"/>
          <p:cNvGrpSpPr/>
          <p:nvPr/>
        </p:nvGrpSpPr>
        <p:grpSpPr>
          <a:xfrm>
            <a:off x="53078" y="3519092"/>
            <a:ext cx="666922" cy="1553796"/>
            <a:chOff x="53078" y="3519092"/>
            <a:chExt cx="666922" cy="1553796"/>
          </a:xfrm>
        </p:grpSpPr>
        <p:sp>
          <p:nvSpPr>
            <p:cNvPr id="249" name="Google Shape;249;p29"/>
            <p:cNvSpPr/>
            <p:nvPr/>
          </p:nvSpPr>
          <p:spPr>
            <a:xfrm>
              <a:off x="53078" y="35190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9"/>
            <p:cNvSpPr/>
            <p:nvPr/>
          </p:nvSpPr>
          <p:spPr>
            <a:xfrm>
              <a:off x="251230" y="46040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9"/>
            <p:cNvSpPr/>
            <p:nvPr/>
          </p:nvSpPr>
          <p:spPr>
            <a:xfrm>
              <a:off x="148697" y="4326490"/>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FFFFFF">
                    <a:alpha val="50196"/>
                  </a:srgbClr>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2" name="Google Shape;252;p29"/>
          <p:cNvGrpSpPr/>
          <p:nvPr/>
        </p:nvGrpSpPr>
        <p:grpSpPr>
          <a:xfrm>
            <a:off x="7618822" y="111365"/>
            <a:ext cx="1576005" cy="1123414"/>
            <a:chOff x="7618822" y="111365"/>
            <a:chExt cx="1576005" cy="1123414"/>
          </a:xfrm>
        </p:grpSpPr>
        <p:sp>
          <p:nvSpPr>
            <p:cNvPr id="253" name="Google Shape;253;p29"/>
            <p:cNvSpPr/>
            <p:nvPr/>
          </p:nvSpPr>
          <p:spPr>
            <a:xfrm>
              <a:off x="8267398" y="11137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9"/>
            <p:cNvSpPr/>
            <p:nvPr/>
          </p:nvSpPr>
          <p:spPr>
            <a:xfrm>
              <a:off x="8534803" y="574679"/>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9"/>
            <p:cNvSpPr/>
            <p:nvPr/>
          </p:nvSpPr>
          <p:spPr>
            <a:xfrm>
              <a:off x="7618822" y="111365"/>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FFFFFF">
                    <a:alpha val="50196"/>
                  </a:srgbClr>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6" name="Google Shape;256;p29"/>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7" name="Google Shape;257;p29"/>
          <p:cNvSpPr txBox="1"/>
          <p:nvPr>
            <p:ph idx="1" type="subTitle"/>
          </p:nvPr>
        </p:nvSpPr>
        <p:spPr>
          <a:xfrm>
            <a:off x="835000" y="1713901"/>
            <a:ext cx="2155500" cy="1052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258" name="Google Shape;258;p29"/>
          <p:cNvSpPr txBox="1"/>
          <p:nvPr>
            <p:ph idx="2" type="subTitle"/>
          </p:nvPr>
        </p:nvSpPr>
        <p:spPr>
          <a:xfrm>
            <a:off x="3494193" y="1713901"/>
            <a:ext cx="2155500" cy="1052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259" name="Google Shape;259;p29"/>
          <p:cNvSpPr txBox="1"/>
          <p:nvPr>
            <p:ph idx="3" type="subTitle"/>
          </p:nvPr>
        </p:nvSpPr>
        <p:spPr>
          <a:xfrm>
            <a:off x="835000" y="3551699"/>
            <a:ext cx="2155500" cy="1052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260" name="Google Shape;260;p29"/>
          <p:cNvSpPr txBox="1"/>
          <p:nvPr>
            <p:ph idx="4" type="subTitle"/>
          </p:nvPr>
        </p:nvSpPr>
        <p:spPr>
          <a:xfrm>
            <a:off x="3494250" y="3551699"/>
            <a:ext cx="2155500" cy="1052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261" name="Google Shape;261;p29"/>
          <p:cNvSpPr txBox="1"/>
          <p:nvPr>
            <p:ph idx="5" type="subTitle"/>
          </p:nvPr>
        </p:nvSpPr>
        <p:spPr>
          <a:xfrm>
            <a:off x="6153328" y="1713901"/>
            <a:ext cx="2155500" cy="1052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262" name="Google Shape;262;p29"/>
          <p:cNvSpPr txBox="1"/>
          <p:nvPr>
            <p:ph idx="6" type="subTitle"/>
          </p:nvPr>
        </p:nvSpPr>
        <p:spPr>
          <a:xfrm>
            <a:off x="6153449" y="3551699"/>
            <a:ext cx="2155500" cy="1052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263" name="Google Shape;263;p29"/>
          <p:cNvSpPr txBox="1"/>
          <p:nvPr>
            <p:ph idx="7" type="subTitle"/>
          </p:nvPr>
        </p:nvSpPr>
        <p:spPr>
          <a:xfrm>
            <a:off x="3494172" y="1112100"/>
            <a:ext cx="2155500" cy="6894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000"/>
              <a:buFont typeface="Trispace"/>
              <a:buNone/>
              <a:defRPr sz="2000">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264" name="Google Shape;264;p29"/>
          <p:cNvSpPr txBox="1"/>
          <p:nvPr>
            <p:ph idx="8" type="subTitle"/>
          </p:nvPr>
        </p:nvSpPr>
        <p:spPr>
          <a:xfrm>
            <a:off x="3494172" y="2949898"/>
            <a:ext cx="2155500" cy="6894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000"/>
              <a:buFont typeface="Trispace"/>
              <a:buNone/>
              <a:defRPr sz="2000">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265" name="Google Shape;265;p29"/>
          <p:cNvSpPr txBox="1"/>
          <p:nvPr>
            <p:ph idx="9" type="subTitle"/>
          </p:nvPr>
        </p:nvSpPr>
        <p:spPr>
          <a:xfrm>
            <a:off x="6153497" y="1112100"/>
            <a:ext cx="2155500" cy="6894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000"/>
              <a:buFont typeface="Trispace"/>
              <a:buNone/>
              <a:defRPr sz="2000">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266" name="Google Shape;266;p29"/>
          <p:cNvSpPr txBox="1"/>
          <p:nvPr>
            <p:ph idx="13" type="subTitle"/>
          </p:nvPr>
        </p:nvSpPr>
        <p:spPr>
          <a:xfrm>
            <a:off x="6153497" y="2949898"/>
            <a:ext cx="2155500" cy="6894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000"/>
              <a:buFont typeface="Trispace"/>
              <a:buNone/>
              <a:defRPr sz="2000">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267" name="Google Shape;267;p29"/>
          <p:cNvSpPr txBox="1"/>
          <p:nvPr>
            <p:ph idx="14" type="subTitle"/>
          </p:nvPr>
        </p:nvSpPr>
        <p:spPr>
          <a:xfrm>
            <a:off x="835000" y="1112100"/>
            <a:ext cx="2155500" cy="6894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000"/>
              <a:buFont typeface="Trispace"/>
              <a:buNone/>
              <a:defRPr sz="2000">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268" name="Google Shape;268;p29"/>
          <p:cNvSpPr txBox="1"/>
          <p:nvPr>
            <p:ph idx="15" type="subTitle"/>
          </p:nvPr>
        </p:nvSpPr>
        <p:spPr>
          <a:xfrm>
            <a:off x="835000" y="2949898"/>
            <a:ext cx="2155500" cy="6894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000"/>
              <a:buFont typeface="Trispace"/>
              <a:buNone/>
              <a:defRPr sz="2000">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69" name="Shape 269"/>
        <p:cNvGrpSpPr/>
        <p:nvPr/>
      </p:nvGrpSpPr>
      <p:grpSpPr>
        <a:xfrm>
          <a:off x="0" y="0"/>
          <a:ext cx="0" cy="0"/>
          <a:chOff x="0" y="0"/>
          <a:chExt cx="0" cy="0"/>
        </a:xfrm>
      </p:grpSpPr>
      <p:sp>
        <p:nvSpPr>
          <p:cNvPr id="270" name="Google Shape;270;p30"/>
          <p:cNvSpPr/>
          <p:nvPr/>
        </p:nvSpPr>
        <p:spPr>
          <a:xfrm flipH="1" rot="1292342">
            <a:off x="-2419456" y="2200421"/>
            <a:ext cx="6095930" cy="3491359"/>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30"/>
          <p:cNvSpPr/>
          <p:nvPr/>
        </p:nvSpPr>
        <p:spPr>
          <a:xfrm rot="5400000">
            <a:off x="6537482" y="2747717"/>
            <a:ext cx="3524097" cy="2396762"/>
          </a:xfrm>
          <a:custGeom>
            <a:rect b="b" l="l" r="r" t="t"/>
            <a:pathLst>
              <a:path extrusionOk="0" h="14034" w="20635">
                <a:moveTo>
                  <a:pt x="20635" y="687"/>
                </a:moveTo>
                <a:cubicBezTo>
                  <a:pt x="18637" y="687"/>
                  <a:pt x="16638" y="768"/>
                  <a:pt x="14649" y="643"/>
                </a:cubicBezTo>
                <a:cubicBezTo>
                  <a:pt x="12552" y="509"/>
                  <a:pt x="10492" y="224"/>
                  <a:pt x="8377" y="224"/>
                </a:cubicBezTo>
                <a:cubicBezTo>
                  <a:pt x="6879" y="224"/>
                  <a:pt x="5380" y="313"/>
                  <a:pt x="3899" y="313"/>
                </a:cubicBezTo>
                <a:cubicBezTo>
                  <a:pt x="3132" y="313"/>
                  <a:pt x="955" y="0"/>
                  <a:pt x="509" y="875"/>
                </a:cubicBezTo>
                <a:cubicBezTo>
                  <a:pt x="1" y="1883"/>
                  <a:pt x="2329" y="3792"/>
                  <a:pt x="2989" y="4300"/>
                </a:cubicBezTo>
                <a:cubicBezTo>
                  <a:pt x="4185" y="5228"/>
                  <a:pt x="5433" y="5335"/>
                  <a:pt x="6879" y="5549"/>
                </a:cubicBezTo>
                <a:cubicBezTo>
                  <a:pt x="8422" y="5781"/>
                  <a:pt x="9832" y="5995"/>
                  <a:pt x="11107" y="6941"/>
                </a:cubicBezTo>
                <a:cubicBezTo>
                  <a:pt x="12196" y="7762"/>
                  <a:pt x="12829" y="8966"/>
                  <a:pt x="13516" y="10099"/>
                </a:cubicBezTo>
                <a:cubicBezTo>
                  <a:pt x="14230" y="11268"/>
                  <a:pt x="15291" y="12151"/>
                  <a:pt x="16496" y="12775"/>
                </a:cubicBezTo>
                <a:cubicBezTo>
                  <a:pt x="17566" y="13320"/>
                  <a:pt x="19074" y="13998"/>
                  <a:pt x="20278" y="14033"/>
                </a:cubicBezTo>
                <a:cubicBezTo>
                  <a:pt x="20421" y="13221"/>
                  <a:pt x="20314" y="12383"/>
                  <a:pt x="20332" y="11562"/>
                </a:cubicBezTo>
                <a:cubicBezTo>
                  <a:pt x="20349" y="10732"/>
                  <a:pt x="20635" y="9930"/>
                  <a:pt x="20635" y="9109"/>
                </a:cubicBezTo>
                <a:cubicBezTo>
                  <a:pt x="20635" y="8252"/>
                  <a:pt x="20635" y="7387"/>
                  <a:pt x="20635" y="6531"/>
                </a:cubicBezTo>
                <a:lnTo>
                  <a:pt x="20635" y="1713"/>
                </a:lnTo>
                <a:close/>
              </a:path>
            </a:pathLst>
          </a:custGeom>
          <a:gradFill>
            <a:gsLst>
              <a:gs pos="0">
                <a:srgbClr val="8134EC">
                  <a:alpha val="70196"/>
                </a:srgbClr>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2" name="Google Shape;272;p30"/>
          <p:cNvGrpSpPr/>
          <p:nvPr/>
        </p:nvGrpSpPr>
        <p:grpSpPr>
          <a:xfrm>
            <a:off x="8209011" y="2860943"/>
            <a:ext cx="934985" cy="2170316"/>
            <a:chOff x="8220061" y="2910118"/>
            <a:chExt cx="934985" cy="2170316"/>
          </a:xfrm>
        </p:grpSpPr>
        <p:sp>
          <p:nvSpPr>
            <p:cNvPr id="273" name="Google Shape;273;p30"/>
            <p:cNvSpPr/>
            <p:nvPr/>
          </p:nvSpPr>
          <p:spPr>
            <a:xfrm>
              <a:off x="8495023" y="4363315"/>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30"/>
            <p:cNvSpPr/>
            <p:nvPr/>
          </p:nvSpPr>
          <p:spPr>
            <a:xfrm>
              <a:off x="8737186" y="37316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30"/>
            <p:cNvSpPr/>
            <p:nvPr/>
          </p:nvSpPr>
          <p:spPr>
            <a:xfrm>
              <a:off x="8220061" y="4753390"/>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30"/>
            <p:cNvSpPr/>
            <p:nvPr/>
          </p:nvSpPr>
          <p:spPr>
            <a:xfrm>
              <a:off x="8552930" y="291011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7" name="Google Shape;277;p30"/>
          <p:cNvGrpSpPr/>
          <p:nvPr/>
        </p:nvGrpSpPr>
        <p:grpSpPr>
          <a:xfrm rot="7347507">
            <a:off x="371745" y="3666596"/>
            <a:ext cx="682717" cy="1547317"/>
            <a:chOff x="-33427" y="3476090"/>
            <a:chExt cx="682702" cy="1547282"/>
          </a:xfrm>
        </p:grpSpPr>
        <p:sp>
          <p:nvSpPr>
            <p:cNvPr id="278" name="Google Shape;278;p30"/>
            <p:cNvSpPr/>
            <p:nvPr/>
          </p:nvSpPr>
          <p:spPr>
            <a:xfrm>
              <a:off x="180505" y="42564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30"/>
            <p:cNvSpPr/>
            <p:nvPr/>
          </p:nvSpPr>
          <p:spPr>
            <a:xfrm>
              <a:off x="-33427" y="3476090"/>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0"/>
            <p:cNvSpPr/>
            <p:nvPr/>
          </p:nvSpPr>
          <p:spPr>
            <a:xfrm>
              <a:off x="133086" y="469632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1" name="Google Shape;281;p30"/>
          <p:cNvSpPr txBox="1"/>
          <p:nvPr>
            <p:ph hasCustomPrompt="1" type="title"/>
          </p:nvPr>
        </p:nvSpPr>
        <p:spPr>
          <a:xfrm>
            <a:off x="2437775" y="704675"/>
            <a:ext cx="4268400" cy="6456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45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282" name="Google Shape;282;p30"/>
          <p:cNvSpPr txBox="1"/>
          <p:nvPr>
            <p:ph idx="1" type="subTitle"/>
          </p:nvPr>
        </p:nvSpPr>
        <p:spPr>
          <a:xfrm>
            <a:off x="2437775" y="1350176"/>
            <a:ext cx="4268400" cy="405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Font typeface="PT Sans"/>
              <a:buNone/>
              <a:defRPr>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83" name="Google Shape;283;p30"/>
          <p:cNvSpPr txBox="1"/>
          <p:nvPr>
            <p:ph hasCustomPrompt="1" idx="2" type="title"/>
          </p:nvPr>
        </p:nvSpPr>
        <p:spPr>
          <a:xfrm>
            <a:off x="2437775" y="2015963"/>
            <a:ext cx="4268400" cy="6456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45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284" name="Google Shape;284;p30"/>
          <p:cNvSpPr txBox="1"/>
          <p:nvPr>
            <p:ph idx="3" type="subTitle"/>
          </p:nvPr>
        </p:nvSpPr>
        <p:spPr>
          <a:xfrm>
            <a:off x="2437775" y="2660650"/>
            <a:ext cx="4268400" cy="405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Font typeface="PT Sans"/>
              <a:buNone/>
              <a:defRPr>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85" name="Google Shape;285;p30"/>
          <p:cNvSpPr txBox="1"/>
          <p:nvPr>
            <p:ph hasCustomPrompt="1" idx="4" type="title"/>
          </p:nvPr>
        </p:nvSpPr>
        <p:spPr>
          <a:xfrm>
            <a:off x="2437775" y="3327300"/>
            <a:ext cx="4268400" cy="6456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45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286" name="Google Shape;286;p30"/>
          <p:cNvSpPr txBox="1"/>
          <p:nvPr>
            <p:ph idx="5" type="subTitle"/>
          </p:nvPr>
        </p:nvSpPr>
        <p:spPr>
          <a:xfrm>
            <a:off x="2437775" y="3971075"/>
            <a:ext cx="4268400" cy="405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Font typeface="PT Sans"/>
              <a:buNone/>
              <a:defRPr>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2">
    <p:spTree>
      <p:nvGrpSpPr>
        <p:cNvPr id="287" name="Shape 287"/>
        <p:cNvGrpSpPr/>
        <p:nvPr/>
      </p:nvGrpSpPr>
      <p:grpSpPr>
        <a:xfrm>
          <a:off x="0" y="0"/>
          <a:ext cx="0" cy="0"/>
          <a:chOff x="0" y="0"/>
          <a:chExt cx="0" cy="0"/>
        </a:xfrm>
      </p:grpSpPr>
      <p:sp>
        <p:nvSpPr>
          <p:cNvPr id="288" name="Google Shape;288;p31"/>
          <p:cNvSpPr/>
          <p:nvPr/>
        </p:nvSpPr>
        <p:spPr>
          <a:xfrm flipH="1" rot="4372063">
            <a:off x="-3257636" y="1228893"/>
            <a:ext cx="6095914" cy="3491344"/>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31"/>
          <p:cNvSpPr/>
          <p:nvPr/>
        </p:nvSpPr>
        <p:spPr>
          <a:xfrm rot="5400000">
            <a:off x="6668857" y="3202942"/>
            <a:ext cx="3524097" cy="2396762"/>
          </a:xfrm>
          <a:custGeom>
            <a:rect b="b" l="l" r="r" t="t"/>
            <a:pathLst>
              <a:path extrusionOk="0" h="14034" w="20635">
                <a:moveTo>
                  <a:pt x="20635" y="687"/>
                </a:moveTo>
                <a:cubicBezTo>
                  <a:pt x="18637" y="687"/>
                  <a:pt x="16638" y="768"/>
                  <a:pt x="14649" y="643"/>
                </a:cubicBezTo>
                <a:cubicBezTo>
                  <a:pt x="12552" y="509"/>
                  <a:pt x="10492" y="224"/>
                  <a:pt x="8377" y="224"/>
                </a:cubicBezTo>
                <a:cubicBezTo>
                  <a:pt x="6879" y="224"/>
                  <a:pt x="5380" y="313"/>
                  <a:pt x="3899" y="313"/>
                </a:cubicBezTo>
                <a:cubicBezTo>
                  <a:pt x="3132" y="313"/>
                  <a:pt x="955" y="0"/>
                  <a:pt x="509" y="875"/>
                </a:cubicBezTo>
                <a:cubicBezTo>
                  <a:pt x="1" y="1883"/>
                  <a:pt x="2329" y="3792"/>
                  <a:pt x="2989" y="4300"/>
                </a:cubicBezTo>
                <a:cubicBezTo>
                  <a:pt x="4185" y="5228"/>
                  <a:pt x="5433" y="5335"/>
                  <a:pt x="6879" y="5549"/>
                </a:cubicBezTo>
                <a:cubicBezTo>
                  <a:pt x="8422" y="5781"/>
                  <a:pt x="9832" y="5995"/>
                  <a:pt x="11107" y="6941"/>
                </a:cubicBezTo>
                <a:cubicBezTo>
                  <a:pt x="12196" y="7762"/>
                  <a:pt x="12829" y="8966"/>
                  <a:pt x="13516" y="10099"/>
                </a:cubicBezTo>
                <a:cubicBezTo>
                  <a:pt x="14230" y="11268"/>
                  <a:pt x="15291" y="12151"/>
                  <a:pt x="16496" y="12775"/>
                </a:cubicBezTo>
                <a:cubicBezTo>
                  <a:pt x="17566" y="13320"/>
                  <a:pt x="19074" y="13998"/>
                  <a:pt x="20278" y="14033"/>
                </a:cubicBezTo>
                <a:cubicBezTo>
                  <a:pt x="20421" y="13221"/>
                  <a:pt x="20314" y="12383"/>
                  <a:pt x="20332" y="11562"/>
                </a:cubicBezTo>
                <a:cubicBezTo>
                  <a:pt x="20349" y="10732"/>
                  <a:pt x="20635" y="9930"/>
                  <a:pt x="20635" y="9109"/>
                </a:cubicBezTo>
                <a:cubicBezTo>
                  <a:pt x="20635" y="8252"/>
                  <a:pt x="20635" y="7387"/>
                  <a:pt x="20635" y="6531"/>
                </a:cubicBezTo>
                <a:lnTo>
                  <a:pt x="20635" y="1713"/>
                </a:lnTo>
                <a:close/>
              </a:path>
            </a:pathLst>
          </a:custGeom>
          <a:gradFill>
            <a:gsLst>
              <a:gs pos="0">
                <a:srgbClr val="8134EC">
                  <a:alpha val="70196"/>
                </a:srgbClr>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0" name="Google Shape;290;p31"/>
          <p:cNvGrpSpPr/>
          <p:nvPr/>
        </p:nvGrpSpPr>
        <p:grpSpPr>
          <a:xfrm>
            <a:off x="8496523" y="2763543"/>
            <a:ext cx="660023" cy="2167591"/>
            <a:chOff x="8457298" y="2910118"/>
            <a:chExt cx="660023" cy="2167591"/>
          </a:xfrm>
        </p:grpSpPr>
        <p:sp>
          <p:nvSpPr>
            <p:cNvPr id="291" name="Google Shape;291;p31"/>
            <p:cNvSpPr/>
            <p:nvPr/>
          </p:nvSpPr>
          <p:spPr>
            <a:xfrm>
              <a:off x="8457298" y="4052540"/>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31"/>
            <p:cNvSpPr/>
            <p:nvPr/>
          </p:nvSpPr>
          <p:spPr>
            <a:xfrm>
              <a:off x="8737186" y="37316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1"/>
            <p:cNvSpPr/>
            <p:nvPr/>
          </p:nvSpPr>
          <p:spPr>
            <a:xfrm>
              <a:off x="8505186" y="4750665"/>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31"/>
            <p:cNvSpPr/>
            <p:nvPr/>
          </p:nvSpPr>
          <p:spPr>
            <a:xfrm>
              <a:off x="8552930" y="291011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5" name="Google Shape;295;p31"/>
          <p:cNvGrpSpPr/>
          <p:nvPr/>
        </p:nvGrpSpPr>
        <p:grpSpPr>
          <a:xfrm rot="-10548838">
            <a:off x="-121196" y="1001518"/>
            <a:ext cx="682748" cy="1547387"/>
            <a:chOff x="-33427" y="3476090"/>
            <a:chExt cx="682702" cy="1547282"/>
          </a:xfrm>
        </p:grpSpPr>
        <p:sp>
          <p:nvSpPr>
            <p:cNvPr id="296" name="Google Shape;296;p31"/>
            <p:cNvSpPr/>
            <p:nvPr/>
          </p:nvSpPr>
          <p:spPr>
            <a:xfrm>
              <a:off x="180505" y="42564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31"/>
            <p:cNvSpPr/>
            <p:nvPr/>
          </p:nvSpPr>
          <p:spPr>
            <a:xfrm>
              <a:off x="-33427" y="3476090"/>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31"/>
            <p:cNvSpPr/>
            <p:nvPr/>
          </p:nvSpPr>
          <p:spPr>
            <a:xfrm>
              <a:off x="133086" y="469632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9" name="Google Shape;299;p31"/>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2_1">
    <p:spTree>
      <p:nvGrpSpPr>
        <p:cNvPr id="300" name="Shape 300"/>
        <p:cNvGrpSpPr/>
        <p:nvPr/>
      </p:nvGrpSpPr>
      <p:grpSpPr>
        <a:xfrm>
          <a:off x="0" y="0"/>
          <a:ext cx="0" cy="0"/>
          <a:chOff x="0" y="0"/>
          <a:chExt cx="0" cy="0"/>
        </a:xfrm>
      </p:grpSpPr>
      <p:sp>
        <p:nvSpPr>
          <p:cNvPr id="301" name="Google Shape;301;p32"/>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302" name="Google Shape;302;p32"/>
          <p:cNvSpPr/>
          <p:nvPr/>
        </p:nvSpPr>
        <p:spPr>
          <a:xfrm>
            <a:off x="5052478" y="3569975"/>
            <a:ext cx="5371040" cy="2068243"/>
          </a:xfrm>
          <a:custGeom>
            <a:rect b="b" l="l" r="r" t="t"/>
            <a:pathLst>
              <a:path extrusionOk="0" h="10483" w="22438">
                <a:moveTo>
                  <a:pt x="18307" y="1053"/>
                </a:moveTo>
                <a:cubicBezTo>
                  <a:pt x="17174" y="1740"/>
                  <a:pt x="16505" y="2560"/>
                  <a:pt x="15773" y="3640"/>
                </a:cubicBezTo>
                <a:lnTo>
                  <a:pt x="15773" y="3640"/>
                </a:lnTo>
                <a:cubicBezTo>
                  <a:pt x="15149" y="4550"/>
                  <a:pt x="14658" y="5593"/>
                  <a:pt x="13668" y="6164"/>
                </a:cubicBezTo>
                <a:lnTo>
                  <a:pt x="13668" y="6164"/>
                </a:lnTo>
                <a:cubicBezTo>
                  <a:pt x="12606" y="6762"/>
                  <a:pt x="11009" y="6896"/>
                  <a:pt x="9823" y="6539"/>
                </a:cubicBezTo>
                <a:lnTo>
                  <a:pt x="9823" y="6539"/>
                </a:lnTo>
                <a:cubicBezTo>
                  <a:pt x="8565" y="6156"/>
                  <a:pt x="7049" y="5906"/>
                  <a:pt x="5791" y="6477"/>
                </a:cubicBezTo>
                <a:lnTo>
                  <a:pt x="5791" y="6477"/>
                </a:lnTo>
                <a:cubicBezTo>
                  <a:pt x="4497" y="7057"/>
                  <a:pt x="3293" y="7931"/>
                  <a:pt x="2151" y="8752"/>
                </a:cubicBezTo>
                <a:lnTo>
                  <a:pt x="2151" y="8752"/>
                </a:lnTo>
                <a:cubicBezTo>
                  <a:pt x="1410" y="9296"/>
                  <a:pt x="670" y="9858"/>
                  <a:pt x="1" y="10482"/>
                </a:cubicBezTo>
                <a:lnTo>
                  <a:pt x="1" y="10482"/>
                </a:lnTo>
                <a:lnTo>
                  <a:pt x="22393" y="10482"/>
                </a:lnTo>
                <a:lnTo>
                  <a:pt x="22437" y="98"/>
                </a:lnTo>
                <a:cubicBezTo>
                  <a:pt x="22179" y="27"/>
                  <a:pt x="21902" y="0"/>
                  <a:pt x="21617" y="0"/>
                </a:cubicBezTo>
                <a:lnTo>
                  <a:pt x="21617" y="0"/>
                </a:lnTo>
                <a:cubicBezTo>
                  <a:pt x="20466" y="0"/>
                  <a:pt x="19208" y="517"/>
                  <a:pt x="18307" y="1053"/>
                </a:cubicBezTo>
                <a:close/>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32"/>
          <p:cNvSpPr/>
          <p:nvPr/>
        </p:nvSpPr>
        <p:spPr>
          <a:xfrm rot="10644777">
            <a:off x="-1048849" y="-1303280"/>
            <a:ext cx="4634055" cy="2824556"/>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4" name="Google Shape;304;p32"/>
          <p:cNvGrpSpPr/>
          <p:nvPr/>
        </p:nvGrpSpPr>
        <p:grpSpPr>
          <a:xfrm>
            <a:off x="-62147" y="4"/>
            <a:ext cx="1648457" cy="1491382"/>
            <a:chOff x="-62147" y="4"/>
            <a:chExt cx="1648457" cy="1491382"/>
          </a:xfrm>
        </p:grpSpPr>
        <p:sp>
          <p:nvSpPr>
            <p:cNvPr id="305" name="Google Shape;305;p32"/>
            <p:cNvSpPr/>
            <p:nvPr/>
          </p:nvSpPr>
          <p:spPr>
            <a:xfrm>
              <a:off x="187398" y="83602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2"/>
            <p:cNvSpPr/>
            <p:nvPr/>
          </p:nvSpPr>
          <p:spPr>
            <a:xfrm>
              <a:off x="53072" y="1253015"/>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32"/>
            <p:cNvSpPr/>
            <p:nvPr/>
          </p:nvSpPr>
          <p:spPr>
            <a:xfrm>
              <a:off x="1259298" y="6702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32"/>
            <p:cNvSpPr/>
            <p:nvPr/>
          </p:nvSpPr>
          <p:spPr>
            <a:xfrm>
              <a:off x="-62147" y="4"/>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9" name="Google Shape;309;p32"/>
          <p:cNvGrpSpPr/>
          <p:nvPr/>
        </p:nvGrpSpPr>
        <p:grpSpPr>
          <a:xfrm>
            <a:off x="6635180" y="3519093"/>
            <a:ext cx="2455746" cy="1624395"/>
            <a:chOff x="6635180" y="3519093"/>
            <a:chExt cx="2455746" cy="1624395"/>
          </a:xfrm>
        </p:grpSpPr>
        <p:sp>
          <p:nvSpPr>
            <p:cNvPr id="310" name="Google Shape;310;p32"/>
            <p:cNvSpPr/>
            <p:nvPr/>
          </p:nvSpPr>
          <p:spPr>
            <a:xfrm>
              <a:off x="8430903" y="39439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32"/>
            <p:cNvSpPr/>
            <p:nvPr/>
          </p:nvSpPr>
          <p:spPr>
            <a:xfrm>
              <a:off x="8622155" y="35190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2"/>
            <p:cNvSpPr/>
            <p:nvPr/>
          </p:nvSpPr>
          <p:spPr>
            <a:xfrm>
              <a:off x="6635180" y="46746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32"/>
            <p:cNvSpPr/>
            <p:nvPr/>
          </p:nvSpPr>
          <p:spPr>
            <a:xfrm>
              <a:off x="8185647" y="4789915"/>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314" name="Shape 314"/>
        <p:cNvGrpSpPr/>
        <p:nvPr/>
      </p:nvGrpSpPr>
      <p:grpSpPr>
        <a:xfrm>
          <a:off x="0" y="0"/>
          <a:ext cx="0" cy="0"/>
          <a:chOff x="0" y="0"/>
          <a:chExt cx="0" cy="0"/>
        </a:xfrm>
      </p:grpSpPr>
      <p:sp>
        <p:nvSpPr>
          <p:cNvPr id="315" name="Google Shape;315;p33"/>
          <p:cNvSpPr/>
          <p:nvPr/>
        </p:nvSpPr>
        <p:spPr>
          <a:xfrm>
            <a:off x="2718684" y="2188525"/>
            <a:ext cx="7138396" cy="3491380"/>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33"/>
          <p:cNvSpPr/>
          <p:nvPr/>
        </p:nvSpPr>
        <p:spPr>
          <a:xfrm>
            <a:off x="5510909" y="2530450"/>
            <a:ext cx="7138396" cy="3491380"/>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3"/>
          <p:cNvSpPr txBox="1"/>
          <p:nvPr>
            <p:ph type="title"/>
          </p:nvPr>
        </p:nvSpPr>
        <p:spPr>
          <a:xfrm>
            <a:off x="713100" y="650000"/>
            <a:ext cx="3728700" cy="873000"/>
          </a:xfrm>
          <a:prstGeom prst="rect">
            <a:avLst/>
          </a:prstGeom>
        </p:spPr>
        <p:txBody>
          <a:bodyPr anchorCtr="0" anchor="b" bIns="91425" lIns="91425" spcFirstLastPara="1" rIns="91425" wrap="square" tIns="91425">
            <a:noAutofit/>
          </a:bodyPr>
          <a:lstStyle>
            <a:lvl1pPr lvl="0">
              <a:spcBef>
                <a:spcPts val="0"/>
              </a:spcBef>
              <a:spcAft>
                <a:spcPts val="0"/>
              </a:spcAft>
              <a:buSzPts val="2800"/>
              <a:buNone/>
              <a:defRPr sz="5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18" name="Google Shape;318;p33"/>
          <p:cNvSpPr txBox="1"/>
          <p:nvPr>
            <p:ph idx="1" type="subTitle"/>
          </p:nvPr>
        </p:nvSpPr>
        <p:spPr>
          <a:xfrm>
            <a:off x="713100" y="1523000"/>
            <a:ext cx="3728700" cy="1331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sz="1400"/>
            </a:lvl1pPr>
            <a:lvl2pPr lvl="1" algn="ctr">
              <a:lnSpc>
                <a:spcPct val="100000"/>
              </a:lnSpc>
              <a:spcBef>
                <a:spcPts val="0"/>
              </a:spcBef>
              <a:spcAft>
                <a:spcPts val="0"/>
              </a:spcAft>
              <a:buSzPts val="1000"/>
              <a:buNone/>
              <a:defRPr sz="1000"/>
            </a:lvl2pPr>
            <a:lvl3pPr lvl="2" algn="ctr">
              <a:lnSpc>
                <a:spcPct val="100000"/>
              </a:lnSpc>
              <a:spcBef>
                <a:spcPts val="1600"/>
              </a:spcBef>
              <a:spcAft>
                <a:spcPts val="0"/>
              </a:spcAft>
              <a:buSzPts val="1000"/>
              <a:buNone/>
              <a:defRPr sz="1000"/>
            </a:lvl3pPr>
            <a:lvl4pPr lvl="3" algn="ctr">
              <a:lnSpc>
                <a:spcPct val="100000"/>
              </a:lnSpc>
              <a:spcBef>
                <a:spcPts val="1600"/>
              </a:spcBef>
              <a:spcAft>
                <a:spcPts val="0"/>
              </a:spcAft>
              <a:buSzPts val="1000"/>
              <a:buNone/>
              <a:defRPr sz="1000"/>
            </a:lvl4pPr>
            <a:lvl5pPr lvl="4" algn="ctr">
              <a:lnSpc>
                <a:spcPct val="100000"/>
              </a:lnSpc>
              <a:spcBef>
                <a:spcPts val="1600"/>
              </a:spcBef>
              <a:spcAft>
                <a:spcPts val="0"/>
              </a:spcAft>
              <a:buSzPts val="1000"/>
              <a:buNone/>
              <a:defRPr sz="1000"/>
            </a:lvl5pPr>
            <a:lvl6pPr lvl="5" algn="ctr">
              <a:lnSpc>
                <a:spcPct val="100000"/>
              </a:lnSpc>
              <a:spcBef>
                <a:spcPts val="1600"/>
              </a:spcBef>
              <a:spcAft>
                <a:spcPts val="0"/>
              </a:spcAft>
              <a:buSzPts val="1000"/>
              <a:buNone/>
              <a:defRPr sz="1000"/>
            </a:lvl6pPr>
            <a:lvl7pPr lvl="6" algn="ctr">
              <a:lnSpc>
                <a:spcPct val="100000"/>
              </a:lnSpc>
              <a:spcBef>
                <a:spcPts val="1600"/>
              </a:spcBef>
              <a:spcAft>
                <a:spcPts val="0"/>
              </a:spcAft>
              <a:buSzPts val="1000"/>
              <a:buNone/>
              <a:defRPr sz="1000"/>
            </a:lvl7pPr>
            <a:lvl8pPr lvl="7" algn="ctr">
              <a:lnSpc>
                <a:spcPct val="100000"/>
              </a:lnSpc>
              <a:spcBef>
                <a:spcPts val="1600"/>
              </a:spcBef>
              <a:spcAft>
                <a:spcPts val="0"/>
              </a:spcAft>
              <a:buSzPts val="1000"/>
              <a:buNone/>
              <a:defRPr sz="1000"/>
            </a:lvl8pPr>
            <a:lvl9pPr lvl="8" algn="ctr">
              <a:lnSpc>
                <a:spcPct val="100000"/>
              </a:lnSpc>
              <a:spcBef>
                <a:spcPts val="1600"/>
              </a:spcBef>
              <a:spcAft>
                <a:spcPts val="1600"/>
              </a:spcAft>
              <a:buSzPts val="1000"/>
              <a:buNone/>
              <a:defRPr sz="1000"/>
            </a:lvl9pPr>
          </a:lstStyle>
          <a:p/>
        </p:txBody>
      </p:sp>
      <p:sp>
        <p:nvSpPr>
          <p:cNvPr id="319" name="Google Shape;319;p33"/>
          <p:cNvSpPr txBox="1"/>
          <p:nvPr/>
        </p:nvSpPr>
        <p:spPr>
          <a:xfrm>
            <a:off x="713100" y="3385450"/>
            <a:ext cx="3000000" cy="615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300"/>
              </a:spcBef>
              <a:spcAft>
                <a:spcPts val="0"/>
              </a:spcAft>
              <a:buNone/>
            </a:pPr>
            <a:r>
              <a:rPr lang="ar" sz="1000">
                <a:solidFill>
                  <a:schemeClr val="dk1"/>
                </a:solidFill>
                <a:latin typeface="Maven Pro"/>
                <a:ea typeface="Maven Pro"/>
                <a:cs typeface="Maven Pro"/>
                <a:sym typeface="Maven Pro"/>
              </a:rPr>
              <a:t>CREDITS: This presentation template was created by </a:t>
            </a:r>
            <a:r>
              <a:rPr b="1" lang="ar" sz="1000" u="sng">
                <a:solidFill>
                  <a:schemeClr val="dk2"/>
                </a:solidFill>
                <a:latin typeface="Maven Pro"/>
                <a:ea typeface="Maven Pro"/>
                <a:cs typeface="Maven Pro"/>
                <a:sym typeface="Maven Pro"/>
                <a:hlinkClick r:id="rId2">
                  <a:extLst>
                    <a:ext uri="{A12FA001-AC4F-418D-AE19-62706E023703}">
                      <ahyp:hlinkClr val="tx"/>
                    </a:ext>
                  </a:extLst>
                </a:hlinkClick>
              </a:rPr>
              <a:t>Slidesgo</a:t>
            </a:r>
            <a:r>
              <a:rPr lang="ar" sz="1000">
                <a:solidFill>
                  <a:schemeClr val="dk1"/>
                </a:solidFill>
                <a:latin typeface="Maven Pro"/>
                <a:ea typeface="Maven Pro"/>
                <a:cs typeface="Maven Pro"/>
                <a:sym typeface="Maven Pro"/>
              </a:rPr>
              <a:t>, and includes icons by </a:t>
            </a:r>
            <a:r>
              <a:rPr b="1" lang="ar" sz="1000" u="sng">
                <a:solidFill>
                  <a:schemeClr val="dk2"/>
                </a:solidFill>
                <a:latin typeface="Maven Pro"/>
                <a:ea typeface="Maven Pro"/>
                <a:cs typeface="Maven Pro"/>
                <a:sym typeface="Maven Pro"/>
                <a:hlinkClick r:id="rId3">
                  <a:extLst>
                    <a:ext uri="{A12FA001-AC4F-418D-AE19-62706E023703}">
                      <ahyp:hlinkClr val="tx"/>
                    </a:ext>
                  </a:extLst>
                </a:hlinkClick>
              </a:rPr>
              <a:t>Flaticon</a:t>
            </a:r>
            <a:r>
              <a:rPr b="1" lang="ar" sz="1000">
                <a:solidFill>
                  <a:schemeClr val="dk2"/>
                </a:solidFill>
                <a:latin typeface="Maven Pro"/>
                <a:ea typeface="Maven Pro"/>
                <a:cs typeface="Maven Pro"/>
                <a:sym typeface="Maven Pro"/>
              </a:rPr>
              <a:t> </a:t>
            </a:r>
            <a:r>
              <a:rPr lang="ar" sz="1000">
                <a:solidFill>
                  <a:schemeClr val="dk1"/>
                </a:solidFill>
                <a:latin typeface="Maven Pro"/>
                <a:ea typeface="Maven Pro"/>
                <a:cs typeface="Maven Pro"/>
                <a:sym typeface="Maven Pro"/>
              </a:rPr>
              <a:t>and infographics &amp; images by </a:t>
            </a:r>
            <a:r>
              <a:rPr b="1" lang="ar" sz="1000" u="sng">
                <a:solidFill>
                  <a:schemeClr val="dk2"/>
                </a:solidFill>
                <a:latin typeface="Maven Pro"/>
                <a:ea typeface="Maven Pro"/>
                <a:cs typeface="Maven Pro"/>
                <a:sym typeface="Maven Pro"/>
                <a:hlinkClick r:id="rId4">
                  <a:extLst>
                    <a:ext uri="{A12FA001-AC4F-418D-AE19-62706E023703}">
                      <ahyp:hlinkClr val="tx"/>
                    </a:ext>
                  </a:extLst>
                </a:hlinkClick>
              </a:rPr>
              <a:t>Freepik</a:t>
            </a:r>
            <a:endParaRPr b="1" sz="1000" u="sng">
              <a:solidFill>
                <a:schemeClr val="dk2"/>
              </a:solidFill>
              <a:latin typeface="Maven Pro"/>
              <a:ea typeface="Maven Pro"/>
              <a:cs typeface="Maven Pro"/>
              <a:sym typeface="Maven Pro"/>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320" name="Shape 320"/>
        <p:cNvGrpSpPr/>
        <p:nvPr/>
      </p:nvGrpSpPr>
      <p:grpSpPr>
        <a:xfrm>
          <a:off x="0" y="0"/>
          <a:ext cx="0" cy="0"/>
          <a:chOff x="0" y="0"/>
          <a:chExt cx="0" cy="0"/>
        </a:xfrm>
      </p:grpSpPr>
      <p:sp>
        <p:nvSpPr>
          <p:cNvPr id="321" name="Google Shape;321;p34"/>
          <p:cNvSpPr/>
          <p:nvPr/>
        </p:nvSpPr>
        <p:spPr>
          <a:xfrm rot="-6125281">
            <a:off x="6780953" y="-507545"/>
            <a:ext cx="4634067" cy="2824557"/>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34"/>
          <p:cNvSpPr/>
          <p:nvPr/>
        </p:nvSpPr>
        <p:spPr>
          <a:xfrm flipH="1">
            <a:off x="-1192290" y="3569975"/>
            <a:ext cx="5029983" cy="2068243"/>
          </a:xfrm>
          <a:custGeom>
            <a:rect b="b" l="l" r="r" t="t"/>
            <a:pathLst>
              <a:path extrusionOk="0" h="10483" w="22438">
                <a:moveTo>
                  <a:pt x="18307" y="1053"/>
                </a:moveTo>
                <a:cubicBezTo>
                  <a:pt x="17174" y="1740"/>
                  <a:pt x="16505" y="2560"/>
                  <a:pt x="15773" y="3640"/>
                </a:cubicBezTo>
                <a:lnTo>
                  <a:pt x="15773" y="3640"/>
                </a:lnTo>
                <a:cubicBezTo>
                  <a:pt x="15149" y="4550"/>
                  <a:pt x="14658" y="5593"/>
                  <a:pt x="13668" y="6164"/>
                </a:cubicBezTo>
                <a:lnTo>
                  <a:pt x="13668" y="6164"/>
                </a:lnTo>
                <a:cubicBezTo>
                  <a:pt x="12606" y="6762"/>
                  <a:pt x="11009" y="6896"/>
                  <a:pt x="9823" y="6539"/>
                </a:cubicBezTo>
                <a:lnTo>
                  <a:pt x="9823" y="6539"/>
                </a:lnTo>
                <a:cubicBezTo>
                  <a:pt x="8565" y="6156"/>
                  <a:pt x="7049" y="5906"/>
                  <a:pt x="5791" y="6477"/>
                </a:cubicBezTo>
                <a:lnTo>
                  <a:pt x="5791" y="6477"/>
                </a:lnTo>
                <a:cubicBezTo>
                  <a:pt x="4497" y="7057"/>
                  <a:pt x="3293" y="7931"/>
                  <a:pt x="2151" y="8752"/>
                </a:cubicBezTo>
                <a:lnTo>
                  <a:pt x="2151" y="8752"/>
                </a:lnTo>
                <a:cubicBezTo>
                  <a:pt x="1410" y="9296"/>
                  <a:pt x="670" y="9858"/>
                  <a:pt x="1" y="10482"/>
                </a:cubicBezTo>
                <a:lnTo>
                  <a:pt x="1" y="10482"/>
                </a:lnTo>
                <a:lnTo>
                  <a:pt x="22393" y="10482"/>
                </a:lnTo>
                <a:lnTo>
                  <a:pt x="22437" y="98"/>
                </a:lnTo>
                <a:cubicBezTo>
                  <a:pt x="22179" y="27"/>
                  <a:pt x="21902" y="0"/>
                  <a:pt x="21617" y="0"/>
                </a:cubicBezTo>
                <a:lnTo>
                  <a:pt x="21617" y="0"/>
                </a:lnTo>
                <a:cubicBezTo>
                  <a:pt x="20466" y="0"/>
                  <a:pt x="19208" y="517"/>
                  <a:pt x="18307" y="1053"/>
                </a:cubicBezTo>
                <a:close/>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3" name="Google Shape;323;p34"/>
          <p:cNvGrpSpPr/>
          <p:nvPr/>
        </p:nvGrpSpPr>
        <p:grpSpPr>
          <a:xfrm>
            <a:off x="53078" y="3519092"/>
            <a:ext cx="666922" cy="1553796"/>
            <a:chOff x="53078" y="3519092"/>
            <a:chExt cx="666922" cy="1553796"/>
          </a:xfrm>
        </p:grpSpPr>
        <p:sp>
          <p:nvSpPr>
            <p:cNvPr id="324" name="Google Shape;324;p34"/>
            <p:cNvSpPr/>
            <p:nvPr/>
          </p:nvSpPr>
          <p:spPr>
            <a:xfrm>
              <a:off x="53078" y="35190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4"/>
            <p:cNvSpPr/>
            <p:nvPr/>
          </p:nvSpPr>
          <p:spPr>
            <a:xfrm>
              <a:off x="251230" y="46040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34"/>
            <p:cNvSpPr/>
            <p:nvPr/>
          </p:nvSpPr>
          <p:spPr>
            <a:xfrm>
              <a:off x="148697" y="4326490"/>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FFFFFF">
                    <a:alpha val="50196"/>
                  </a:srgbClr>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7" name="Google Shape;327;p34"/>
          <p:cNvGrpSpPr/>
          <p:nvPr/>
        </p:nvGrpSpPr>
        <p:grpSpPr>
          <a:xfrm>
            <a:off x="7618822" y="111365"/>
            <a:ext cx="1576005" cy="1123414"/>
            <a:chOff x="7618822" y="111365"/>
            <a:chExt cx="1576005" cy="1123414"/>
          </a:xfrm>
        </p:grpSpPr>
        <p:sp>
          <p:nvSpPr>
            <p:cNvPr id="328" name="Google Shape;328;p34"/>
            <p:cNvSpPr/>
            <p:nvPr/>
          </p:nvSpPr>
          <p:spPr>
            <a:xfrm>
              <a:off x="8267398" y="11137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34"/>
            <p:cNvSpPr/>
            <p:nvPr/>
          </p:nvSpPr>
          <p:spPr>
            <a:xfrm>
              <a:off x="8534803" y="574679"/>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34"/>
            <p:cNvSpPr/>
            <p:nvPr/>
          </p:nvSpPr>
          <p:spPr>
            <a:xfrm>
              <a:off x="7618822" y="111365"/>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FFFFFF">
                    <a:alpha val="50196"/>
                  </a:srgbClr>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331" name="Shape 331"/>
        <p:cNvGrpSpPr/>
        <p:nvPr/>
      </p:nvGrpSpPr>
      <p:grpSpPr>
        <a:xfrm>
          <a:off x="0" y="0"/>
          <a:ext cx="0" cy="0"/>
          <a:chOff x="0" y="0"/>
          <a:chExt cx="0" cy="0"/>
        </a:xfrm>
      </p:grpSpPr>
      <p:sp>
        <p:nvSpPr>
          <p:cNvPr id="332" name="Google Shape;332;p35"/>
          <p:cNvSpPr/>
          <p:nvPr/>
        </p:nvSpPr>
        <p:spPr>
          <a:xfrm>
            <a:off x="4182350" y="2075876"/>
            <a:ext cx="5728043" cy="3491380"/>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5"/>
          <p:cNvSpPr/>
          <p:nvPr/>
        </p:nvSpPr>
        <p:spPr>
          <a:xfrm>
            <a:off x="5816848" y="3347141"/>
            <a:ext cx="4013990" cy="1875356"/>
          </a:xfrm>
          <a:custGeom>
            <a:rect b="b" l="l" r="r" t="t"/>
            <a:pathLst>
              <a:path extrusionOk="0" h="10483" w="22438">
                <a:moveTo>
                  <a:pt x="18307" y="1053"/>
                </a:moveTo>
                <a:cubicBezTo>
                  <a:pt x="17174" y="1740"/>
                  <a:pt x="16505" y="2560"/>
                  <a:pt x="15773" y="3640"/>
                </a:cubicBezTo>
                <a:lnTo>
                  <a:pt x="15773" y="3640"/>
                </a:lnTo>
                <a:cubicBezTo>
                  <a:pt x="15149" y="4550"/>
                  <a:pt x="14658" y="5593"/>
                  <a:pt x="13668" y="6164"/>
                </a:cubicBezTo>
                <a:lnTo>
                  <a:pt x="13668" y="6164"/>
                </a:lnTo>
                <a:cubicBezTo>
                  <a:pt x="12606" y="6762"/>
                  <a:pt x="11009" y="6896"/>
                  <a:pt x="9823" y="6539"/>
                </a:cubicBezTo>
                <a:lnTo>
                  <a:pt x="9823" y="6539"/>
                </a:lnTo>
                <a:cubicBezTo>
                  <a:pt x="8565" y="6156"/>
                  <a:pt x="7049" y="5906"/>
                  <a:pt x="5791" y="6477"/>
                </a:cubicBezTo>
                <a:lnTo>
                  <a:pt x="5791" y="6477"/>
                </a:lnTo>
                <a:cubicBezTo>
                  <a:pt x="4497" y="7057"/>
                  <a:pt x="3293" y="7931"/>
                  <a:pt x="2151" y="8752"/>
                </a:cubicBezTo>
                <a:lnTo>
                  <a:pt x="2151" y="8752"/>
                </a:lnTo>
                <a:cubicBezTo>
                  <a:pt x="1410" y="9296"/>
                  <a:pt x="670" y="9858"/>
                  <a:pt x="1" y="10482"/>
                </a:cubicBezTo>
                <a:lnTo>
                  <a:pt x="1" y="10482"/>
                </a:lnTo>
                <a:lnTo>
                  <a:pt x="22393" y="10482"/>
                </a:lnTo>
                <a:lnTo>
                  <a:pt x="22437" y="98"/>
                </a:lnTo>
                <a:cubicBezTo>
                  <a:pt x="22179" y="27"/>
                  <a:pt x="21902" y="0"/>
                  <a:pt x="21617" y="0"/>
                </a:cubicBezTo>
                <a:lnTo>
                  <a:pt x="21617" y="0"/>
                </a:lnTo>
                <a:cubicBezTo>
                  <a:pt x="20466" y="0"/>
                  <a:pt x="19208" y="517"/>
                  <a:pt x="18307" y="1053"/>
                </a:cubicBezTo>
                <a:close/>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5"/>
          <p:cNvSpPr/>
          <p:nvPr/>
        </p:nvSpPr>
        <p:spPr>
          <a:xfrm rot="-9720741">
            <a:off x="-717073" y="-1675999"/>
            <a:ext cx="5728060" cy="3491392"/>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5" name="Google Shape;335;p35"/>
          <p:cNvGrpSpPr/>
          <p:nvPr/>
        </p:nvGrpSpPr>
        <p:grpSpPr>
          <a:xfrm>
            <a:off x="531953" y="54192"/>
            <a:ext cx="2525032" cy="660100"/>
            <a:chOff x="531953" y="54192"/>
            <a:chExt cx="2525032" cy="660100"/>
          </a:xfrm>
        </p:grpSpPr>
        <p:sp>
          <p:nvSpPr>
            <p:cNvPr id="336" name="Google Shape;336;p35"/>
            <p:cNvSpPr/>
            <p:nvPr/>
          </p:nvSpPr>
          <p:spPr>
            <a:xfrm>
              <a:off x="531953" y="541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5"/>
            <p:cNvSpPr/>
            <p:nvPr/>
          </p:nvSpPr>
          <p:spPr>
            <a:xfrm>
              <a:off x="2311280" y="2454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35"/>
            <p:cNvSpPr/>
            <p:nvPr/>
          </p:nvSpPr>
          <p:spPr>
            <a:xfrm>
              <a:off x="1841797" y="164290"/>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FFFFFF">
                    <a:alpha val="50196"/>
                  </a:srgbClr>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35"/>
            <p:cNvSpPr/>
            <p:nvPr/>
          </p:nvSpPr>
          <p:spPr>
            <a:xfrm>
              <a:off x="2729973" y="542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9_2">
    <p:spTree>
      <p:nvGrpSpPr>
        <p:cNvPr id="340" name="Shape 340"/>
        <p:cNvGrpSpPr/>
        <p:nvPr/>
      </p:nvGrpSpPr>
      <p:grpSpPr>
        <a:xfrm>
          <a:off x="0" y="0"/>
          <a:ext cx="0" cy="0"/>
          <a:chOff x="0" y="0"/>
          <a:chExt cx="0" cy="0"/>
        </a:xfrm>
      </p:grpSpPr>
      <p:sp>
        <p:nvSpPr>
          <p:cNvPr id="341" name="Google Shape;341;p36"/>
          <p:cNvSpPr/>
          <p:nvPr/>
        </p:nvSpPr>
        <p:spPr>
          <a:xfrm flipH="1" rot="1292342">
            <a:off x="-2419456" y="2200421"/>
            <a:ext cx="6095930" cy="3491359"/>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6"/>
          <p:cNvSpPr/>
          <p:nvPr/>
        </p:nvSpPr>
        <p:spPr>
          <a:xfrm rot="5400000">
            <a:off x="6537482" y="2747717"/>
            <a:ext cx="3524097" cy="2396762"/>
          </a:xfrm>
          <a:custGeom>
            <a:rect b="b" l="l" r="r" t="t"/>
            <a:pathLst>
              <a:path extrusionOk="0" h="14034" w="20635">
                <a:moveTo>
                  <a:pt x="20635" y="687"/>
                </a:moveTo>
                <a:cubicBezTo>
                  <a:pt x="18637" y="687"/>
                  <a:pt x="16638" y="768"/>
                  <a:pt x="14649" y="643"/>
                </a:cubicBezTo>
                <a:cubicBezTo>
                  <a:pt x="12552" y="509"/>
                  <a:pt x="10492" y="224"/>
                  <a:pt x="8377" y="224"/>
                </a:cubicBezTo>
                <a:cubicBezTo>
                  <a:pt x="6879" y="224"/>
                  <a:pt x="5380" y="313"/>
                  <a:pt x="3899" y="313"/>
                </a:cubicBezTo>
                <a:cubicBezTo>
                  <a:pt x="3132" y="313"/>
                  <a:pt x="955" y="0"/>
                  <a:pt x="509" y="875"/>
                </a:cubicBezTo>
                <a:cubicBezTo>
                  <a:pt x="1" y="1883"/>
                  <a:pt x="2329" y="3792"/>
                  <a:pt x="2989" y="4300"/>
                </a:cubicBezTo>
                <a:cubicBezTo>
                  <a:pt x="4185" y="5228"/>
                  <a:pt x="5433" y="5335"/>
                  <a:pt x="6879" y="5549"/>
                </a:cubicBezTo>
                <a:cubicBezTo>
                  <a:pt x="8422" y="5781"/>
                  <a:pt x="9832" y="5995"/>
                  <a:pt x="11107" y="6941"/>
                </a:cubicBezTo>
                <a:cubicBezTo>
                  <a:pt x="12196" y="7762"/>
                  <a:pt x="12829" y="8966"/>
                  <a:pt x="13516" y="10099"/>
                </a:cubicBezTo>
                <a:cubicBezTo>
                  <a:pt x="14230" y="11268"/>
                  <a:pt x="15291" y="12151"/>
                  <a:pt x="16496" y="12775"/>
                </a:cubicBezTo>
                <a:cubicBezTo>
                  <a:pt x="17566" y="13320"/>
                  <a:pt x="19074" y="13998"/>
                  <a:pt x="20278" y="14033"/>
                </a:cubicBezTo>
                <a:cubicBezTo>
                  <a:pt x="20421" y="13221"/>
                  <a:pt x="20314" y="12383"/>
                  <a:pt x="20332" y="11562"/>
                </a:cubicBezTo>
                <a:cubicBezTo>
                  <a:pt x="20349" y="10732"/>
                  <a:pt x="20635" y="9930"/>
                  <a:pt x="20635" y="9109"/>
                </a:cubicBezTo>
                <a:cubicBezTo>
                  <a:pt x="20635" y="8252"/>
                  <a:pt x="20635" y="7387"/>
                  <a:pt x="20635" y="6531"/>
                </a:cubicBezTo>
                <a:lnTo>
                  <a:pt x="20635" y="1713"/>
                </a:lnTo>
                <a:close/>
              </a:path>
            </a:pathLst>
          </a:custGeom>
          <a:gradFill>
            <a:gsLst>
              <a:gs pos="0">
                <a:srgbClr val="8134EC">
                  <a:alpha val="70196"/>
                </a:srgbClr>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3" name="Google Shape;343;p36"/>
          <p:cNvGrpSpPr/>
          <p:nvPr/>
        </p:nvGrpSpPr>
        <p:grpSpPr>
          <a:xfrm>
            <a:off x="8209011" y="2860943"/>
            <a:ext cx="934985" cy="2170316"/>
            <a:chOff x="8220061" y="2910118"/>
            <a:chExt cx="934985" cy="2170316"/>
          </a:xfrm>
        </p:grpSpPr>
        <p:sp>
          <p:nvSpPr>
            <p:cNvPr id="344" name="Google Shape;344;p36"/>
            <p:cNvSpPr/>
            <p:nvPr/>
          </p:nvSpPr>
          <p:spPr>
            <a:xfrm>
              <a:off x="8495023" y="4363315"/>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6"/>
            <p:cNvSpPr/>
            <p:nvPr/>
          </p:nvSpPr>
          <p:spPr>
            <a:xfrm>
              <a:off x="8737186" y="37316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36"/>
            <p:cNvSpPr/>
            <p:nvPr/>
          </p:nvSpPr>
          <p:spPr>
            <a:xfrm>
              <a:off x="8220061" y="4753390"/>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6"/>
            <p:cNvSpPr/>
            <p:nvPr/>
          </p:nvSpPr>
          <p:spPr>
            <a:xfrm>
              <a:off x="8552930" y="291011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8" name="Google Shape;348;p36"/>
          <p:cNvGrpSpPr/>
          <p:nvPr/>
        </p:nvGrpSpPr>
        <p:grpSpPr>
          <a:xfrm rot="7347507">
            <a:off x="371745" y="3666596"/>
            <a:ext cx="682717" cy="1547317"/>
            <a:chOff x="-33427" y="3476090"/>
            <a:chExt cx="682702" cy="1547282"/>
          </a:xfrm>
        </p:grpSpPr>
        <p:sp>
          <p:nvSpPr>
            <p:cNvPr id="349" name="Google Shape;349;p36"/>
            <p:cNvSpPr/>
            <p:nvPr/>
          </p:nvSpPr>
          <p:spPr>
            <a:xfrm>
              <a:off x="180505" y="42564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36"/>
            <p:cNvSpPr/>
            <p:nvPr/>
          </p:nvSpPr>
          <p:spPr>
            <a:xfrm>
              <a:off x="-33427" y="3476090"/>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36"/>
            <p:cNvSpPr/>
            <p:nvPr/>
          </p:nvSpPr>
          <p:spPr>
            <a:xfrm>
              <a:off x="133086" y="469632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55" name="Shape 355"/>
        <p:cNvGrpSpPr/>
        <p:nvPr/>
      </p:nvGrpSpPr>
      <p:grpSpPr>
        <a:xfrm>
          <a:off x="0" y="0"/>
          <a:ext cx="0" cy="0"/>
          <a:chOff x="0" y="0"/>
          <a:chExt cx="0" cy="0"/>
        </a:xfrm>
      </p:grpSpPr>
      <p:sp>
        <p:nvSpPr>
          <p:cNvPr id="356" name="Google Shape;356;p38"/>
          <p:cNvSpPr/>
          <p:nvPr/>
        </p:nvSpPr>
        <p:spPr>
          <a:xfrm>
            <a:off x="4250050" y="1652126"/>
            <a:ext cx="5728043" cy="3491380"/>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8"/>
          <p:cNvSpPr/>
          <p:nvPr/>
        </p:nvSpPr>
        <p:spPr>
          <a:xfrm>
            <a:off x="5129998" y="3268141"/>
            <a:ext cx="4013990" cy="1875356"/>
          </a:xfrm>
          <a:custGeom>
            <a:rect b="b" l="l" r="r" t="t"/>
            <a:pathLst>
              <a:path extrusionOk="0" h="10483" w="22438">
                <a:moveTo>
                  <a:pt x="18307" y="1053"/>
                </a:moveTo>
                <a:cubicBezTo>
                  <a:pt x="17174" y="1740"/>
                  <a:pt x="16505" y="2560"/>
                  <a:pt x="15773" y="3640"/>
                </a:cubicBezTo>
                <a:lnTo>
                  <a:pt x="15773" y="3640"/>
                </a:lnTo>
                <a:cubicBezTo>
                  <a:pt x="15149" y="4550"/>
                  <a:pt x="14658" y="5593"/>
                  <a:pt x="13668" y="6164"/>
                </a:cubicBezTo>
                <a:lnTo>
                  <a:pt x="13668" y="6164"/>
                </a:lnTo>
                <a:cubicBezTo>
                  <a:pt x="12606" y="6762"/>
                  <a:pt x="11009" y="6896"/>
                  <a:pt x="9823" y="6539"/>
                </a:cubicBezTo>
                <a:lnTo>
                  <a:pt x="9823" y="6539"/>
                </a:lnTo>
                <a:cubicBezTo>
                  <a:pt x="8565" y="6156"/>
                  <a:pt x="7049" y="5906"/>
                  <a:pt x="5791" y="6477"/>
                </a:cubicBezTo>
                <a:lnTo>
                  <a:pt x="5791" y="6477"/>
                </a:lnTo>
                <a:cubicBezTo>
                  <a:pt x="4497" y="7057"/>
                  <a:pt x="3293" y="7931"/>
                  <a:pt x="2151" y="8752"/>
                </a:cubicBezTo>
                <a:lnTo>
                  <a:pt x="2151" y="8752"/>
                </a:lnTo>
                <a:cubicBezTo>
                  <a:pt x="1410" y="9296"/>
                  <a:pt x="670" y="9858"/>
                  <a:pt x="1" y="10482"/>
                </a:cubicBezTo>
                <a:lnTo>
                  <a:pt x="1" y="10482"/>
                </a:lnTo>
                <a:lnTo>
                  <a:pt x="22393" y="10482"/>
                </a:lnTo>
                <a:lnTo>
                  <a:pt x="22437" y="98"/>
                </a:lnTo>
                <a:cubicBezTo>
                  <a:pt x="22179" y="27"/>
                  <a:pt x="21902" y="0"/>
                  <a:pt x="21617" y="0"/>
                </a:cubicBezTo>
                <a:lnTo>
                  <a:pt x="21617" y="0"/>
                </a:lnTo>
                <a:cubicBezTo>
                  <a:pt x="20466" y="0"/>
                  <a:pt x="19208" y="517"/>
                  <a:pt x="18307" y="1053"/>
                </a:cubicBezTo>
                <a:close/>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38"/>
          <p:cNvSpPr txBox="1"/>
          <p:nvPr>
            <p:ph type="ctrTitle"/>
          </p:nvPr>
        </p:nvSpPr>
        <p:spPr>
          <a:xfrm>
            <a:off x="1007425" y="819213"/>
            <a:ext cx="3033000" cy="27606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5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359" name="Google Shape;359;p38"/>
          <p:cNvSpPr txBox="1"/>
          <p:nvPr>
            <p:ph idx="1" type="subTitle"/>
          </p:nvPr>
        </p:nvSpPr>
        <p:spPr>
          <a:xfrm>
            <a:off x="2217100" y="3702075"/>
            <a:ext cx="1823400" cy="6222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200"/>
              <a:buNone/>
              <a:defRPr sz="14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pic>
        <p:nvPicPr>
          <p:cNvPr id="360" name="Google Shape;360;p38"/>
          <p:cNvPicPr preferRelativeResize="0"/>
          <p:nvPr/>
        </p:nvPicPr>
        <p:blipFill>
          <a:blip r:embed="rId2">
            <a:alphaModFix/>
          </a:blip>
          <a:stretch>
            <a:fillRect/>
          </a:stretch>
        </p:blipFill>
        <p:spPr>
          <a:xfrm>
            <a:off x="388400" y="405475"/>
            <a:ext cx="1220961" cy="522900"/>
          </a:xfrm>
          <a:prstGeom prst="rect">
            <a:avLst/>
          </a:prstGeom>
          <a:noFill/>
          <a:ln>
            <a:noFill/>
          </a:ln>
        </p:spPr>
      </p:pic>
      <p:grpSp>
        <p:nvGrpSpPr>
          <p:cNvPr id="361" name="Google Shape;361;p38"/>
          <p:cNvGrpSpPr/>
          <p:nvPr/>
        </p:nvGrpSpPr>
        <p:grpSpPr>
          <a:xfrm>
            <a:off x="388400" y="4554000"/>
            <a:ext cx="3503306" cy="400826"/>
            <a:chOff x="388400" y="4554000"/>
            <a:chExt cx="3503306" cy="400826"/>
          </a:xfrm>
        </p:grpSpPr>
        <p:pic>
          <p:nvPicPr>
            <p:cNvPr id="362" name="Google Shape;362;p38"/>
            <p:cNvPicPr preferRelativeResize="0"/>
            <p:nvPr/>
          </p:nvPicPr>
          <p:blipFill rotWithShape="1">
            <a:blip r:embed="rId3">
              <a:alphaModFix/>
            </a:blip>
            <a:srcRect b="32197" l="15494" r="15487" t="32197"/>
            <a:stretch/>
          </p:blipFill>
          <p:spPr>
            <a:xfrm>
              <a:off x="388400" y="4554001"/>
              <a:ext cx="1118505" cy="400825"/>
            </a:xfrm>
            <a:prstGeom prst="rect">
              <a:avLst/>
            </a:prstGeom>
            <a:noFill/>
            <a:ln>
              <a:noFill/>
            </a:ln>
          </p:spPr>
        </p:pic>
        <p:pic>
          <p:nvPicPr>
            <p:cNvPr id="363" name="Google Shape;363;p38"/>
            <p:cNvPicPr preferRelativeResize="0"/>
            <p:nvPr/>
          </p:nvPicPr>
          <p:blipFill rotWithShape="1">
            <a:blip r:embed="rId4">
              <a:alphaModFix/>
            </a:blip>
            <a:srcRect b="-14933" l="-11787" r="-11775" t="-14920"/>
            <a:stretch/>
          </p:blipFill>
          <p:spPr>
            <a:xfrm>
              <a:off x="1506897" y="4554000"/>
              <a:ext cx="1118499" cy="400825"/>
            </a:xfrm>
            <a:prstGeom prst="rect">
              <a:avLst/>
            </a:prstGeom>
            <a:noFill/>
            <a:ln>
              <a:noFill/>
            </a:ln>
          </p:spPr>
        </p:pic>
        <p:pic>
          <p:nvPicPr>
            <p:cNvPr id="364" name="Google Shape;364;p38"/>
            <p:cNvPicPr preferRelativeResize="0"/>
            <p:nvPr/>
          </p:nvPicPr>
          <p:blipFill>
            <a:blip r:embed="rId5">
              <a:alphaModFix/>
            </a:blip>
            <a:stretch>
              <a:fillRect/>
            </a:stretch>
          </p:blipFill>
          <p:spPr>
            <a:xfrm>
              <a:off x="2679714" y="4637541"/>
              <a:ext cx="1211991" cy="233744"/>
            </a:xfrm>
            <a:prstGeom prst="rect">
              <a:avLst/>
            </a:prstGeom>
            <a:noFill/>
            <a:ln>
              <a:noFill/>
            </a:ln>
          </p:spPr>
        </p:pic>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5" name="Shape 365"/>
        <p:cNvGrpSpPr/>
        <p:nvPr/>
      </p:nvGrpSpPr>
      <p:grpSpPr>
        <a:xfrm>
          <a:off x="0" y="0"/>
          <a:ext cx="0" cy="0"/>
          <a:chOff x="0" y="0"/>
          <a:chExt cx="0" cy="0"/>
        </a:xfrm>
      </p:grpSpPr>
      <p:sp>
        <p:nvSpPr>
          <p:cNvPr id="366" name="Google Shape;366;p39"/>
          <p:cNvSpPr/>
          <p:nvPr/>
        </p:nvSpPr>
        <p:spPr>
          <a:xfrm flipH="1">
            <a:off x="-847382" y="2075875"/>
            <a:ext cx="5842699" cy="3491380"/>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39"/>
          <p:cNvSpPr/>
          <p:nvPr/>
        </p:nvSpPr>
        <p:spPr>
          <a:xfrm>
            <a:off x="6638834" y="-220904"/>
            <a:ext cx="2625339" cy="1785511"/>
          </a:xfrm>
          <a:custGeom>
            <a:rect b="b" l="l" r="r" t="t"/>
            <a:pathLst>
              <a:path extrusionOk="0" h="14034" w="20635">
                <a:moveTo>
                  <a:pt x="20635" y="687"/>
                </a:moveTo>
                <a:cubicBezTo>
                  <a:pt x="18637" y="687"/>
                  <a:pt x="16638" y="768"/>
                  <a:pt x="14649" y="643"/>
                </a:cubicBezTo>
                <a:cubicBezTo>
                  <a:pt x="12552" y="509"/>
                  <a:pt x="10492" y="224"/>
                  <a:pt x="8377" y="224"/>
                </a:cubicBezTo>
                <a:cubicBezTo>
                  <a:pt x="6879" y="224"/>
                  <a:pt x="5380" y="313"/>
                  <a:pt x="3899" y="313"/>
                </a:cubicBezTo>
                <a:cubicBezTo>
                  <a:pt x="3132" y="313"/>
                  <a:pt x="955" y="0"/>
                  <a:pt x="509" y="875"/>
                </a:cubicBezTo>
                <a:cubicBezTo>
                  <a:pt x="1" y="1883"/>
                  <a:pt x="2329" y="3792"/>
                  <a:pt x="2989" y="4300"/>
                </a:cubicBezTo>
                <a:cubicBezTo>
                  <a:pt x="4185" y="5228"/>
                  <a:pt x="5433" y="5335"/>
                  <a:pt x="6879" y="5549"/>
                </a:cubicBezTo>
                <a:cubicBezTo>
                  <a:pt x="8422" y="5781"/>
                  <a:pt x="9832" y="5995"/>
                  <a:pt x="11107" y="6941"/>
                </a:cubicBezTo>
                <a:cubicBezTo>
                  <a:pt x="12196" y="7762"/>
                  <a:pt x="12829" y="8966"/>
                  <a:pt x="13516" y="10099"/>
                </a:cubicBezTo>
                <a:cubicBezTo>
                  <a:pt x="14230" y="11268"/>
                  <a:pt x="15291" y="12151"/>
                  <a:pt x="16496" y="12775"/>
                </a:cubicBezTo>
                <a:cubicBezTo>
                  <a:pt x="17566" y="13320"/>
                  <a:pt x="19074" y="13998"/>
                  <a:pt x="20278" y="14033"/>
                </a:cubicBezTo>
                <a:cubicBezTo>
                  <a:pt x="20421" y="13221"/>
                  <a:pt x="20314" y="12383"/>
                  <a:pt x="20332" y="11562"/>
                </a:cubicBezTo>
                <a:cubicBezTo>
                  <a:pt x="20349" y="10732"/>
                  <a:pt x="20635" y="9930"/>
                  <a:pt x="20635" y="9109"/>
                </a:cubicBezTo>
                <a:cubicBezTo>
                  <a:pt x="20635" y="8252"/>
                  <a:pt x="20635" y="7387"/>
                  <a:pt x="20635" y="6531"/>
                </a:cubicBezTo>
                <a:lnTo>
                  <a:pt x="20635" y="1713"/>
                </a:lnTo>
                <a:close/>
              </a:path>
            </a:pathLst>
          </a:custGeom>
          <a:gradFill>
            <a:gsLst>
              <a:gs pos="0">
                <a:srgbClr val="8134EC">
                  <a:alpha val="70196"/>
                </a:srgbClr>
              </a:gs>
              <a:gs pos="100000">
                <a:schemeClr val="accent1"/>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8" name="Google Shape;368;p39"/>
          <p:cNvGrpSpPr/>
          <p:nvPr/>
        </p:nvGrpSpPr>
        <p:grpSpPr>
          <a:xfrm>
            <a:off x="7542636" y="81040"/>
            <a:ext cx="1521562" cy="1069823"/>
            <a:chOff x="7542636" y="81040"/>
            <a:chExt cx="1521562" cy="1069823"/>
          </a:xfrm>
        </p:grpSpPr>
        <p:sp>
          <p:nvSpPr>
            <p:cNvPr id="369" name="Google Shape;369;p39"/>
            <p:cNvSpPr/>
            <p:nvPr/>
          </p:nvSpPr>
          <p:spPr>
            <a:xfrm>
              <a:off x="8132548" y="81040"/>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9"/>
            <p:cNvSpPr/>
            <p:nvPr/>
          </p:nvSpPr>
          <p:spPr>
            <a:xfrm>
              <a:off x="8737186" y="75295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39"/>
            <p:cNvSpPr/>
            <p:nvPr/>
          </p:nvSpPr>
          <p:spPr>
            <a:xfrm>
              <a:off x="7542636" y="139240"/>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39"/>
            <p:cNvSpPr/>
            <p:nvPr/>
          </p:nvSpPr>
          <p:spPr>
            <a:xfrm>
              <a:off x="8048505" y="68206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3" name="Google Shape;373;p39"/>
          <p:cNvSpPr txBox="1"/>
          <p:nvPr>
            <p:ph type="title"/>
          </p:nvPr>
        </p:nvSpPr>
        <p:spPr>
          <a:xfrm>
            <a:off x="3525900" y="3189750"/>
            <a:ext cx="49050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74" name="Google Shape;374;p39"/>
          <p:cNvSpPr txBox="1"/>
          <p:nvPr>
            <p:ph hasCustomPrompt="1" idx="2" type="title"/>
          </p:nvPr>
        </p:nvSpPr>
        <p:spPr>
          <a:xfrm>
            <a:off x="5084000" y="1609750"/>
            <a:ext cx="1789200" cy="10821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8000">
                <a:solidFill>
                  <a:schemeClr val="dk2"/>
                </a:solidFill>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grpSp>
        <p:nvGrpSpPr>
          <p:cNvPr id="375" name="Google Shape;375;p39"/>
          <p:cNvGrpSpPr/>
          <p:nvPr/>
        </p:nvGrpSpPr>
        <p:grpSpPr>
          <a:xfrm>
            <a:off x="388400" y="4554000"/>
            <a:ext cx="2236996" cy="400826"/>
            <a:chOff x="388400" y="4554000"/>
            <a:chExt cx="2236996" cy="400826"/>
          </a:xfrm>
        </p:grpSpPr>
        <p:pic>
          <p:nvPicPr>
            <p:cNvPr id="376" name="Google Shape;376;p39"/>
            <p:cNvPicPr preferRelativeResize="0"/>
            <p:nvPr/>
          </p:nvPicPr>
          <p:blipFill rotWithShape="1">
            <a:blip r:embed="rId2">
              <a:alphaModFix/>
            </a:blip>
            <a:srcRect b="32197" l="15494" r="15487" t="32197"/>
            <a:stretch/>
          </p:blipFill>
          <p:spPr>
            <a:xfrm>
              <a:off x="388400" y="4554001"/>
              <a:ext cx="1118505" cy="400825"/>
            </a:xfrm>
            <a:prstGeom prst="rect">
              <a:avLst/>
            </a:prstGeom>
            <a:noFill/>
            <a:ln>
              <a:noFill/>
            </a:ln>
          </p:spPr>
        </p:pic>
        <p:pic>
          <p:nvPicPr>
            <p:cNvPr id="377" name="Google Shape;377;p39"/>
            <p:cNvPicPr preferRelativeResize="0"/>
            <p:nvPr/>
          </p:nvPicPr>
          <p:blipFill rotWithShape="1">
            <a:blip r:embed="rId3">
              <a:alphaModFix/>
            </a:blip>
            <a:srcRect b="-14933" l="-11787" r="-11775" t="-14920"/>
            <a:stretch/>
          </p:blipFill>
          <p:spPr>
            <a:xfrm>
              <a:off x="1506897" y="4554000"/>
              <a:ext cx="1118499" cy="400825"/>
            </a:xfrm>
            <a:prstGeom prst="rect">
              <a:avLst/>
            </a:prstGeom>
            <a:noFill/>
            <a:ln>
              <a:noFill/>
            </a:ln>
          </p:spPr>
        </p:pic>
      </p:grpSp>
      <p:pic>
        <p:nvPicPr>
          <p:cNvPr id="378" name="Google Shape;378;p39"/>
          <p:cNvPicPr preferRelativeResize="0"/>
          <p:nvPr/>
        </p:nvPicPr>
        <p:blipFill>
          <a:blip r:embed="rId4">
            <a:alphaModFix/>
          </a:blip>
          <a:stretch>
            <a:fillRect/>
          </a:stretch>
        </p:blipFill>
        <p:spPr>
          <a:xfrm>
            <a:off x="388400" y="405475"/>
            <a:ext cx="1220961" cy="522900"/>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79" name="Shape 379"/>
        <p:cNvGrpSpPr/>
        <p:nvPr/>
      </p:nvGrpSpPr>
      <p:grpSpPr>
        <a:xfrm>
          <a:off x="0" y="0"/>
          <a:ext cx="0" cy="0"/>
          <a:chOff x="0" y="0"/>
          <a:chExt cx="0" cy="0"/>
        </a:xfrm>
      </p:grpSpPr>
      <p:sp>
        <p:nvSpPr>
          <p:cNvPr id="380" name="Google Shape;380;p40"/>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81" name="Google Shape;381;p40"/>
          <p:cNvSpPr txBox="1"/>
          <p:nvPr>
            <p:ph idx="1" type="body"/>
          </p:nvPr>
        </p:nvSpPr>
        <p:spPr>
          <a:xfrm>
            <a:off x="720000" y="1215752"/>
            <a:ext cx="7704000" cy="34164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Char char="●"/>
              <a:defRPr sz="1200"/>
            </a:lvl1pPr>
            <a:lvl2pPr indent="-304800" lvl="1" marL="914400">
              <a:lnSpc>
                <a:spcPct val="115000"/>
              </a:lnSpc>
              <a:spcBef>
                <a:spcPts val="1600"/>
              </a:spcBef>
              <a:spcAft>
                <a:spcPts val="0"/>
              </a:spcAft>
              <a:buSzPts val="1200"/>
              <a:buFont typeface="Roboto Condensed Light"/>
              <a:buChar char="○"/>
              <a:defRPr/>
            </a:lvl2pPr>
            <a:lvl3pPr indent="-304800" lvl="2" marL="1371600">
              <a:lnSpc>
                <a:spcPct val="115000"/>
              </a:lnSpc>
              <a:spcBef>
                <a:spcPts val="1600"/>
              </a:spcBef>
              <a:spcAft>
                <a:spcPts val="0"/>
              </a:spcAft>
              <a:buSzPts val="1200"/>
              <a:buFont typeface="Roboto Condensed Light"/>
              <a:buChar char="■"/>
              <a:defRPr/>
            </a:lvl3pPr>
            <a:lvl4pPr indent="-304800" lvl="3" marL="1828800">
              <a:lnSpc>
                <a:spcPct val="115000"/>
              </a:lnSpc>
              <a:spcBef>
                <a:spcPts val="1600"/>
              </a:spcBef>
              <a:spcAft>
                <a:spcPts val="0"/>
              </a:spcAft>
              <a:buSzPts val="1200"/>
              <a:buFont typeface="Roboto Condensed Light"/>
              <a:buChar char="●"/>
              <a:defRPr/>
            </a:lvl4pPr>
            <a:lvl5pPr indent="-304800" lvl="4" marL="2286000">
              <a:lnSpc>
                <a:spcPct val="115000"/>
              </a:lnSpc>
              <a:spcBef>
                <a:spcPts val="1600"/>
              </a:spcBef>
              <a:spcAft>
                <a:spcPts val="0"/>
              </a:spcAft>
              <a:buSzPts val="1200"/>
              <a:buFont typeface="Roboto Condensed Light"/>
              <a:buChar char="○"/>
              <a:defRPr/>
            </a:lvl5pPr>
            <a:lvl6pPr indent="-304800" lvl="5" marL="2743200">
              <a:lnSpc>
                <a:spcPct val="115000"/>
              </a:lnSpc>
              <a:spcBef>
                <a:spcPts val="1600"/>
              </a:spcBef>
              <a:spcAft>
                <a:spcPts val="0"/>
              </a:spcAft>
              <a:buSzPts val="1200"/>
              <a:buFont typeface="Roboto Condensed Light"/>
              <a:buChar char="■"/>
              <a:defRPr/>
            </a:lvl6pPr>
            <a:lvl7pPr indent="-304800" lvl="6" marL="3200400">
              <a:lnSpc>
                <a:spcPct val="115000"/>
              </a:lnSpc>
              <a:spcBef>
                <a:spcPts val="1600"/>
              </a:spcBef>
              <a:spcAft>
                <a:spcPts val="0"/>
              </a:spcAft>
              <a:buSzPts val="1200"/>
              <a:buFont typeface="Roboto Condensed Light"/>
              <a:buChar char="●"/>
              <a:defRPr/>
            </a:lvl7pPr>
            <a:lvl8pPr indent="-304800" lvl="7" marL="3657600">
              <a:lnSpc>
                <a:spcPct val="115000"/>
              </a:lnSpc>
              <a:spcBef>
                <a:spcPts val="1600"/>
              </a:spcBef>
              <a:spcAft>
                <a:spcPts val="0"/>
              </a:spcAft>
              <a:buSzPts val="1200"/>
              <a:buFont typeface="Roboto Condensed Light"/>
              <a:buChar char="○"/>
              <a:defRPr/>
            </a:lvl8pPr>
            <a:lvl9pPr indent="-304800" lvl="8" marL="4114800">
              <a:lnSpc>
                <a:spcPct val="115000"/>
              </a:lnSpc>
              <a:spcBef>
                <a:spcPts val="1600"/>
              </a:spcBef>
              <a:spcAft>
                <a:spcPts val="1600"/>
              </a:spcAft>
              <a:buSzPts val="1200"/>
              <a:buFont typeface="Roboto Condensed Light"/>
              <a:buChar char="■"/>
              <a:defRPr/>
            </a:lvl9pPr>
          </a:lstStyle>
          <a:p/>
        </p:txBody>
      </p:sp>
      <p:sp>
        <p:nvSpPr>
          <p:cNvPr id="382" name="Google Shape;382;p40"/>
          <p:cNvSpPr/>
          <p:nvPr/>
        </p:nvSpPr>
        <p:spPr>
          <a:xfrm>
            <a:off x="4523725" y="3162601"/>
            <a:ext cx="5728043" cy="3491380"/>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40"/>
          <p:cNvSpPr/>
          <p:nvPr/>
        </p:nvSpPr>
        <p:spPr>
          <a:xfrm rot="-10492926">
            <a:off x="-1867197" y="3324908"/>
            <a:ext cx="3817099" cy="3985333"/>
          </a:xfrm>
          <a:custGeom>
            <a:rect b="b" l="l" r="r" t="t"/>
            <a:pathLst>
              <a:path extrusionOk="0" h="29882" w="28620">
                <a:moveTo>
                  <a:pt x="9332" y="0"/>
                </a:moveTo>
                <a:cubicBezTo>
                  <a:pt x="8101" y="0"/>
                  <a:pt x="6861" y="562"/>
                  <a:pt x="5978" y="1437"/>
                </a:cubicBezTo>
                <a:cubicBezTo>
                  <a:pt x="5210" y="2195"/>
                  <a:pt x="4693" y="3149"/>
                  <a:pt x="4363" y="4166"/>
                </a:cubicBezTo>
                <a:cubicBezTo>
                  <a:pt x="4042" y="5192"/>
                  <a:pt x="3961" y="6272"/>
                  <a:pt x="3560" y="7280"/>
                </a:cubicBezTo>
                <a:cubicBezTo>
                  <a:pt x="2721" y="9341"/>
                  <a:pt x="750" y="10554"/>
                  <a:pt x="295" y="12829"/>
                </a:cubicBezTo>
                <a:cubicBezTo>
                  <a:pt x="0" y="14310"/>
                  <a:pt x="331" y="15933"/>
                  <a:pt x="1312" y="17084"/>
                </a:cubicBezTo>
                <a:cubicBezTo>
                  <a:pt x="1963" y="17842"/>
                  <a:pt x="2846" y="18360"/>
                  <a:pt x="3783" y="18708"/>
                </a:cubicBezTo>
                <a:cubicBezTo>
                  <a:pt x="4247" y="18877"/>
                  <a:pt x="4720" y="18993"/>
                  <a:pt x="5192" y="19100"/>
                </a:cubicBezTo>
                <a:cubicBezTo>
                  <a:pt x="5549" y="19189"/>
                  <a:pt x="5915" y="19261"/>
                  <a:pt x="6272" y="19350"/>
                </a:cubicBezTo>
                <a:cubicBezTo>
                  <a:pt x="6879" y="19511"/>
                  <a:pt x="7423" y="19957"/>
                  <a:pt x="7878" y="20385"/>
                </a:cubicBezTo>
                <a:cubicBezTo>
                  <a:pt x="8913" y="21339"/>
                  <a:pt x="9671" y="22579"/>
                  <a:pt x="10331" y="23811"/>
                </a:cubicBezTo>
                <a:cubicBezTo>
                  <a:pt x="11009" y="25086"/>
                  <a:pt x="11518" y="26398"/>
                  <a:pt x="12508" y="27468"/>
                </a:cubicBezTo>
                <a:cubicBezTo>
                  <a:pt x="13418" y="28458"/>
                  <a:pt x="14577" y="29217"/>
                  <a:pt x="15871" y="29600"/>
                </a:cubicBezTo>
                <a:cubicBezTo>
                  <a:pt x="16506" y="29788"/>
                  <a:pt x="17169" y="29882"/>
                  <a:pt x="17832" y="29882"/>
                </a:cubicBezTo>
                <a:cubicBezTo>
                  <a:pt x="19368" y="29882"/>
                  <a:pt x="20902" y="29380"/>
                  <a:pt x="22080" y="28396"/>
                </a:cubicBezTo>
                <a:cubicBezTo>
                  <a:pt x="22928" y="27700"/>
                  <a:pt x="23614" y="26665"/>
                  <a:pt x="23498" y="25577"/>
                </a:cubicBezTo>
                <a:cubicBezTo>
                  <a:pt x="23427" y="24836"/>
                  <a:pt x="22990" y="24176"/>
                  <a:pt x="22446" y="23677"/>
                </a:cubicBezTo>
                <a:cubicBezTo>
                  <a:pt x="21732" y="23025"/>
                  <a:pt x="20822" y="22695"/>
                  <a:pt x="20153" y="22000"/>
                </a:cubicBezTo>
                <a:cubicBezTo>
                  <a:pt x="19074" y="20867"/>
                  <a:pt x="18797" y="19038"/>
                  <a:pt x="19502" y="17637"/>
                </a:cubicBezTo>
                <a:cubicBezTo>
                  <a:pt x="20233" y="16192"/>
                  <a:pt x="21625" y="15648"/>
                  <a:pt x="23133" y="15541"/>
                </a:cubicBezTo>
                <a:cubicBezTo>
                  <a:pt x="24623" y="15434"/>
                  <a:pt x="26219" y="14443"/>
                  <a:pt x="27156" y="13302"/>
                </a:cubicBezTo>
                <a:cubicBezTo>
                  <a:pt x="28182" y="12053"/>
                  <a:pt x="28619" y="10277"/>
                  <a:pt x="28075" y="8752"/>
                </a:cubicBezTo>
                <a:cubicBezTo>
                  <a:pt x="27754" y="7851"/>
                  <a:pt x="27058" y="7084"/>
                  <a:pt x="26202" y="6647"/>
                </a:cubicBezTo>
                <a:cubicBezTo>
                  <a:pt x="25635" y="6363"/>
                  <a:pt x="25044" y="6284"/>
                  <a:pt x="24441" y="6284"/>
                </a:cubicBezTo>
                <a:cubicBezTo>
                  <a:pt x="24077" y="6284"/>
                  <a:pt x="23708" y="6313"/>
                  <a:pt x="23338" y="6343"/>
                </a:cubicBezTo>
                <a:cubicBezTo>
                  <a:pt x="22809" y="6381"/>
                  <a:pt x="22275" y="6405"/>
                  <a:pt x="21741" y="6405"/>
                </a:cubicBezTo>
                <a:cubicBezTo>
                  <a:pt x="19781" y="6405"/>
                  <a:pt x="17823" y="6089"/>
                  <a:pt x="16112" y="5023"/>
                </a:cubicBezTo>
                <a:cubicBezTo>
                  <a:pt x="14988" y="4327"/>
                  <a:pt x="14158" y="3274"/>
                  <a:pt x="13293" y="2293"/>
                </a:cubicBezTo>
                <a:cubicBezTo>
                  <a:pt x="12508" y="1401"/>
                  <a:pt x="11607" y="536"/>
                  <a:pt x="10474" y="179"/>
                </a:cubicBezTo>
                <a:cubicBezTo>
                  <a:pt x="10099" y="54"/>
                  <a:pt x="9715" y="0"/>
                  <a:pt x="9332" y="0"/>
                </a:cubicBezTo>
                <a:close/>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4" name="Google Shape;384;p40"/>
          <p:cNvGrpSpPr/>
          <p:nvPr/>
        </p:nvGrpSpPr>
        <p:grpSpPr>
          <a:xfrm>
            <a:off x="-54470" y="2967153"/>
            <a:ext cx="774471" cy="1912390"/>
            <a:chOff x="-54470" y="2967153"/>
            <a:chExt cx="774471" cy="1912390"/>
          </a:xfrm>
        </p:grpSpPr>
        <p:sp>
          <p:nvSpPr>
            <p:cNvPr id="385" name="Google Shape;385;p40"/>
            <p:cNvSpPr/>
            <p:nvPr/>
          </p:nvSpPr>
          <p:spPr>
            <a:xfrm>
              <a:off x="59978" y="421944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40"/>
            <p:cNvSpPr/>
            <p:nvPr/>
          </p:nvSpPr>
          <p:spPr>
            <a:xfrm>
              <a:off x="-54470" y="347431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40"/>
            <p:cNvSpPr/>
            <p:nvPr/>
          </p:nvSpPr>
          <p:spPr>
            <a:xfrm>
              <a:off x="338511" y="296715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40"/>
            <p:cNvSpPr/>
            <p:nvPr/>
          </p:nvSpPr>
          <p:spPr>
            <a:xfrm>
              <a:off x="338511" y="383087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9" name="Google Shape;389;p40"/>
          <p:cNvGrpSpPr/>
          <p:nvPr/>
        </p:nvGrpSpPr>
        <p:grpSpPr>
          <a:xfrm>
            <a:off x="7450103" y="2640103"/>
            <a:ext cx="1597872" cy="2451290"/>
            <a:chOff x="7450103" y="2640103"/>
            <a:chExt cx="1597872" cy="2451290"/>
          </a:xfrm>
        </p:grpSpPr>
        <p:sp>
          <p:nvSpPr>
            <p:cNvPr id="390" name="Google Shape;390;p40"/>
            <p:cNvSpPr/>
            <p:nvPr/>
          </p:nvSpPr>
          <p:spPr>
            <a:xfrm>
              <a:off x="7450103" y="44312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40"/>
            <p:cNvSpPr/>
            <p:nvPr/>
          </p:nvSpPr>
          <p:spPr>
            <a:xfrm>
              <a:off x="8430905" y="425356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40"/>
            <p:cNvSpPr/>
            <p:nvPr/>
          </p:nvSpPr>
          <p:spPr>
            <a:xfrm>
              <a:off x="8478061" y="26401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40"/>
            <p:cNvSpPr/>
            <p:nvPr/>
          </p:nvSpPr>
          <p:spPr>
            <a:xfrm>
              <a:off x="8478061" y="375982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40"/>
            <p:cNvSpPr/>
            <p:nvPr/>
          </p:nvSpPr>
          <p:spPr>
            <a:xfrm>
              <a:off x="8579205" y="33075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95" name="Shape 395"/>
        <p:cNvGrpSpPr/>
        <p:nvPr/>
      </p:nvGrpSpPr>
      <p:grpSpPr>
        <a:xfrm>
          <a:off x="0" y="0"/>
          <a:ext cx="0" cy="0"/>
          <a:chOff x="0" y="0"/>
          <a:chExt cx="0" cy="0"/>
        </a:xfrm>
      </p:grpSpPr>
      <p:sp>
        <p:nvSpPr>
          <p:cNvPr id="396" name="Google Shape;396;p41"/>
          <p:cNvSpPr/>
          <p:nvPr/>
        </p:nvSpPr>
        <p:spPr>
          <a:xfrm>
            <a:off x="5052478" y="3569975"/>
            <a:ext cx="5371040" cy="2068243"/>
          </a:xfrm>
          <a:custGeom>
            <a:rect b="b" l="l" r="r" t="t"/>
            <a:pathLst>
              <a:path extrusionOk="0" h="10483" w="22438">
                <a:moveTo>
                  <a:pt x="18307" y="1053"/>
                </a:moveTo>
                <a:cubicBezTo>
                  <a:pt x="17174" y="1740"/>
                  <a:pt x="16505" y="2560"/>
                  <a:pt x="15773" y="3640"/>
                </a:cubicBezTo>
                <a:lnTo>
                  <a:pt x="15773" y="3640"/>
                </a:lnTo>
                <a:cubicBezTo>
                  <a:pt x="15149" y="4550"/>
                  <a:pt x="14658" y="5593"/>
                  <a:pt x="13668" y="6164"/>
                </a:cubicBezTo>
                <a:lnTo>
                  <a:pt x="13668" y="6164"/>
                </a:lnTo>
                <a:cubicBezTo>
                  <a:pt x="12606" y="6762"/>
                  <a:pt x="11009" y="6896"/>
                  <a:pt x="9823" y="6539"/>
                </a:cubicBezTo>
                <a:lnTo>
                  <a:pt x="9823" y="6539"/>
                </a:lnTo>
                <a:cubicBezTo>
                  <a:pt x="8565" y="6156"/>
                  <a:pt x="7049" y="5906"/>
                  <a:pt x="5791" y="6477"/>
                </a:cubicBezTo>
                <a:lnTo>
                  <a:pt x="5791" y="6477"/>
                </a:lnTo>
                <a:cubicBezTo>
                  <a:pt x="4497" y="7057"/>
                  <a:pt x="3293" y="7931"/>
                  <a:pt x="2151" y="8752"/>
                </a:cubicBezTo>
                <a:lnTo>
                  <a:pt x="2151" y="8752"/>
                </a:lnTo>
                <a:cubicBezTo>
                  <a:pt x="1410" y="9296"/>
                  <a:pt x="670" y="9858"/>
                  <a:pt x="1" y="10482"/>
                </a:cubicBezTo>
                <a:lnTo>
                  <a:pt x="1" y="10482"/>
                </a:lnTo>
                <a:lnTo>
                  <a:pt x="22393" y="10482"/>
                </a:lnTo>
                <a:lnTo>
                  <a:pt x="22437" y="98"/>
                </a:lnTo>
                <a:cubicBezTo>
                  <a:pt x="22179" y="27"/>
                  <a:pt x="21902" y="0"/>
                  <a:pt x="21617" y="0"/>
                </a:cubicBezTo>
                <a:lnTo>
                  <a:pt x="21617" y="0"/>
                </a:lnTo>
                <a:cubicBezTo>
                  <a:pt x="20466" y="0"/>
                  <a:pt x="19208" y="517"/>
                  <a:pt x="18307" y="1053"/>
                </a:cubicBezTo>
                <a:close/>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7" name="Google Shape;397;p41"/>
          <p:cNvGrpSpPr/>
          <p:nvPr/>
        </p:nvGrpSpPr>
        <p:grpSpPr>
          <a:xfrm>
            <a:off x="6635180" y="3519093"/>
            <a:ext cx="2455746" cy="1624395"/>
            <a:chOff x="6635180" y="3519093"/>
            <a:chExt cx="2455746" cy="1624395"/>
          </a:xfrm>
        </p:grpSpPr>
        <p:sp>
          <p:nvSpPr>
            <p:cNvPr id="398" name="Google Shape;398;p41"/>
            <p:cNvSpPr/>
            <p:nvPr/>
          </p:nvSpPr>
          <p:spPr>
            <a:xfrm>
              <a:off x="8430903" y="39439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41"/>
            <p:cNvSpPr/>
            <p:nvPr/>
          </p:nvSpPr>
          <p:spPr>
            <a:xfrm>
              <a:off x="8622155" y="35190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41"/>
            <p:cNvSpPr/>
            <p:nvPr/>
          </p:nvSpPr>
          <p:spPr>
            <a:xfrm>
              <a:off x="6635180" y="46746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41"/>
            <p:cNvSpPr/>
            <p:nvPr/>
          </p:nvSpPr>
          <p:spPr>
            <a:xfrm>
              <a:off x="8185647" y="4789915"/>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2" name="Google Shape;402;p41"/>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3" name="Google Shape;403;p41"/>
          <p:cNvSpPr txBox="1"/>
          <p:nvPr>
            <p:ph idx="1" type="subTitle"/>
          </p:nvPr>
        </p:nvSpPr>
        <p:spPr>
          <a:xfrm>
            <a:off x="5041779" y="2992900"/>
            <a:ext cx="3098400" cy="1312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2800"/>
              <a:buNone/>
              <a:defRPr b="0">
                <a:solidFill>
                  <a:schemeClr val="dk1"/>
                </a:solidFill>
              </a:defRPr>
            </a:lvl1pPr>
            <a:lvl2pPr lvl="1" algn="ctr">
              <a:lnSpc>
                <a:spcPct val="100000"/>
              </a:lnSpc>
              <a:spcBef>
                <a:spcPts val="0"/>
              </a:spcBef>
              <a:spcAft>
                <a:spcPts val="0"/>
              </a:spcAft>
              <a:buClr>
                <a:schemeClr val="dk1"/>
              </a:buClr>
              <a:buSzPts val="2800"/>
              <a:buNone/>
              <a:defRPr sz="2800">
                <a:solidFill>
                  <a:schemeClr val="dk1"/>
                </a:solidFill>
              </a:defRPr>
            </a:lvl2pPr>
            <a:lvl3pPr lvl="2" algn="ctr">
              <a:lnSpc>
                <a:spcPct val="100000"/>
              </a:lnSpc>
              <a:spcBef>
                <a:spcPts val="0"/>
              </a:spcBef>
              <a:spcAft>
                <a:spcPts val="0"/>
              </a:spcAft>
              <a:buClr>
                <a:schemeClr val="dk1"/>
              </a:buClr>
              <a:buSzPts val="2800"/>
              <a:buNone/>
              <a:defRPr sz="2800">
                <a:solidFill>
                  <a:schemeClr val="dk1"/>
                </a:solidFill>
              </a:defRPr>
            </a:lvl3pPr>
            <a:lvl4pPr lvl="3" algn="ctr">
              <a:lnSpc>
                <a:spcPct val="100000"/>
              </a:lnSpc>
              <a:spcBef>
                <a:spcPts val="0"/>
              </a:spcBef>
              <a:spcAft>
                <a:spcPts val="0"/>
              </a:spcAft>
              <a:buClr>
                <a:schemeClr val="dk1"/>
              </a:buClr>
              <a:buSzPts val="2800"/>
              <a:buNone/>
              <a:defRPr sz="2800">
                <a:solidFill>
                  <a:schemeClr val="dk1"/>
                </a:solidFill>
              </a:defRPr>
            </a:lvl4pPr>
            <a:lvl5pPr lvl="4" algn="ctr">
              <a:lnSpc>
                <a:spcPct val="100000"/>
              </a:lnSpc>
              <a:spcBef>
                <a:spcPts val="0"/>
              </a:spcBef>
              <a:spcAft>
                <a:spcPts val="0"/>
              </a:spcAft>
              <a:buClr>
                <a:schemeClr val="dk1"/>
              </a:buClr>
              <a:buSzPts val="2800"/>
              <a:buNone/>
              <a:defRPr sz="2800">
                <a:solidFill>
                  <a:schemeClr val="dk1"/>
                </a:solidFill>
              </a:defRPr>
            </a:lvl5pPr>
            <a:lvl6pPr lvl="5" algn="ctr">
              <a:lnSpc>
                <a:spcPct val="100000"/>
              </a:lnSpc>
              <a:spcBef>
                <a:spcPts val="0"/>
              </a:spcBef>
              <a:spcAft>
                <a:spcPts val="0"/>
              </a:spcAft>
              <a:buClr>
                <a:schemeClr val="dk1"/>
              </a:buClr>
              <a:buSzPts val="2800"/>
              <a:buNone/>
              <a:defRPr sz="2800">
                <a:solidFill>
                  <a:schemeClr val="dk1"/>
                </a:solidFill>
              </a:defRPr>
            </a:lvl6pPr>
            <a:lvl7pPr lvl="6" algn="ctr">
              <a:lnSpc>
                <a:spcPct val="100000"/>
              </a:lnSpc>
              <a:spcBef>
                <a:spcPts val="0"/>
              </a:spcBef>
              <a:spcAft>
                <a:spcPts val="0"/>
              </a:spcAft>
              <a:buClr>
                <a:schemeClr val="dk1"/>
              </a:buClr>
              <a:buSzPts val="2800"/>
              <a:buNone/>
              <a:defRPr sz="2800">
                <a:solidFill>
                  <a:schemeClr val="dk1"/>
                </a:solidFill>
              </a:defRPr>
            </a:lvl7pPr>
            <a:lvl8pPr lvl="7" algn="ctr">
              <a:lnSpc>
                <a:spcPct val="100000"/>
              </a:lnSpc>
              <a:spcBef>
                <a:spcPts val="0"/>
              </a:spcBef>
              <a:spcAft>
                <a:spcPts val="0"/>
              </a:spcAft>
              <a:buClr>
                <a:schemeClr val="dk1"/>
              </a:buClr>
              <a:buSzPts val="2800"/>
              <a:buNone/>
              <a:defRPr sz="2800">
                <a:solidFill>
                  <a:schemeClr val="dk1"/>
                </a:solidFill>
              </a:defRPr>
            </a:lvl8pPr>
            <a:lvl9pPr lvl="8" algn="ctr">
              <a:lnSpc>
                <a:spcPct val="100000"/>
              </a:lnSpc>
              <a:spcBef>
                <a:spcPts val="0"/>
              </a:spcBef>
              <a:spcAft>
                <a:spcPts val="0"/>
              </a:spcAft>
              <a:buClr>
                <a:schemeClr val="dk1"/>
              </a:buClr>
              <a:buSzPts val="2800"/>
              <a:buNone/>
              <a:defRPr sz="2800">
                <a:solidFill>
                  <a:schemeClr val="dk1"/>
                </a:solidFill>
              </a:defRPr>
            </a:lvl9pPr>
          </a:lstStyle>
          <a:p/>
        </p:txBody>
      </p:sp>
      <p:sp>
        <p:nvSpPr>
          <p:cNvPr id="404" name="Google Shape;404;p41"/>
          <p:cNvSpPr txBox="1"/>
          <p:nvPr>
            <p:ph idx="2" type="subTitle"/>
          </p:nvPr>
        </p:nvSpPr>
        <p:spPr>
          <a:xfrm>
            <a:off x="1003675" y="2992900"/>
            <a:ext cx="3098400" cy="1312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2800"/>
              <a:buNone/>
              <a:defRPr b="0">
                <a:solidFill>
                  <a:schemeClr val="dk1"/>
                </a:solidFill>
              </a:defRPr>
            </a:lvl1pPr>
            <a:lvl2pPr lvl="1" algn="ctr">
              <a:lnSpc>
                <a:spcPct val="100000"/>
              </a:lnSpc>
              <a:spcBef>
                <a:spcPts val="0"/>
              </a:spcBef>
              <a:spcAft>
                <a:spcPts val="0"/>
              </a:spcAft>
              <a:buClr>
                <a:schemeClr val="dk1"/>
              </a:buClr>
              <a:buSzPts val="2800"/>
              <a:buNone/>
              <a:defRPr sz="2800">
                <a:solidFill>
                  <a:schemeClr val="dk1"/>
                </a:solidFill>
              </a:defRPr>
            </a:lvl2pPr>
            <a:lvl3pPr lvl="2" algn="ctr">
              <a:lnSpc>
                <a:spcPct val="100000"/>
              </a:lnSpc>
              <a:spcBef>
                <a:spcPts val="0"/>
              </a:spcBef>
              <a:spcAft>
                <a:spcPts val="0"/>
              </a:spcAft>
              <a:buClr>
                <a:schemeClr val="dk1"/>
              </a:buClr>
              <a:buSzPts val="2800"/>
              <a:buNone/>
              <a:defRPr sz="2800">
                <a:solidFill>
                  <a:schemeClr val="dk1"/>
                </a:solidFill>
              </a:defRPr>
            </a:lvl3pPr>
            <a:lvl4pPr lvl="3" algn="ctr">
              <a:lnSpc>
                <a:spcPct val="100000"/>
              </a:lnSpc>
              <a:spcBef>
                <a:spcPts val="0"/>
              </a:spcBef>
              <a:spcAft>
                <a:spcPts val="0"/>
              </a:spcAft>
              <a:buClr>
                <a:schemeClr val="dk1"/>
              </a:buClr>
              <a:buSzPts val="2800"/>
              <a:buNone/>
              <a:defRPr sz="2800">
                <a:solidFill>
                  <a:schemeClr val="dk1"/>
                </a:solidFill>
              </a:defRPr>
            </a:lvl4pPr>
            <a:lvl5pPr lvl="4" algn="ctr">
              <a:lnSpc>
                <a:spcPct val="100000"/>
              </a:lnSpc>
              <a:spcBef>
                <a:spcPts val="0"/>
              </a:spcBef>
              <a:spcAft>
                <a:spcPts val="0"/>
              </a:spcAft>
              <a:buClr>
                <a:schemeClr val="dk1"/>
              </a:buClr>
              <a:buSzPts val="2800"/>
              <a:buNone/>
              <a:defRPr sz="2800">
                <a:solidFill>
                  <a:schemeClr val="dk1"/>
                </a:solidFill>
              </a:defRPr>
            </a:lvl5pPr>
            <a:lvl6pPr lvl="5" algn="ctr">
              <a:lnSpc>
                <a:spcPct val="100000"/>
              </a:lnSpc>
              <a:spcBef>
                <a:spcPts val="0"/>
              </a:spcBef>
              <a:spcAft>
                <a:spcPts val="0"/>
              </a:spcAft>
              <a:buClr>
                <a:schemeClr val="dk1"/>
              </a:buClr>
              <a:buSzPts val="2800"/>
              <a:buNone/>
              <a:defRPr sz="2800">
                <a:solidFill>
                  <a:schemeClr val="dk1"/>
                </a:solidFill>
              </a:defRPr>
            </a:lvl6pPr>
            <a:lvl7pPr lvl="6" algn="ctr">
              <a:lnSpc>
                <a:spcPct val="100000"/>
              </a:lnSpc>
              <a:spcBef>
                <a:spcPts val="0"/>
              </a:spcBef>
              <a:spcAft>
                <a:spcPts val="0"/>
              </a:spcAft>
              <a:buClr>
                <a:schemeClr val="dk1"/>
              </a:buClr>
              <a:buSzPts val="2800"/>
              <a:buNone/>
              <a:defRPr sz="2800">
                <a:solidFill>
                  <a:schemeClr val="dk1"/>
                </a:solidFill>
              </a:defRPr>
            </a:lvl7pPr>
            <a:lvl8pPr lvl="7" algn="ctr">
              <a:lnSpc>
                <a:spcPct val="100000"/>
              </a:lnSpc>
              <a:spcBef>
                <a:spcPts val="0"/>
              </a:spcBef>
              <a:spcAft>
                <a:spcPts val="0"/>
              </a:spcAft>
              <a:buClr>
                <a:schemeClr val="dk1"/>
              </a:buClr>
              <a:buSzPts val="2800"/>
              <a:buNone/>
              <a:defRPr sz="2800">
                <a:solidFill>
                  <a:schemeClr val="dk1"/>
                </a:solidFill>
              </a:defRPr>
            </a:lvl8pPr>
            <a:lvl9pPr lvl="8" algn="ctr">
              <a:lnSpc>
                <a:spcPct val="100000"/>
              </a:lnSpc>
              <a:spcBef>
                <a:spcPts val="0"/>
              </a:spcBef>
              <a:spcAft>
                <a:spcPts val="0"/>
              </a:spcAft>
              <a:buClr>
                <a:schemeClr val="dk1"/>
              </a:buClr>
              <a:buSzPts val="2800"/>
              <a:buNone/>
              <a:defRPr sz="2800">
                <a:solidFill>
                  <a:schemeClr val="dk1"/>
                </a:solidFill>
              </a:defRPr>
            </a:lvl9pPr>
          </a:lstStyle>
          <a:p/>
        </p:txBody>
      </p:sp>
      <p:sp>
        <p:nvSpPr>
          <p:cNvPr id="405" name="Google Shape;405;p41"/>
          <p:cNvSpPr txBox="1"/>
          <p:nvPr>
            <p:ph idx="3" type="subTitle"/>
          </p:nvPr>
        </p:nvSpPr>
        <p:spPr>
          <a:xfrm>
            <a:off x="1003675" y="2674275"/>
            <a:ext cx="3098400" cy="4062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Trispace"/>
              <a:buNone/>
              <a:defRPr sz="2000">
                <a:solidFill>
                  <a:schemeClr val="dk1"/>
                </a:solidFill>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406" name="Google Shape;406;p41"/>
          <p:cNvSpPr txBox="1"/>
          <p:nvPr>
            <p:ph idx="4" type="subTitle"/>
          </p:nvPr>
        </p:nvSpPr>
        <p:spPr>
          <a:xfrm>
            <a:off x="5041786" y="2674275"/>
            <a:ext cx="3098400" cy="4062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Trispace"/>
              <a:buNone/>
              <a:defRPr sz="2000">
                <a:solidFill>
                  <a:schemeClr val="dk1"/>
                </a:solidFill>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pic>
        <p:nvPicPr>
          <p:cNvPr id="407" name="Google Shape;407;p41"/>
          <p:cNvPicPr preferRelativeResize="0"/>
          <p:nvPr/>
        </p:nvPicPr>
        <p:blipFill>
          <a:blip r:embed="rId2">
            <a:alphaModFix/>
          </a:blip>
          <a:stretch>
            <a:fillRect/>
          </a:stretch>
        </p:blipFill>
        <p:spPr>
          <a:xfrm>
            <a:off x="388400" y="405475"/>
            <a:ext cx="1220961" cy="522900"/>
          </a:xfrm>
          <a:prstGeom prst="rect">
            <a:avLst/>
          </a:prstGeom>
          <a:noFill/>
          <a:ln>
            <a:noFill/>
          </a:ln>
        </p:spPr>
      </p:pic>
      <p:grpSp>
        <p:nvGrpSpPr>
          <p:cNvPr id="408" name="Google Shape;408;p41"/>
          <p:cNvGrpSpPr/>
          <p:nvPr/>
        </p:nvGrpSpPr>
        <p:grpSpPr>
          <a:xfrm>
            <a:off x="388400" y="4554000"/>
            <a:ext cx="2236996" cy="400826"/>
            <a:chOff x="388400" y="4554000"/>
            <a:chExt cx="2236996" cy="400826"/>
          </a:xfrm>
        </p:grpSpPr>
        <p:pic>
          <p:nvPicPr>
            <p:cNvPr id="409" name="Google Shape;409;p41"/>
            <p:cNvPicPr preferRelativeResize="0"/>
            <p:nvPr/>
          </p:nvPicPr>
          <p:blipFill rotWithShape="1">
            <a:blip r:embed="rId3">
              <a:alphaModFix/>
            </a:blip>
            <a:srcRect b="32197" l="15494" r="15487" t="32197"/>
            <a:stretch/>
          </p:blipFill>
          <p:spPr>
            <a:xfrm>
              <a:off x="388400" y="4554001"/>
              <a:ext cx="1118505" cy="400825"/>
            </a:xfrm>
            <a:prstGeom prst="rect">
              <a:avLst/>
            </a:prstGeom>
            <a:noFill/>
            <a:ln>
              <a:noFill/>
            </a:ln>
          </p:spPr>
        </p:pic>
        <p:pic>
          <p:nvPicPr>
            <p:cNvPr id="410" name="Google Shape;410;p41"/>
            <p:cNvPicPr preferRelativeResize="0"/>
            <p:nvPr/>
          </p:nvPicPr>
          <p:blipFill rotWithShape="1">
            <a:blip r:embed="rId4">
              <a:alphaModFix/>
            </a:blip>
            <a:srcRect b="-14933" l="-11787" r="-11775" t="-14920"/>
            <a:stretch/>
          </p:blipFill>
          <p:spPr>
            <a:xfrm>
              <a:off x="1506897" y="4554000"/>
              <a:ext cx="1118499" cy="400825"/>
            </a:xfrm>
            <a:prstGeom prst="rect">
              <a:avLst/>
            </a:prstGeom>
            <a:noFill/>
            <a:ln>
              <a:noFill/>
            </a:ln>
          </p:spPr>
        </p:pic>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1" name="Shape 411"/>
        <p:cNvGrpSpPr/>
        <p:nvPr/>
      </p:nvGrpSpPr>
      <p:grpSpPr>
        <a:xfrm>
          <a:off x="0" y="0"/>
          <a:ext cx="0" cy="0"/>
          <a:chOff x="0" y="0"/>
          <a:chExt cx="0" cy="0"/>
        </a:xfrm>
      </p:grpSpPr>
      <p:sp>
        <p:nvSpPr>
          <p:cNvPr id="412" name="Google Shape;412;p42"/>
          <p:cNvSpPr/>
          <p:nvPr/>
        </p:nvSpPr>
        <p:spPr>
          <a:xfrm rot="-6125281">
            <a:off x="6780953" y="-507545"/>
            <a:ext cx="4634067" cy="2824557"/>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42"/>
          <p:cNvSpPr/>
          <p:nvPr/>
        </p:nvSpPr>
        <p:spPr>
          <a:xfrm flipH="1">
            <a:off x="-1192290" y="3569975"/>
            <a:ext cx="5029983" cy="2068243"/>
          </a:xfrm>
          <a:custGeom>
            <a:rect b="b" l="l" r="r" t="t"/>
            <a:pathLst>
              <a:path extrusionOk="0" h="10483" w="22438">
                <a:moveTo>
                  <a:pt x="18307" y="1053"/>
                </a:moveTo>
                <a:cubicBezTo>
                  <a:pt x="17174" y="1740"/>
                  <a:pt x="16505" y="2560"/>
                  <a:pt x="15773" y="3640"/>
                </a:cubicBezTo>
                <a:lnTo>
                  <a:pt x="15773" y="3640"/>
                </a:lnTo>
                <a:cubicBezTo>
                  <a:pt x="15149" y="4550"/>
                  <a:pt x="14658" y="5593"/>
                  <a:pt x="13668" y="6164"/>
                </a:cubicBezTo>
                <a:lnTo>
                  <a:pt x="13668" y="6164"/>
                </a:lnTo>
                <a:cubicBezTo>
                  <a:pt x="12606" y="6762"/>
                  <a:pt x="11009" y="6896"/>
                  <a:pt x="9823" y="6539"/>
                </a:cubicBezTo>
                <a:lnTo>
                  <a:pt x="9823" y="6539"/>
                </a:lnTo>
                <a:cubicBezTo>
                  <a:pt x="8565" y="6156"/>
                  <a:pt x="7049" y="5906"/>
                  <a:pt x="5791" y="6477"/>
                </a:cubicBezTo>
                <a:lnTo>
                  <a:pt x="5791" y="6477"/>
                </a:lnTo>
                <a:cubicBezTo>
                  <a:pt x="4497" y="7057"/>
                  <a:pt x="3293" y="7931"/>
                  <a:pt x="2151" y="8752"/>
                </a:cubicBezTo>
                <a:lnTo>
                  <a:pt x="2151" y="8752"/>
                </a:lnTo>
                <a:cubicBezTo>
                  <a:pt x="1410" y="9296"/>
                  <a:pt x="670" y="9858"/>
                  <a:pt x="1" y="10482"/>
                </a:cubicBezTo>
                <a:lnTo>
                  <a:pt x="1" y="10482"/>
                </a:lnTo>
                <a:lnTo>
                  <a:pt x="22393" y="10482"/>
                </a:lnTo>
                <a:lnTo>
                  <a:pt x="22437" y="98"/>
                </a:lnTo>
                <a:cubicBezTo>
                  <a:pt x="22179" y="27"/>
                  <a:pt x="21902" y="0"/>
                  <a:pt x="21617" y="0"/>
                </a:cubicBezTo>
                <a:lnTo>
                  <a:pt x="21617" y="0"/>
                </a:lnTo>
                <a:cubicBezTo>
                  <a:pt x="20466" y="0"/>
                  <a:pt x="19208" y="517"/>
                  <a:pt x="18307" y="1053"/>
                </a:cubicBezTo>
                <a:close/>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4" name="Google Shape;414;p42"/>
          <p:cNvGrpSpPr/>
          <p:nvPr/>
        </p:nvGrpSpPr>
        <p:grpSpPr>
          <a:xfrm>
            <a:off x="53078" y="3519092"/>
            <a:ext cx="666922" cy="1553796"/>
            <a:chOff x="53078" y="3519092"/>
            <a:chExt cx="666922" cy="1553796"/>
          </a:xfrm>
        </p:grpSpPr>
        <p:sp>
          <p:nvSpPr>
            <p:cNvPr id="415" name="Google Shape;415;p42"/>
            <p:cNvSpPr/>
            <p:nvPr/>
          </p:nvSpPr>
          <p:spPr>
            <a:xfrm>
              <a:off x="53078" y="35190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42"/>
            <p:cNvSpPr/>
            <p:nvPr/>
          </p:nvSpPr>
          <p:spPr>
            <a:xfrm>
              <a:off x="251230" y="46040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42"/>
            <p:cNvSpPr/>
            <p:nvPr/>
          </p:nvSpPr>
          <p:spPr>
            <a:xfrm>
              <a:off x="148697" y="4326490"/>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FFFFFF">
                    <a:alpha val="50196"/>
                  </a:srgbClr>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8" name="Google Shape;418;p42"/>
          <p:cNvGrpSpPr/>
          <p:nvPr/>
        </p:nvGrpSpPr>
        <p:grpSpPr>
          <a:xfrm>
            <a:off x="7618822" y="111365"/>
            <a:ext cx="1576005" cy="1123414"/>
            <a:chOff x="7618822" y="111365"/>
            <a:chExt cx="1576005" cy="1123414"/>
          </a:xfrm>
        </p:grpSpPr>
        <p:sp>
          <p:nvSpPr>
            <p:cNvPr id="419" name="Google Shape;419;p42"/>
            <p:cNvSpPr/>
            <p:nvPr/>
          </p:nvSpPr>
          <p:spPr>
            <a:xfrm>
              <a:off x="8267398" y="11137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42"/>
            <p:cNvSpPr/>
            <p:nvPr/>
          </p:nvSpPr>
          <p:spPr>
            <a:xfrm>
              <a:off x="8534803" y="574679"/>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42"/>
            <p:cNvSpPr/>
            <p:nvPr/>
          </p:nvSpPr>
          <p:spPr>
            <a:xfrm>
              <a:off x="7618822" y="111365"/>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FFFFFF">
                    <a:alpha val="50196"/>
                  </a:srgbClr>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2" name="Google Shape;422;p42"/>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423" name="Google Shape;423;p42"/>
          <p:cNvPicPr preferRelativeResize="0"/>
          <p:nvPr/>
        </p:nvPicPr>
        <p:blipFill>
          <a:blip r:embed="rId2">
            <a:alphaModFix/>
          </a:blip>
          <a:stretch>
            <a:fillRect/>
          </a:stretch>
        </p:blipFill>
        <p:spPr>
          <a:xfrm>
            <a:off x="388400" y="405475"/>
            <a:ext cx="1220961" cy="522900"/>
          </a:xfrm>
          <a:prstGeom prst="rect">
            <a:avLst/>
          </a:prstGeom>
          <a:noFill/>
          <a:ln>
            <a:noFill/>
          </a:ln>
        </p:spPr>
      </p:pic>
      <p:grpSp>
        <p:nvGrpSpPr>
          <p:cNvPr id="424" name="Google Shape;424;p42"/>
          <p:cNvGrpSpPr/>
          <p:nvPr/>
        </p:nvGrpSpPr>
        <p:grpSpPr>
          <a:xfrm>
            <a:off x="388400" y="4554000"/>
            <a:ext cx="2236996" cy="400826"/>
            <a:chOff x="388400" y="4554000"/>
            <a:chExt cx="2236996" cy="400826"/>
          </a:xfrm>
        </p:grpSpPr>
        <p:pic>
          <p:nvPicPr>
            <p:cNvPr id="425" name="Google Shape;425;p42"/>
            <p:cNvPicPr preferRelativeResize="0"/>
            <p:nvPr/>
          </p:nvPicPr>
          <p:blipFill rotWithShape="1">
            <a:blip r:embed="rId3">
              <a:alphaModFix/>
            </a:blip>
            <a:srcRect b="32197" l="15494" r="15487" t="32197"/>
            <a:stretch/>
          </p:blipFill>
          <p:spPr>
            <a:xfrm>
              <a:off x="388400" y="4554001"/>
              <a:ext cx="1118505" cy="400825"/>
            </a:xfrm>
            <a:prstGeom prst="rect">
              <a:avLst/>
            </a:prstGeom>
            <a:noFill/>
            <a:ln>
              <a:noFill/>
            </a:ln>
          </p:spPr>
        </p:pic>
        <p:pic>
          <p:nvPicPr>
            <p:cNvPr id="426" name="Google Shape;426;p42"/>
            <p:cNvPicPr preferRelativeResize="0"/>
            <p:nvPr/>
          </p:nvPicPr>
          <p:blipFill rotWithShape="1">
            <a:blip r:embed="rId4">
              <a:alphaModFix/>
            </a:blip>
            <a:srcRect b="-14933" l="-11787" r="-11775" t="-14920"/>
            <a:stretch/>
          </p:blipFill>
          <p:spPr>
            <a:xfrm>
              <a:off x="1506897" y="4554000"/>
              <a:ext cx="1118499" cy="400825"/>
            </a:xfrm>
            <a:prstGeom prst="rect">
              <a:avLst/>
            </a:prstGeom>
            <a:noFill/>
            <a:ln>
              <a:noFill/>
            </a:ln>
          </p:spPr>
        </p:pic>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27" name="Shape 427"/>
        <p:cNvGrpSpPr/>
        <p:nvPr/>
      </p:nvGrpSpPr>
      <p:grpSpPr>
        <a:xfrm>
          <a:off x="0" y="0"/>
          <a:ext cx="0" cy="0"/>
          <a:chOff x="0" y="0"/>
          <a:chExt cx="0" cy="0"/>
        </a:xfrm>
      </p:grpSpPr>
      <p:sp>
        <p:nvSpPr>
          <p:cNvPr id="428" name="Google Shape;428;p43"/>
          <p:cNvSpPr/>
          <p:nvPr/>
        </p:nvSpPr>
        <p:spPr>
          <a:xfrm>
            <a:off x="4182350" y="2075876"/>
            <a:ext cx="5728043" cy="3491380"/>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43"/>
          <p:cNvSpPr/>
          <p:nvPr/>
        </p:nvSpPr>
        <p:spPr>
          <a:xfrm>
            <a:off x="5816848" y="3347141"/>
            <a:ext cx="4013990" cy="1875356"/>
          </a:xfrm>
          <a:custGeom>
            <a:rect b="b" l="l" r="r" t="t"/>
            <a:pathLst>
              <a:path extrusionOk="0" h="10483" w="22438">
                <a:moveTo>
                  <a:pt x="18307" y="1053"/>
                </a:moveTo>
                <a:cubicBezTo>
                  <a:pt x="17174" y="1740"/>
                  <a:pt x="16505" y="2560"/>
                  <a:pt x="15773" y="3640"/>
                </a:cubicBezTo>
                <a:lnTo>
                  <a:pt x="15773" y="3640"/>
                </a:lnTo>
                <a:cubicBezTo>
                  <a:pt x="15149" y="4550"/>
                  <a:pt x="14658" y="5593"/>
                  <a:pt x="13668" y="6164"/>
                </a:cubicBezTo>
                <a:lnTo>
                  <a:pt x="13668" y="6164"/>
                </a:lnTo>
                <a:cubicBezTo>
                  <a:pt x="12606" y="6762"/>
                  <a:pt x="11009" y="6896"/>
                  <a:pt x="9823" y="6539"/>
                </a:cubicBezTo>
                <a:lnTo>
                  <a:pt x="9823" y="6539"/>
                </a:lnTo>
                <a:cubicBezTo>
                  <a:pt x="8565" y="6156"/>
                  <a:pt x="7049" y="5906"/>
                  <a:pt x="5791" y="6477"/>
                </a:cubicBezTo>
                <a:lnTo>
                  <a:pt x="5791" y="6477"/>
                </a:lnTo>
                <a:cubicBezTo>
                  <a:pt x="4497" y="7057"/>
                  <a:pt x="3293" y="7931"/>
                  <a:pt x="2151" y="8752"/>
                </a:cubicBezTo>
                <a:lnTo>
                  <a:pt x="2151" y="8752"/>
                </a:lnTo>
                <a:cubicBezTo>
                  <a:pt x="1410" y="9296"/>
                  <a:pt x="670" y="9858"/>
                  <a:pt x="1" y="10482"/>
                </a:cubicBezTo>
                <a:lnTo>
                  <a:pt x="1" y="10482"/>
                </a:lnTo>
                <a:lnTo>
                  <a:pt x="22393" y="10482"/>
                </a:lnTo>
                <a:lnTo>
                  <a:pt x="22437" y="98"/>
                </a:lnTo>
                <a:cubicBezTo>
                  <a:pt x="22179" y="27"/>
                  <a:pt x="21902" y="0"/>
                  <a:pt x="21617" y="0"/>
                </a:cubicBezTo>
                <a:lnTo>
                  <a:pt x="21617" y="0"/>
                </a:lnTo>
                <a:cubicBezTo>
                  <a:pt x="20466" y="0"/>
                  <a:pt x="19208" y="517"/>
                  <a:pt x="18307" y="1053"/>
                </a:cubicBezTo>
                <a:close/>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0" name="Google Shape;430;p43"/>
          <p:cNvGrpSpPr/>
          <p:nvPr/>
        </p:nvGrpSpPr>
        <p:grpSpPr>
          <a:xfrm>
            <a:off x="5905878" y="268267"/>
            <a:ext cx="2525032" cy="660100"/>
            <a:chOff x="531953" y="54192"/>
            <a:chExt cx="2525032" cy="660100"/>
          </a:xfrm>
        </p:grpSpPr>
        <p:sp>
          <p:nvSpPr>
            <p:cNvPr id="431" name="Google Shape;431;p43"/>
            <p:cNvSpPr/>
            <p:nvPr/>
          </p:nvSpPr>
          <p:spPr>
            <a:xfrm>
              <a:off x="531953" y="541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43"/>
            <p:cNvSpPr/>
            <p:nvPr/>
          </p:nvSpPr>
          <p:spPr>
            <a:xfrm>
              <a:off x="2311280" y="2454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43"/>
            <p:cNvSpPr/>
            <p:nvPr/>
          </p:nvSpPr>
          <p:spPr>
            <a:xfrm>
              <a:off x="1841797" y="164290"/>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FFFFFF">
                    <a:alpha val="50196"/>
                  </a:srgbClr>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43"/>
            <p:cNvSpPr/>
            <p:nvPr/>
          </p:nvSpPr>
          <p:spPr>
            <a:xfrm>
              <a:off x="2729973" y="542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5" name="Google Shape;435;p43"/>
          <p:cNvSpPr txBox="1"/>
          <p:nvPr>
            <p:ph idx="1" type="body"/>
          </p:nvPr>
        </p:nvSpPr>
        <p:spPr>
          <a:xfrm>
            <a:off x="713100" y="1850100"/>
            <a:ext cx="5135400" cy="20487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Char char="●"/>
              <a:defRPr/>
            </a:lvl1pPr>
            <a:lvl2pPr indent="-304800" lvl="1" marL="914400">
              <a:lnSpc>
                <a:spcPct val="115000"/>
              </a:lnSpc>
              <a:spcBef>
                <a:spcPts val="0"/>
              </a:spcBef>
              <a:spcAft>
                <a:spcPts val="0"/>
              </a:spcAft>
              <a:buSzPts val="1200"/>
              <a:buChar char="○"/>
              <a:defRPr/>
            </a:lvl2pPr>
            <a:lvl3pPr indent="-304800" lvl="2" marL="1371600">
              <a:lnSpc>
                <a:spcPct val="115000"/>
              </a:lnSpc>
              <a:spcBef>
                <a:spcPts val="1600"/>
              </a:spcBef>
              <a:spcAft>
                <a:spcPts val="0"/>
              </a:spcAft>
              <a:buSzPts val="1200"/>
              <a:buChar char="■"/>
              <a:defRPr/>
            </a:lvl3pPr>
            <a:lvl4pPr indent="-304800" lvl="3" marL="1828800">
              <a:lnSpc>
                <a:spcPct val="115000"/>
              </a:lnSpc>
              <a:spcBef>
                <a:spcPts val="1600"/>
              </a:spcBef>
              <a:spcAft>
                <a:spcPts val="0"/>
              </a:spcAft>
              <a:buSzPts val="1200"/>
              <a:buChar char="●"/>
              <a:defRPr/>
            </a:lvl4pPr>
            <a:lvl5pPr indent="-304800" lvl="4" marL="2286000">
              <a:lnSpc>
                <a:spcPct val="115000"/>
              </a:lnSpc>
              <a:spcBef>
                <a:spcPts val="1600"/>
              </a:spcBef>
              <a:spcAft>
                <a:spcPts val="0"/>
              </a:spcAft>
              <a:buSzPts val="1200"/>
              <a:buChar char="○"/>
              <a:defRPr/>
            </a:lvl5pPr>
            <a:lvl6pPr indent="-304800" lvl="5" marL="2743200">
              <a:lnSpc>
                <a:spcPct val="115000"/>
              </a:lnSpc>
              <a:spcBef>
                <a:spcPts val="1600"/>
              </a:spcBef>
              <a:spcAft>
                <a:spcPts val="0"/>
              </a:spcAft>
              <a:buSzPts val="1200"/>
              <a:buChar char="■"/>
              <a:defRPr/>
            </a:lvl6pPr>
            <a:lvl7pPr indent="-304800" lvl="6" marL="3200400">
              <a:lnSpc>
                <a:spcPct val="115000"/>
              </a:lnSpc>
              <a:spcBef>
                <a:spcPts val="1600"/>
              </a:spcBef>
              <a:spcAft>
                <a:spcPts val="0"/>
              </a:spcAft>
              <a:buSzPts val="1200"/>
              <a:buChar char="●"/>
              <a:defRPr/>
            </a:lvl7pPr>
            <a:lvl8pPr indent="-304800" lvl="7" marL="3657600">
              <a:lnSpc>
                <a:spcPct val="115000"/>
              </a:lnSpc>
              <a:spcBef>
                <a:spcPts val="1600"/>
              </a:spcBef>
              <a:spcAft>
                <a:spcPts val="0"/>
              </a:spcAft>
              <a:buSzPts val="1200"/>
              <a:buChar char="○"/>
              <a:defRPr/>
            </a:lvl8pPr>
            <a:lvl9pPr indent="-304800" lvl="8" marL="4114800">
              <a:lnSpc>
                <a:spcPct val="115000"/>
              </a:lnSpc>
              <a:spcBef>
                <a:spcPts val="1600"/>
              </a:spcBef>
              <a:spcAft>
                <a:spcPts val="1600"/>
              </a:spcAft>
              <a:buSzPts val="1200"/>
              <a:buChar char="■"/>
              <a:defRPr/>
            </a:lvl9pPr>
          </a:lstStyle>
          <a:p/>
        </p:txBody>
      </p:sp>
      <p:sp>
        <p:nvSpPr>
          <p:cNvPr id="436" name="Google Shape;436;p43"/>
          <p:cNvSpPr txBox="1"/>
          <p:nvPr>
            <p:ph type="title"/>
          </p:nvPr>
        </p:nvSpPr>
        <p:spPr>
          <a:xfrm>
            <a:off x="713100" y="1244700"/>
            <a:ext cx="5135400" cy="605400"/>
          </a:xfrm>
          <a:prstGeom prst="rect">
            <a:avLst/>
          </a:prstGeom>
        </p:spPr>
        <p:txBody>
          <a:bodyPr anchorCtr="0" anchor="b"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437" name="Google Shape;437;p43"/>
          <p:cNvPicPr preferRelativeResize="0"/>
          <p:nvPr/>
        </p:nvPicPr>
        <p:blipFill>
          <a:blip r:embed="rId2">
            <a:alphaModFix/>
          </a:blip>
          <a:stretch>
            <a:fillRect/>
          </a:stretch>
        </p:blipFill>
        <p:spPr>
          <a:xfrm>
            <a:off x="388400" y="405475"/>
            <a:ext cx="1220961" cy="522900"/>
          </a:xfrm>
          <a:prstGeom prst="rect">
            <a:avLst/>
          </a:prstGeom>
          <a:noFill/>
          <a:ln>
            <a:noFill/>
          </a:ln>
        </p:spPr>
      </p:pic>
      <p:grpSp>
        <p:nvGrpSpPr>
          <p:cNvPr id="438" name="Google Shape;438;p43"/>
          <p:cNvGrpSpPr/>
          <p:nvPr/>
        </p:nvGrpSpPr>
        <p:grpSpPr>
          <a:xfrm>
            <a:off x="388400" y="4554000"/>
            <a:ext cx="2236996" cy="400826"/>
            <a:chOff x="388400" y="4554000"/>
            <a:chExt cx="2236996" cy="400826"/>
          </a:xfrm>
        </p:grpSpPr>
        <p:pic>
          <p:nvPicPr>
            <p:cNvPr id="439" name="Google Shape;439;p43"/>
            <p:cNvPicPr preferRelativeResize="0"/>
            <p:nvPr/>
          </p:nvPicPr>
          <p:blipFill rotWithShape="1">
            <a:blip r:embed="rId3">
              <a:alphaModFix/>
            </a:blip>
            <a:srcRect b="32197" l="15494" r="15487" t="32197"/>
            <a:stretch/>
          </p:blipFill>
          <p:spPr>
            <a:xfrm>
              <a:off x="388400" y="4554001"/>
              <a:ext cx="1118505" cy="400825"/>
            </a:xfrm>
            <a:prstGeom prst="rect">
              <a:avLst/>
            </a:prstGeom>
            <a:noFill/>
            <a:ln>
              <a:noFill/>
            </a:ln>
          </p:spPr>
        </p:pic>
        <p:pic>
          <p:nvPicPr>
            <p:cNvPr id="440" name="Google Shape;440;p43"/>
            <p:cNvPicPr preferRelativeResize="0"/>
            <p:nvPr/>
          </p:nvPicPr>
          <p:blipFill rotWithShape="1">
            <a:blip r:embed="rId4">
              <a:alphaModFix/>
            </a:blip>
            <a:srcRect b="-14933" l="-11787" r="-11775" t="-14920"/>
            <a:stretch/>
          </p:blipFill>
          <p:spPr>
            <a:xfrm>
              <a:off x="1506897" y="4554000"/>
              <a:ext cx="1118499" cy="400825"/>
            </a:xfrm>
            <a:prstGeom prst="rect">
              <a:avLst/>
            </a:prstGeom>
            <a:noFill/>
            <a:ln>
              <a:noFill/>
            </a:ln>
          </p:spPr>
        </p:pic>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41" name="Shape 441"/>
        <p:cNvGrpSpPr/>
        <p:nvPr/>
      </p:nvGrpSpPr>
      <p:grpSpPr>
        <a:xfrm>
          <a:off x="0" y="0"/>
          <a:ext cx="0" cy="0"/>
          <a:chOff x="0" y="0"/>
          <a:chExt cx="0" cy="0"/>
        </a:xfrm>
      </p:grpSpPr>
      <p:sp>
        <p:nvSpPr>
          <p:cNvPr id="442" name="Google Shape;442;p44"/>
          <p:cNvSpPr/>
          <p:nvPr/>
        </p:nvSpPr>
        <p:spPr>
          <a:xfrm rot="-6419074">
            <a:off x="4830466" y="-402088"/>
            <a:ext cx="7138425" cy="3491376"/>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44"/>
          <p:cNvSpPr/>
          <p:nvPr/>
        </p:nvSpPr>
        <p:spPr>
          <a:xfrm rot="5868956">
            <a:off x="-2972528" y="1025449"/>
            <a:ext cx="7138386" cy="3491394"/>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4" name="Google Shape;444;p44"/>
          <p:cNvGrpSpPr/>
          <p:nvPr/>
        </p:nvGrpSpPr>
        <p:grpSpPr>
          <a:xfrm>
            <a:off x="8030823" y="254364"/>
            <a:ext cx="1324311" cy="1655928"/>
            <a:chOff x="8030823" y="254364"/>
            <a:chExt cx="1324311" cy="1655928"/>
          </a:xfrm>
        </p:grpSpPr>
        <p:sp>
          <p:nvSpPr>
            <p:cNvPr id="445" name="Google Shape;445;p44"/>
            <p:cNvSpPr/>
            <p:nvPr/>
          </p:nvSpPr>
          <p:spPr>
            <a:xfrm>
              <a:off x="8409504" y="254378"/>
              <a:ext cx="945630" cy="94573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44"/>
            <p:cNvSpPr/>
            <p:nvPr/>
          </p:nvSpPr>
          <p:spPr>
            <a:xfrm>
              <a:off x="8107053" y="12501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44"/>
            <p:cNvSpPr/>
            <p:nvPr/>
          </p:nvSpPr>
          <p:spPr>
            <a:xfrm>
              <a:off x="8030823" y="254364"/>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8" name="Google Shape;448;p44"/>
          <p:cNvGrpSpPr/>
          <p:nvPr/>
        </p:nvGrpSpPr>
        <p:grpSpPr>
          <a:xfrm>
            <a:off x="-137271" y="2581792"/>
            <a:ext cx="1510384" cy="2479841"/>
            <a:chOff x="-137271" y="2581792"/>
            <a:chExt cx="1510384" cy="2479841"/>
          </a:xfrm>
        </p:grpSpPr>
        <p:sp>
          <p:nvSpPr>
            <p:cNvPr id="449" name="Google Shape;449;p44"/>
            <p:cNvSpPr/>
            <p:nvPr/>
          </p:nvSpPr>
          <p:spPr>
            <a:xfrm>
              <a:off x="266653" y="25817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44"/>
            <p:cNvSpPr/>
            <p:nvPr/>
          </p:nvSpPr>
          <p:spPr>
            <a:xfrm>
              <a:off x="713090" y="39582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44"/>
            <p:cNvSpPr/>
            <p:nvPr/>
          </p:nvSpPr>
          <p:spPr>
            <a:xfrm>
              <a:off x="262648" y="3515377"/>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44"/>
            <p:cNvSpPr/>
            <p:nvPr/>
          </p:nvSpPr>
          <p:spPr>
            <a:xfrm>
              <a:off x="-137271" y="4115903"/>
              <a:ext cx="945630" cy="94573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3" name="Google Shape;453;p44"/>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7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4" name="Shape 454"/>
        <p:cNvGrpSpPr/>
        <p:nvPr/>
      </p:nvGrpSpPr>
      <p:grpSpPr>
        <a:xfrm>
          <a:off x="0" y="0"/>
          <a:ext cx="0" cy="0"/>
          <a:chOff x="0" y="0"/>
          <a:chExt cx="0" cy="0"/>
        </a:xfrm>
      </p:grpSpPr>
      <p:sp>
        <p:nvSpPr>
          <p:cNvPr id="455" name="Google Shape;455;p45"/>
          <p:cNvSpPr txBox="1"/>
          <p:nvPr>
            <p:ph type="title"/>
          </p:nvPr>
        </p:nvSpPr>
        <p:spPr>
          <a:xfrm>
            <a:off x="2241450" y="1520250"/>
            <a:ext cx="4661100" cy="841800"/>
          </a:xfrm>
          <a:prstGeom prst="rect">
            <a:avLst/>
          </a:prstGeom>
        </p:spPr>
        <p:txBody>
          <a:bodyPr anchorCtr="0" anchor="b" bIns="91425" lIns="91425" spcFirstLastPara="1" rIns="91425" wrap="square" tIns="91425">
            <a:noAutofit/>
          </a:bodyPr>
          <a:lstStyle>
            <a:lvl1pPr lvl="0" algn="ctr">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456" name="Google Shape;456;p45"/>
          <p:cNvSpPr txBox="1"/>
          <p:nvPr>
            <p:ph idx="1" type="subTitle"/>
          </p:nvPr>
        </p:nvSpPr>
        <p:spPr>
          <a:xfrm>
            <a:off x="2241550" y="2362050"/>
            <a:ext cx="4661100" cy="1261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sz="1400"/>
            </a:lvl2pPr>
            <a:lvl3pPr lvl="2" algn="ctr">
              <a:lnSpc>
                <a:spcPct val="100000"/>
              </a:lnSpc>
              <a:spcBef>
                <a:spcPts val="1600"/>
              </a:spcBef>
              <a:spcAft>
                <a:spcPts val="0"/>
              </a:spcAft>
              <a:buSzPts val="1400"/>
              <a:buNone/>
              <a:defRPr sz="1400"/>
            </a:lvl3pPr>
            <a:lvl4pPr lvl="3" algn="ctr">
              <a:lnSpc>
                <a:spcPct val="100000"/>
              </a:lnSpc>
              <a:spcBef>
                <a:spcPts val="1600"/>
              </a:spcBef>
              <a:spcAft>
                <a:spcPts val="0"/>
              </a:spcAft>
              <a:buSzPts val="1400"/>
              <a:buNone/>
              <a:defRPr sz="1400"/>
            </a:lvl4pPr>
            <a:lvl5pPr lvl="4" algn="ctr">
              <a:lnSpc>
                <a:spcPct val="100000"/>
              </a:lnSpc>
              <a:spcBef>
                <a:spcPts val="1600"/>
              </a:spcBef>
              <a:spcAft>
                <a:spcPts val="0"/>
              </a:spcAft>
              <a:buSzPts val="1400"/>
              <a:buNone/>
              <a:defRPr sz="1400"/>
            </a:lvl5pPr>
            <a:lvl6pPr lvl="5" algn="ctr">
              <a:lnSpc>
                <a:spcPct val="100000"/>
              </a:lnSpc>
              <a:spcBef>
                <a:spcPts val="1600"/>
              </a:spcBef>
              <a:spcAft>
                <a:spcPts val="0"/>
              </a:spcAft>
              <a:buSzPts val="1400"/>
              <a:buNone/>
              <a:defRPr sz="1400"/>
            </a:lvl6pPr>
            <a:lvl7pPr lvl="6" algn="ctr">
              <a:lnSpc>
                <a:spcPct val="100000"/>
              </a:lnSpc>
              <a:spcBef>
                <a:spcPts val="1600"/>
              </a:spcBef>
              <a:spcAft>
                <a:spcPts val="0"/>
              </a:spcAft>
              <a:buSzPts val="1400"/>
              <a:buNone/>
              <a:defRPr sz="1400"/>
            </a:lvl7pPr>
            <a:lvl8pPr lvl="7" algn="ctr">
              <a:lnSpc>
                <a:spcPct val="100000"/>
              </a:lnSpc>
              <a:spcBef>
                <a:spcPts val="1600"/>
              </a:spcBef>
              <a:spcAft>
                <a:spcPts val="0"/>
              </a:spcAft>
              <a:buSzPts val="1400"/>
              <a:buNone/>
              <a:defRPr sz="1400"/>
            </a:lvl8pPr>
            <a:lvl9pPr lvl="8" algn="ctr">
              <a:lnSpc>
                <a:spcPct val="100000"/>
              </a:lnSpc>
              <a:spcBef>
                <a:spcPts val="1600"/>
              </a:spcBef>
              <a:spcAft>
                <a:spcPts val="1600"/>
              </a:spcAft>
              <a:buSzPts val="1400"/>
              <a:buNone/>
              <a:defRPr sz="1400"/>
            </a:lvl9pPr>
          </a:lstStyle>
          <a:p/>
        </p:txBody>
      </p:sp>
      <p:sp>
        <p:nvSpPr>
          <p:cNvPr id="457" name="Google Shape;457;p45"/>
          <p:cNvSpPr/>
          <p:nvPr/>
        </p:nvSpPr>
        <p:spPr>
          <a:xfrm>
            <a:off x="4182350" y="2075876"/>
            <a:ext cx="5728043" cy="3491380"/>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45"/>
          <p:cNvSpPr/>
          <p:nvPr/>
        </p:nvSpPr>
        <p:spPr>
          <a:xfrm>
            <a:off x="5816848" y="3347141"/>
            <a:ext cx="4013990" cy="1875356"/>
          </a:xfrm>
          <a:custGeom>
            <a:rect b="b" l="l" r="r" t="t"/>
            <a:pathLst>
              <a:path extrusionOk="0" h="10483" w="22438">
                <a:moveTo>
                  <a:pt x="18307" y="1053"/>
                </a:moveTo>
                <a:cubicBezTo>
                  <a:pt x="17174" y="1740"/>
                  <a:pt x="16505" y="2560"/>
                  <a:pt x="15773" y="3640"/>
                </a:cubicBezTo>
                <a:lnTo>
                  <a:pt x="15773" y="3640"/>
                </a:lnTo>
                <a:cubicBezTo>
                  <a:pt x="15149" y="4550"/>
                  <a:pt x="14658" y="5593"/>
                  <a:pt x="13668" y="6164"/>
                </a:cubicBezTo>
                <a:lnTo>
                  <a:pt x="13668" y="6164"/>
                </a:lnTo>
                <a:cubicBezTo>
                  <a:pt x="12606" y="6762"/>
                  <a:pt x="11009" y="6896"/>
                  <a:pt x="9823" y="6539"/>
                </a:cubicBezTo>
                <a:lnTo>
                  <a:pt x="9823" y="6539"/>
                </a:lnTo>
                <a:cubicBezTo>
                  <a:pt x="8565" y="6156"/>
                  <a:pt x="7049" y="5906"/>
                  <a:pt x="5791" y="6477"/>
                </a:cubicBezTo>
                <a:lnTo>
                  <a:pt x="5791" y="6477"/>
                </a:lnTo>
                <a:cubicBezTo>
                  <a:pt x="4497" y="7057"/>
                  <a:pt x="3293" y="7931"/>
                  <a:pt x="2151" y="8752"/>
                </a:cubicBezTo>
                <a:lnTo>
                  <a:pt x="2151" y="8752"/>
                </a:lnTo>
                <a:cubicBezTo>
                  <a:pt x="1410" y="9296"/>
                  <a:pt x="670" y="9858"/>
                  <a:pt x="1" y="10482"/>
                </a:cubicBezTo>
                <a:lnTo>
                  <a:pt x="1" y="10482"/>
                </a:lnTo>
                <a:lnTo>
                  <a:pt x="22393" y="10482"/>
                </a:lnTo>
                <a:lnTo>
                  <a:pt x="22437" y="98"/>
                </a:lnTo>
                <a:cubicBezTo>
                  <a:pt x="22179" y="27"/>
                  <a:pt x="21902" y="0"/>
                  <a:pt x="21617" y="0"/>
                </a:cubicBezTo>
                <a:lnTo>
                  <a:pt x="21617" y="0"/>
                </a:lnTo>
                <a:cubicBezTo>
                  <a:pt x="20466" y="0"/>
                  <a:pt x="19208" y="517"/>
                  <a:pt x="18307" y="1053"/>
                </a:cubicBezTo>
                <a:close/>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45"/>
          <p:cNvSpPr/>
          <p:nvPr/>
        </p:nvSpPr>
        <p:spPr>
          <a:xfrm rot="-9720741">
            <a:off x="-717073" y="-1675999"/>
            <a:ext cx="5728060" cy="3491392"/>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0" name="Google Shape;460;p45"/>
          <p:cNvGrpSpPr/>
          <p:nvPr/>
        </p:nvGrpSpPr>
        <p:grpSpPr>
          <a:xfrm>
            <a:off x="531953" y="54192"/>
            <a:ext cx="2525032" cy="660100"/>
            <a:chOff x="531953" y="54192"/>
            <a:chExt cx="2525032" cy="660100"/>
          </a:xfrm>
        </p:grpSpPr>
        <p:sp>
          <p:nvSpPr>
            <p:cNvPr id="461" name="Google Shape;461;p45"/>
            <p:cNvSpPr/>
            <p:nvPr/>
          </p:nvSpPr>
          <p:spPr>
            <a:xfrm>
              <a:off x="531953" y="541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45"/>
            <p:cNvSpPr/>
            <p:nvPr/>
          </p:nvSpPr>
          <p:spPr>
            <a:xfrm>
              <a:off x="2311280" y="2454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45"/>
            <p:cNvSpPr/>
            <p:nvPr/>
          </p:nvSpPr>
          <p:spPr>
            <a:xfrm>
              <a:off x="1841797" y="164290"/>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FFFFFF">
                    <a:alpha val="50196"/>
                  </a:srgbClr>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45"/>
            <p:cNvSpPr/>
            <p:nvPr/>
          </p:nvSpPr>
          <p:spPr>
            <a:xfrm>
              <a:off x="2729973" y="542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5" name="Shape 465"/>
        <p:cNvGrpSpPr/>
        <p:nvPr/>
      </p:nvGrpSpPr>
      <p:grpSpPr>
        <a:xfrm>
          <a:off x="0" y="0"/>
          <a:ext cx="0" cy="0"/>
          <a:chOff x="0" y="0"/>
          <a:chExt cx="0" cy="0"/>
        </a:xfrm>
      </p:grpSpPr>
      <p:sp>
        <p:nvSpPr>
          <p:cNvPr id="466" name="Google Shape;466;p46"/>
          <p:cNvSpPr/>
          <p:nvPr>
            <p:ph idx="2" type="pic"/>
          </p:nvPr>
        </p:nvSpPr>
        <p:spPr>
          <a:xfrm>
            <a:off x="100" y="0"/>
            <a:ext cx="9144000" cy="5143500"/>
          </a:xfrm>
          <a:prstGeom prst="rect">
            <a:avLst/>
          </a:prstGeom>
          <a:noFill/>
          <a:ln>
            <a:noFill/>
          </a:ln>
        </p:spPr>
      </p:sp>
      <p:sp>
        <p:nvSpPr>
          <p:cNvPr id="467" name="Google Shape;467;p46"/>
          <p:cNvSpPr txBox="1"/>
          <p:nvPr>
            <p:ph type="title"/>
          </p:nvPr>
        </p:nvSpPr>
        <p:spPr>
          <a:xfrm>
            <a:off x="720000" y="3862050"/>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8" name="Shape 468"/>
        <p:cNvGrpSpPr/>
        <p:nvPr/>
      </p:nvGrpSpPr>
      <p:grpSpPr>
        <a:xfrm>
          <a:off x="0" y="0"/>
          <a:ext cx="0" cy="0"/>
          <a:chOff x="0" y="0"/>
          <a:chExt cx="0" cy="0"/>
        </a:xfrm>
      </p:grpSpPr>
      <p:sp>
        <p:nvSpPr>
          <p:cNvPr id="469" name="Google Shape;469;p47"/>
          <p:cNvSpPr/>
          <p:nvPr/>
        </p:nvSpPr>
        <p:spPr>
          <a:xfrm rot="-6419074">
            <a:off x="4830466" y="-402088"/>
            <a:ext cx="7138425" cy="3491376"/>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47"/>
          <p:cNvSpPr/>
          <p:nvPr/>
        </p:nvSpPr>
        <p:spPr>
          <a:xfrm rot="5868956">
            <a:off x="-2972528" y="1025449"/>
            <a:ext cx="7138386" cy="3491394"/>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1" name="Google Shape;471;p47"/>
          <p:cNvGrpSpPr/>
          <p:nvPr/>
        </p:nvGrpSpPr>
        <p:grpSpPr>
          <a:xfrm>
            <a:off x="8030823" y="254364"/>
            <a:ext cx="1324311" cy="1655928"/>
            <a:chOff x="8030823" y="254364"/>
            <a:chExt cx="1324311" cy="1655928"/>
          </a:xfrm>
        </p:grpSpPr>
        <p:sp>
          <p:nvSpPr>
            <p:cNvPr id="472" name="Google Shape;472;p47"/>
            <p:cNvSpPr/>
            <p:nvPr/>
          </p:nvSpPr>
          <p:spPr>
            <a:xfrm>
              <a:off x="8409504" y="254378"/>
              <a:ext cx="945630" cy="94573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47"/>
            <p:cNvSpPr/>
            <p:nvPr/>
          </p:nvSpPr>
          <p:spPr>
            <a:xfrm>
              <a:off x="8107053" y="12501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47"/>
            <p:cNvSpPr/>
            <p:nvPr/>
          </p:nvSpPr>
          <p:spPr>
            <a:xfrm>
              <a:off x="8030823" y="254364"/>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5" name="Google Shape;475;p47"/>
          <p:cNvGrpSpPr/>
          <p:nvPr/>
        </p:nvGrpSpPr>
        <p:grpSpPr>
          <a:xfrm>
            <a:off x="-137271" y="2581792"/>
            <a:ext cx="1510384" cy="2479841"/>
            <a:chOff x="-137271" y="2581792"/>
            <a:chExt cx="1510384" cy="2479841"/>
          </a:xfrm>
        </p:grpSpPr>
        <p:sp>
          <p:nvSpPr>
            <p:cNvPr id="476" name="Google Shape;476;p47"/>
            <p:cNvSpPr/>
            <p:nvPr/>
          </p:nvSpPr>
          <p:spPr>
            <a:xfrm>
              <a:off x="266653" y="25817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47"/>
            <p:cNvSpPr/>
            <p:nvPr/>
          </p:nvSpPr>
          <p:spPr>
            <a:xfrm>
              <a:off x="713090" y="39582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47"/>
            <p:cNvSpPr/>
            <p:nvPr/>
          </p:nvSpPr>
          <p:spPr>
            <a:xfrm>
              <a:off x="262648" y="3515377"/>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47"/>
            <p:cNvSpPr/>
            <p:nvPr/>
          </p:nvSpPr>
          <p:spPr>
            <a:xfrm>
              <a:off x="-137271" y="4115903"/>
              <a:ext cx="945630" cy="94573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0" name="Google Shape;480;p47"/>
          <p:cNvSpPr txBox="1"/>
          <p:nvPr>
            <p:ph hasCustomPrompt="1" type="title"/>
          </p:nvPr>
        </p:nvSpPr>
        <p:spPr>
          <a:xfrm>
            <a:off x="1373900" y="2994097"/>
            <a:ext cx="6396600" cy="978300"/>
          </a:xfrm>
          <a:prstGeom prst="rect">
            <a:avLst/>
          </a:prstGeom>
        </p:spPr>
        <p:txBody>
          <a:bodyPr anchorCtr="0" anchor="ctr" bIns="91425" lIns="91425" spcFirstLastPara="1" rIns="91425" wrap="square" tIns="91425">
            <a:noAutofit/>
          </a:bodyPr>
          <a:lstStyle>
            <a:lvl1pPr lvl="0" algn="ctr">
              <a:spcBef>
                <a:spcPts val="0"/>
              </a:spcBef>
              <a:spcAft>
                <a:spcPts val="0"/>
              </a:spcAft>
              <a:buSzPts val="9600"/>
              <a:buNone/>
              <a:defRPr sz="5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81" name="Google Shape;481;p47"/>
          <p:cNvSpPr txBox="1"/>
          <p:nvPr>
            <p:ph idx="1" type="subTitle"/>
          </p:nvPr>
        </p:nvSpPr>
        <p:spPr>
          <a:xfrm>
            <a:off x="3180375" y="3972588"/>
            <a:ext cx="2783700" cy="631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400">
                <a:solidFill>
                  <a:schemeClr val="dk1"/>
                </a:solidFill>
              </a:defRPr>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dk1"/>
        </a:solidFill>
      </p:bgPr>
    </p:bg>
    <p:spTree>
      <p:nvGrpSpPr>
        <p:cNvPr id="482" name="Shape 482"/>
        <p:cNvGrpSpPr/>
        <p:nvPr/>
      </p:nvGrpSpPr>
      <p:grpSpPr>
        <a:xfrm>
          <a:off x="0" y="0"/>
          <a:ext cx="0" cy="0"/>
          <a:chOff x="0" y="0"/>
          <a:chExt cx="0" cy="0"/>
        </a:xfrm>
      </p:grpSpPr>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483" name="Shape 483"/>
        <p:cNvGrpSpPr/>
        <p:nvPr/>
      </p:nvGrpSpPr>
      <p:grpSpPr>
        <a:xfrm>
          <a:off x="0" y="0"/>
          <a:ext cx="0" cy="0"/>
          <a:chOff x="0" y="0"/>
          <a:chExt cx="0" cy="0"/>
        </a:xfrm>
      </p:grpSpPr>
      <p:sp>
        <p:nvSpPr>
          <p:cNvPr id="484" name="Google Shape;484;p49"/>
          <p:cNvSpPr/>
          <p:nvPr/>
        </p:nvSpPr>
        <p:spPr>
          <a:xfrm>
            <a:off x="4176175" y="2967151"/>
            <a:ext cx="5728043" cy="3491380"/>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49"/>
          <p:cNvSpPr/>
          <p:nvPr/>
        </p:nvSpPr>
        <p:spPr>
          <a:xfrm rot="-10492926">
            <a:off x="-1478272" y="3333183"/>
            <a:ext cx="3817099" cy="3985333"/>
          </a:xfrm>
          <a:custGeom>
            <a:rect b="b" l="l" r="r" t="t"/>
            <a:pathLst>
              <a:path extrusionOk="0" h="29882" w="28620">
                <a:moveTo>
                  <a:pt x="9332" y="0"/>
                </a:moveTo>
                <a:cubicBezTo>
                  <a:pt x="8101" y="0"/>
                  <a:pt x="6861" y="562"/>
                  <a:pt x="5978" y="1437"/>
                </a:cubicBezTo>
                <a:cubicBezTo>
                  <a:pt x="5210" y="2195"/>
                  <a:pt x="4693" y="3149"/>
                  <a:pt x="4363" y="4166"/>
                </a:cubicBezTo>
                <a:cubicBezTo>
                  <a:pt x="4042" y="5192"/>
                  <a:pt x="3961" y="6272"/>
                  <a:pt x="3560" y="7280"/>
                </a:cubicBezTo>
                <a:cubicBezTo>
                  <a:pt x="2721" y="9341"/>
                  <a:pt x="750" y="10554"/>
                  <a:pt x="295" y="12829"/>
                </a:cubicBezTo>
                <a:cubicBezTo>
                  <a:pt x="0" y="14310"/>
                  <a:pt x="331" y="15933"/>
                  <a:pt x="1312" y="17084"/>
                </a:cubicBezTo>
                <a:cubicBezTo>
                  <a:pt x="1963" y="17842"/>
                  <a:pt x="2846" y="18360"/>
                  <a:pt x="3783" y="18708"/>
                </a:cubicBezTo>
                <a:cubicBezTo>
                  <a:pt x="4247" y="18877"/>
                  <a:pt x="4720" y="18993"/>
                  <a:pt x="5192" y="19100"/>
                </a:cubicBezTo>
                <a:cubicBezTo>
                  <a:pt x="5549" y="19189"/>
                  <a:pt x="5915" y="19261"/>
                  <a:pt x="6272" y="19350"/>
                </a:cubicBezTo>
                <a:cubicBezTo>
                  <a:pt x="6879" y="19511"/>
                  <a:pt x="7423" y="19957"/>
                  <a:pt x="7878" y="20385"/>
                </a:cubicBezTo>
                <a:cubicBezTo>
                  <a:pt x="8913" y="21339"/>
                  <a:pt x="9671" y="22579"/>
                  <a:pt x="10331" y="23811"/>
                </a:cubicBezTo>
                <a:cubicBezTo>
                  <a:pt x="11009" y="25086"/>
                  <a:pt x="11518" y="26398"/>
                  <a:pt x="12508" y="27468"/>
                </a:cubicBezTo>
                <a:cubicBezTo>
                  <a:pt x="13418" y="28458"/>
                  <a:pt x="14577" y="29217"/>
                  <a:pt x="15871" y="29600"/>
                </a:cubicBezTo>
                <a:cubicBezTo>
                  <a:pt x="16506" y="29788"/>
                  <a:pt x="17169" y="29882"/>
                  <a:pt x="17832" y="29882"/>
                </a:cubicBezTo>
                <a:cubicBezTo>
                  <a:pt x="19368" y="29882"/>
                  <a:pt x="20902" y="29380"/>
                  <a:pt x="22080" y="28396"/>
                </a:cubicBezTo>
                <a:cubicBezTo>
                  <a:pt x="22928" y="27700"/>
                  <a:pt x="23614" y="26665"/>
                  <a:pt x="23498" y="25577"/>
                </a:cubicBezTo>
                <a:cubicBezTo>
                  <a:pt x="23427" y="24836"/>
                  <a:pt x="22990" y="24176"/>
                  <a:pt x="22446" y="23677"/>
                </a:cubicBezTo>
                <a:cubicBezTo>
                  <a:pt x="21732" y="23025"/>
                  <a:pt x="20822" y="22695"/>
                  <a:pt x="20153" y="22000"/>
                </a:cubicBezTo>
                <a:cubicBezTo>
                  <a:pt x="19074" y="20867"/>
                  <a:pt x="18797" y="19038"/>
                  <a:pt x="19502" y="17637"/>
                </a:cubicBezTo>
                <a:cubicBezTo>
                  <a:pt x="20233" y="16192"/>
                  <a:pt x="21625" y="15648"/>
                  <a:pt x="23133" y="15541"/>
                </a:cubicBezTo>
                <a:cubicBezTo>
                  <a:pt x="24623" y="15434"/>
                  <a:pt x="26219" y="14443"/>
                  <a:pt x="27156" y="13302"/>
                </a:cubicBezTo>
                <a:cubicBezTo>
                  <a:pt x="28182" y="12053"/>
                  <a:pt x="28619" y="10277"/>
                  <a:pt x="28075" y="8752"/>
                </a:cubicBezTo>
                <a:cubicBezTo>
                  <a:pt x="27754" y="7851"/>
                  <a:pt x="27058" y="7084"/>
                  <a:pt x="26202" y="6647"/>
                </a:cubicBezTo>
                <a:cubicBezTo>
                  <a:pt x="25635" y="6363"/>
                  <a:pt x="25044" y="6284"/>
                  <a:pt x="24441" y="6284"/>
                </a:cubicBezTo>
                <a:cubicBezTo>
                  <a:pt x="24077" y="6284"/>
                  <a:pt x="23708" y="6313"/>
                  <a:pt x="23338" y="6343"/>
                </a:cubicBezTo>
                <a:cubicBezTo>
                  <a:pt x="22809" y="6381"/>
                  <a:pt x="22275" y="6405"/>
                  <a:pt x="21741" y="6405"/>
                </a:cubicBezTo>
                <a:cubicBezTo>
                  <a:pt x="19781" y="6405"/>
                  <a:pt x="17823" y="6089"/>
                  <a:pt x="16112" y="5023"/>
                </a:cubicBezTo>
                <a:cubicBezTo>
                  <a:pt x="14988" y="4327"/>
                  <a:pt x="14158" y="3274"/>
                  <a:pt x="13293" y="2293"/>
                </a:cubicBezTo>
                <a:cubicBezTo>
                  <a:pt x="12508" y="1401"/>
                  <a:pt x="11607" y="536"/>
                  <a:pt x="10474" y="179"/>
                </a:cubicBezTo>
                <a:cubicBezTo>
                  <a:pt x="10099" y="54"/>
                  <a:pt x="9715" y="0"/>
                  <a:pt x="9332" y="0"/>
                </a:cubicBezTo>
                <a:close/>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6" name="Google Shape;486;p49"/>
          <p:cNvGrpSpPr/>
          <p:nvPr/>
        </p:nvGrpSpPr>
        <p:grpSpPr>
          <a:xfrm>
            <a:off x="-54470" y="2967153"/>
            <a:ext cx="774471" cy="1912390"/>
            <a:chOff x="-54470" y="2967153"/>
            <a:chExt cx="774471" cy="1912390"/>
          </a:xfrm>
        </p:grpSpPr>
        <p:sp>
          <p:nvSpPr>
            <p:cNvPr id="487" name="Google Shape;487;p49"/>
            <p:cNvSpPr/>
            <p:nvPr/>
          </p:nvSpPr>
          <p:spPr>
            <a:xfrm>
              <a:off x="59978" y="421944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49"/>
            <p:cNvSpPr/>
            <p:nvPr/>
          </p:nvSpPr>
          <p:spPr>
            <a:xfrm>
              <a:off x="-54470" y="347431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49"/>
            <p:cNvSpPr/>
            <p:nvPr/>
          </p:nvSpPr>
          <p:spPr>
            <a:xfrm>
              <a:off x="338511" y="296715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49"/>
            <p:cNvSpPr/>
            <p:nvPr/>
          </p:nvSpPr>
          <p:spPr>
            <a:xfrm>
              <a:off x="338511" y="383087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1" name="Google Shape;491;p49"/>
          <p:cNvGrpSpPr/>
          <p:nvPr/>
        </p:nvGrpSpPr>
        <p:grpSpPr>
          <a:xfrm>
            <a:off x="7524578" y="2640103"/>
            <a:ext cx="1523397" cy="2294040"/>
            <a:chOff x="7524578" y="2640103"/>
            <a:chExt cx="1523397" cy="2294040"/>
          </a:xfrm>
        </p:grpSpPr>
        <p:sp>
          <p:nvSpPr>
            <p:cNvPr id="492" name="Google Shape;492;p49"/>
            <p:cNvSpPr/>
            <p:nvPr/>
          </p:nvSpPr>
          <p:spPr>
            <a:xfrm>
              <a:off x="7524578" y="427404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49"/>
            <p:cNvSpPr/>
            <p:nvPr/>
          </p:nvSpPr>
          <p:spPr>
            <a:xfrm>
              <a:off x="8430905" y="425356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49"/>
            <p:cNvSpPr/>
            <p:nvPr/>
          </p:nvSpPr>
          <p:spPr>
            <a:xfrm>
              <a:off x="8478061" y="26401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49"/>
            <p:cNvSpPr/>
            <p:nvPr/>
          </p:nvSpPr>
          <p:spPr>
            <a:xfrm>
              <a:off x="8151036" y="37764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49"/>
            <p:cNvSpPr/>
            <p:nvPr/>
          </p:nvSpPr>
          <p:spPr>
            <a:xfrm>
              <a:off x="8579205" y="33075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7" name="Google Shape;497;p49"/>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98" name="Google Shape;498;p49"/>
          <p:cNvSpPr txBox="1"/>
          <p:nvPr>
            <p:ph hasCustomPrompt="1" idx="2" type="title"/>
          </p:nvPr>
        </p:nvSpPr>
        <p:spPr>
          <a:xfrm>
            <a:off x="1255644" y="1753825"/>
            <a:ext cx="1044900" cy="657600"/>
          </a:xfrm>
          <a:prstGeom prst="rect">
            <a:avLst/>
          </a:prstGeom>
        </p:spPr>
        <p:txBody>
          <a:bodyPr anchorCtr="0" anchor="ctr" bIns="91425" lIns="91425" spcFirstLastPara="1" rIns="91425" wrap="square" tIns="91425">
            <a:noAutofit/>
          </a:bodyPr>
          <a:lstStyle>
            <a:lvl1pPr lvl="0" algn="ctr">
              <a:spcBef>
                <a:spcPts val="0"/>
              </a:spcBef>
              <a:spcAft>
                <a:spcPts val="0"/>
              </a:spcAft>
              <a:buSzPts val="2400"/>
              <a:buNone/>
              <a:defRPr b="0" sz="3600">
                <a:solidFill>
                  <a:schemeClr val="dk2"/>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a:r>
              <a:t>xx%</a:t>
            </a:r>
          </a:p>
        </p:txBody>
      </p:sp>
      <p:sp>
        <p:nvSpPr>
          <p:cNvPr id="499" name="Google Shape;499;p49"/>
          <p:cNvSpPr txBox="1"/>
          <p:nvPr>
            <p:ph hasCustomPrompt="1" idx="3" type="title"/>
          </p:nvPr>
        </p:nvSpPr>
        <p:spPr>
          <a:xfrm>
            <a:off x="1255644" y="3258829"/>
            <a:ext cx="1044900" cy="657600"/>
          </a:xfrm>
          <a:prstGeom prst="rect">
            <a:avLst/>
          </a:prstGeom>
        </p:spPr>
        <p:txBody>
          <a:bodyPr anchorCtr="0" anchor="ctr" bIns="91425" lIns="91425" spcFirstLastPara="1" rIns="91425" wrap="square" tIns="91425">
            <a:noAutofit/>
          </a:bodyPr>
          <a:lstStyle>
            <a:lvl1pPr lvl="0" algn="ctr">
              <a:spcBef>
                <a:spcPts val="0"/>
              </a:spcBef>
              <a:spcAft>
                <a:spcPts val="0"/>
              </a:spcAft>
              <a:buSzPts val="2400"/>
              <a:buNone/>
              <a:defRPr b="0" sz="3600">
                <a:solidFill>
                  <a:schemeClr val="dk2"/>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a:r>
              <a:t>xx%</a:t>
            </a:r>
          </a:p>
        </p:txBody>
      </p:sp>
      <p:sp>
        <p:nvSpPr>
          <p:cNvPr id="500" name="Google Shape;500;p49"/>
          <p:cNvSpPr txBox="1"/>
          <p:nvPr>
            <p:ph hasCustomPrompt="1" idx="4" type="title"/>
          </p:nvPr>
        </p:nvSpPr>
        <p:spPr>
          <a:xfrm>
            <a:off x="4684638" y="1753829"/>
            <a:ext cx="1044900" cy="657600"/>
          </a:xfrm>
          <a:prstGeom prst="rect">
            <a:avLst/>
          </a:prstGeom>
        </p:spPr>
        <p:txBody>
          <a:bodyPr anchorCtr="0" anchor="ctr" bIns="91425" lIns="91425" spcFirstLastPara="1" rIns="91425" wrap="square" tIns="91425">
            <a:noAutofit/>
          </a:bodyPr>
          <a:lstStyle>
            <a:lvl1pPr lvl="0" algn="ctr">
              <a:spcBef>
                <a:spcPts val="0"/>
              </a:spcBef>
              <a:spcAft>
                <a:spcPts val="0"/>
              </a:spcAft>
              <a:buSzPts val="2400"/>
              <a:buNone/>
              <a:defRPr b="0" sz="3600">
                <a:solidFill>
                  <a:schemeClr val="dk2"/>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a:r>
              <a:t>xx%</a:t>
            </a:r>
          </a:p>
        </p:txBody>
      </p:sp>
      <p:sp>
        <p:nvSpPr>
          <p:cNvPr id="501" name="Google Shape;501;p49"/>
          <p:cNvSpPr txBox="1"/>
          <p:nvPr>
            <p:ph hasCustomPrompt="1" idx="5" type="title"/>
          </p:nvPr>
        </p:nvSpPr>
        <p:spPr>
          <a:xfrm>
            <a:off x="4684638" y="3258829"/>
            <a:ext cx="1044900" cy="657600"/>
          </a:xfrm>
          <a:prstGeom prst="rect">
            <a:avLst/>
          </a:prstGeom>
        </p:spPr>
        <p:txBody>
          <a:bodyPr anchorCtr="0" anchor="ctr" bIns="91425" lIns="91425" spcFirstLastPara="1" rIns="91425" wrap="square" tIns="91425">
            <a:noAutofit/>
          </a:bodyPr>
          <a:lstStyle>
            <a:lvl1pPr lvl="0" algn="ctr">
              <a:spcBef>
                <a:spcPts val="0"/>
              </a:spcBef>
              <a:spcAft>
                <a:spcPts val="0"/>
              </a:spcAft>
              <a:buSzPts val="2400"/>
              <a:buNone/>
              <a:defRPr b="0" sz="3600">
                <a:solidFill>
                  <a:schemeClr val="dk2"/>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a:r>
              <a:t>xx%</a:t>
            </a:r>
          </a:p>
        </p:txBody>
      </p:sp>
      <p:sp>
        <p:nvSpPr>
          <p:cNvPr id="502" name="Google Shape;502;p49"/>
          <p:cNvSpPr txBox="1"/>
          <p:nvPr>
            <p:ph idx="1" type="subTitle"/>
          </p:nvPr>
        </p:nvSpPr>
        <p:spPr>
          <a:xfrm>
            <a:off x="2307450" y="1753825"/>
            <a:ext cx="2151900" cy="65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Bebas Neue"/>
              <a:buNone/>
              <a:defRPr sz="2000">
                <a:solidFill>
                  <a:schemeClr val="dk1"/>
                </a:solidFill>
                <a:latin typeface="Trispace"/>
                <a:ea typeface="Trispace"/>
                <a:cs typeface="Trispace"/>
                <a:sym typeface="Trispace"/>
              </a:defRPr>
            </a:lvl1pPr>
            <a:lvl2pPr lvl="1">
              <a:lnSpc>
                <a:spcPct val="100000"/>
              </a:lnSpc>
              <a:spcBef>
                <a:spcPts val="0"/>
              </a:spcBef>
              <a:spcAft>
                <a:spcPts val="0"/>
              </a:spcAft>
              <a:buSzPts val="2000"/>
              <a:buFont typeface="Bebas Neue"/>
              <a:buNone/>
              <a:defRPr sz="2000">
                <a:latin typeface="Bebas Neue"/>
                <a:ea typeface="Bebas Neue"/>
                <a:cs typeface="Bebas Neue"/>
                <a:sym typeface="Bebas Neue"/>
              </a:defRPr>
            </a:lvl2pPr>
            <a:lvl3pPr lvl="2">
              <a:lnSpc>
                <a:spcPct val="100000"/>
              </a:lnSpc>
              <a:spcBef>
                <a:spcPts val="0"/>
              </a:spcBef>
              <a:spcAft>
                <a:spcPts val="0"/>
              </a:spcAft>
              <a:buSzPts val="2000"/>
              <a:buFont typeface="Bebas Neue"/>
              <a:buNone/>
              <a:defRPr sz="2000">
                <a:latin typeface="Bebas Neue"/>
                <a:ea typeface="Bebas Neue"/>
                <a:cs typeface="Bebas Neue"/>
                <a:sym typeface="Bebas Neue"/>
              </a:defRPr>
            </a:lvl3pPr>
            <a:lvl4pPr lvl="3">
              <a:lnSpc>
                <a:spcPct val="100000"/>
              </a:lnSpc>
              <a:spcBef>
                <a:spcPts val="0"/>
              </a:spcBef>
              <a:spcAft>
                <a:spcPts val="0"/>
              </a:spcAft>
              <a:buSzPts val="2000"/>
              <a:buFont typeface="Bebas Neue"/>
              <a:buNone/>
              <a:defRPr sz="2000">
                <a:latin typeface="Bebas Neue"/>
                <a:ea typeface="Bebas Neue"/>
                <a:cs typeface="Bebas Neue"/>
                <a:sym typeface="Bebas Neue"/>
              </a:defRPr>
            </a:lvl4pPr>
            <a:lvl5pPr lvl="4">
              <a:lnSpc>
                <a:spcPct val="100000"/>
              </a:lnSpc>
              <a:spcBef>
                <a:spcPts val="0"/>
              </a:spcBef>
              <a:spcAft>
                <a:spcPts val="0"/>
              </a:spcAft>
              <a:buSzPts val="2000"/>
              <a:buFont typeface="Bebas Neue"/>
              <a:buNone/>
              <a:defRPr sz="2000">
                <a:latin typeface="Bebas Neue"/>
                <a:ea typeface="Bebas Neue"/>
                <a:cs typeface="Bebas Neue"/>
                <a:sym typeface="Bebas Neue"/>
              </a:defRPr>
            </a:lvl5pPr>
            <a:lvl6pPr lvl="5">
              <a:lnSpc>
                <a:spcPct val="100000"/>
              </a:lnSpc>
              <a:spcBef>
                <a:spcPts val="0"/>
              </a:spcBef>
              <a:spcAft>
                <a:spcPts val="0"/>
              </a:spcAft>
              <a:buSzPts val="2000"/>
              <a:buFont typeface="Bebas Neue"/>
              <a:buNone/>
              <a:defRPr sz="2000">
                <a:latin typeface="Bebas Neue"/>
                <a:ea typeface="Bebas Neue"/>
                <a:cs typeface="Bebas Neue"/>
                <a:sym typeface="Bebas Neue"/>
              </a:defRPr>
            </a:lvl6pPr>
            <a:lvl7pPr lvl="6">
              <a:lnSpc>
                <a:spcPct val="100000"/>
              </a:lnSpc>
              <a:spcBef>
                <a:spcPts val="0"/>
              </a:spcBef>
              <a:spcAft>
                <a:spcPts val="0"/>
              </a:spcAft>
              <a:buSzPts val="2000"/>
              <a:buFont typeface="Bebas Neue"/>
              <a:buNone/>
              <a:defRPr sz="2000">
                <a:latin typeface="Bebas Neue"/>
                <a:ea typeface="Bebas Neue"/>
                <a:cs typeface="Bebas Neue"/>
                <a:sym typeface="Bebas Neue"/>
              </a:defRPr>
            </a:lvl7pPr>
            <a:lvl8pPr lvl="7">
              <a:lnSpc>
                <a:spcPct val="100000"/>
              </a:lnSpc>
              <a:spcBef>
                <a:spcPts val="0"/>
              </a:spcBef>
              <a:spcAft>
                <a:spcPts val="0"/>
              </a:spcAft>
              <a:buSzPts val="2000"/>
              <a:buFont typeface="Bebas Neue"/>
              <a:buNone/>
              <a:defRPr sz="2000">
                <a:latin typeface="Bebas Neue"/>
                <a:ea typeface="Bebas Neue"/>
                <a:cs typeface="Bebas Neue"/>
                <a:sym typeface="Bebas Neue"/>
              </a:defRPr>
            </a:lvl8pPr>
            <a:lvl9pPr lvl="8">
              <a:lnSpc>
                <a:spcPct val="100000"/>
              </a:lnSpc>
              <a:spcBef>
                <a:spcPts val="0"/>
              </a:spcBef>
              <a:spcAft>
                <a:spcPts val="0"/>
              </a:spcAft>
              <a:buSzPts val="2000"/>
              <a:buFont typeface="Bebas Neue"/>
              <a:buNone/>
              <a:defRPr sz="2000">
                <a:latin typeface="Bebas Neue"/>
                <a:ea typeface="Bebas Neue"/>
                <a:cs typeface="Bebas Neue"/>
                <a:sym typeface="Bebas Neue"/>
              </a:defRPr>
            </a:lvl9pPr>
          </a:lstStyle>
          <a:p/>
        </p:txBody>
      </p:sp>
      <p:sp>
        <p:nvSpPr>
          <p:cNvPr id="503" name="Google Shape;503;p49"/>
          <p:cNvSpPr txBox="1"/>
          <p:nvPr>
            <p:ph idx="6" type="subTitle"/>
          </p:nvPr>
        </p:nvSpPr>
        <p:spPr>
          <a:xfrm>
            <a:off x="5736450" y="1753825"/>
            <a:ext cx="2151900" cy="65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Bebas Neue"/>
              <a:buNone/>
              <a:defRPr sz="2000">
                <a:solidFill>
                  <a:schemeClr val="dk1"/>
                </a:solidFill>
                <a:latin typeface="Trispace"/>
                <a:ea typeface="Trispace"/>
                <a:cs typeface="Trispace"/>
                <a:sym typeface="Trispace"/>
              </a:defRPr>
            </a:lvl1pPr>
            <a:lvl2pPr lvl="1">
              <a:lnSpc>
                <a:spcPct val="100000"/>
              </a:lnSpc>
              <a:spcBef>
                <a:spcPts val="0"/>
              </a:spcBef>
              <a:spcAft>
                <a:spcPts val="0"/>
              </a:spcAft>
              <a:buSzPts val="2000"/>
              <a:buFont typeface="Bebas Neue"/>
              <a:buNone/>
              <a:defRPr sz="2000">
                <a:latin typeface="Bebas Neue"/>
                <a:ea typeface="Bebas Neue"/>
                <a:cs typeface="Bebas Neue"/>
                <a:sym typeface="Bebas Neue"/>
              </a:defRPr>
            </a:lvl2pPr>
            <a:lvl3pPr lvl="2">
              <a:lnSpc>
                <a:spcPct val="100000"/>
              </a:lnSpc>
              <a:spcBef>
                <a:spcPts val="0"/>
              </a:spcBef>
              <a:spcAft>
                <a:spcPts val="0"/>
              </a:spcAft>
              <a:buSzPts val="2000"/>
              <a:buFont typeface="Bebas Neue"/>
              <a:buNone/>
              <a:defRPr sz="2000">
                <a:latin typeface="Bebas Neue"/>
                <a:ea typeface="Bebas Neue"/>
                <a:cs typeface="Bebas Neue"/>
                <a:sym typeface="Bebas Neue"/>
              </a:defRPr>
            </a:lvl3pPr>
            <a:lvl4pPr lvl="3">
              <a:lnSpc>
                <a:spcPct val="100000"/>
              </a:lnSpc>
              <a:spcBef>
                <a:spcPts val="0"/>
              </a:spcBef>
              <a:spcAft>
                <a:spcPts val="0"/>
              </a:spcAft>
              <a:buSzPts val="2000"/>
              <a:buFont typeface="Bebas Neue"/>
              <a:buNone/>
              <a:defRPr sz="2000">
                <a:latin typeface="Bebas Neue"/>
                <a:ea typeface="Bebas Neue"/>
                <a:cs typeface="Bebas Neue"/>
                <a:sym typeface="Bebas Neue"/>
              </a:defRPr>
            </a:lvl4pPr>
            <a:lvl5pPr lvl="4">
              <a:lnSpc>
                <a:spcPct val="100000"/>
              </a:lnSpc>
              <a:spcBef>
                <a:spcPts val="0"/>
              </a:spcBef>
              <a:spcAft>
                <a:spcPts val="0"/>
              </a:spcAft>
              <a:buSzPts val="2000"/>
              <a:buFont typeface="Bebas Neue"/>
              <a:buNone/>
              <a:defRPr sz="2000">
                <a:latin typeface="Bebas Neue"/>
                <a:ea typeface="Bebas Neue"/>
                <a:cs typeface="Bebas Neue"/>
                <a:sym typeface="Bebas Neue"/>
              </a:defRPr>
            </a:lvl5pPr>
            <a:lvl6pPr lvl="5">
              <a:lnSpc>
                <a:spcPct val="100000"/>
              </a:lnSpc>
              <a:spcBef>
                <a:spcPts val="0"/>
              </a:spcBef>
              <a:spcAft>
                <a:spcPts val="0"/>
              </a:spcAft>
              <a:buSzPts val="2000"/>
              <a:buFont typeface="Bebas Neue"/>
              <a:buNone/>
              <a:defRPr sz="2000">
                <a:latin typeface="Bebas Neue"/>
                <a:ea typeface="Bebas Neue"/>
                <a:cs typeface="Bebas Neue"/>
                <a:sym typeface="Bebas Neue"/>
              </a:defRPr>
            </a:lvl6pPr>
            <a:lvl7pPr lvl="6">
              <a:lnSpc>
                <a:spcPct val="100000"/>
              </a:lnSpc>
              <a:spcBef>
                <a:spcPts val="0"/>
              </a:spcBef>
              <a:spcAft>
                <a:spcPts val="0"/>
              </a:spcAft>
              <a:buSzPts val="2000"/>
              <a:buFont typeface="Bebas Neue"/>
              <a:buNone/>
              <a:defRPr sz="2000">
                <a:latin typeface="Bebas Neue"/>
                <a:ea typeface="Bebas Neue"/>
                <a:cs typeface="Bebas Neue"/>
                <a:sym typeface="Bebas Neue"/>
              </a:defRPr>
            </a:lvl7pPr>
            <a:lvl8pPr lvl="7">
              <a:lnSpc>
                <a:spcPct val="100000"/>
              </a:lnSpc>
              <a:spcBef>
                <a:spcPts val="0"/>
              </a:spcBef>
              <a:spcAft>
                <a:spcPts val="0"/>
              </a:spcAft>
              <a:buSzPts val="2000"/>
              <a:buFont typeface="Bebas Neue"/>
              <a:buNone/>
              <a:defRPr sz="2000">
                <a:latin typeface="Bebas Neue"/>
                <a:ea typeface="Bebas Neue"/>
                <a:cs typeface="Bebas Neue"/>
                <a:sym typeface="Bebas Neue"/>
              </a:defRPr>
            </a:lvl8pPr>
            <a:lvl9pPr lvl="8">
              <a:lnSpc>
                <a:spcPct val="100000"/>
              </a:lnSpc>
              <a:spcBef>
                <a:spcPts val="0"/>
              </a:spcBef>
              <a:spcAft>
                <a:spcPts val="0"/>
              </a:spcAft>
              <a:buSzPts val="2000"/>
              <a:buFont typeface="Bebas Neue"/>
              <a:buNone/>
              <a:defRPr sz="2000">
                <a:latin typeface="Bebas Neue"/>
                <a:ea typeface="Bebas Neue"/>
                <a:cs typeface="Bebas Neue"/>
                <a:sym typeface="Bebas Neue"/>
              </a:defRPr>
            </a:lvl9pPr>
          </a:lstStyle>
          <a:p/>
        </p:txBody>
      </p:sp>
      <p:sp>
        <p:nvSpPr>
          <p:cNvPr id="504" name="Google Shape;504;p49"/>
          <p:cNvSpPr txBox="1"/>
          <p:nvPr>
            <p:ph idx="7" type="subTitle"/>
          </p:nvPr>
        </p:nvSpPr>
        <p:spPr>
          <a:xfrm>
            <a:off x="2307450" y="3258824"/>
            <a:ext cx="2151900" cy="65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Bebas Neue"/>
              <a:buNone/>
              <a:defRPr sz="2000">
                <a:solidFill>
                  <a:schemeClr val="dk1"/>
                </a:solidFill>
                <a:latin typeface="Trispace"/>
                <a:ea typeface="Trispace"/>
                <a:cs typeface="Trispace"/>
                <a:sym typeface="Trispace"/>
              </a:defRPr>
            </a:lvl1pPr>
            <a:lvl2pPr lvl="1">
              <a:lnSpc>
                <a:spcPct val="100000"/>
              </a:lnSpc>
              <a:spcBef>
                <a:spcPts val="0"/>
              </a:spcBef>
              <a:spcAft>
                <a:spcPts val="0"/>
              </a:spcAft>
              <a:buSzPts val="2000"/>
              <a:buFont typeface="Bebas Neue"/>
              <a:buNone/>
              <a:defRPr sz="2000">
                <a:latin typeface="Bebas Neue"/>
                <a:ea typeface="Bebas Neue"/>
                <a:cs typeface="Bebas Neue"/>
                <a:sym typeface="Bebas Neue"/>
              </a:defRPr>
            </a:lvl2pPr>
            <a:lvl3pPr lvl="2">
              <a:lnSpc>
                <a:spcPct val="100000"/>
              </a:lnSpc>
              <a:spcBef>
                <a:spcPts val="0"/>
              </a:spcBef>
              <a:spcAft>
                <a:spcPts val="0"/>
              </a:spcAft>
              <a:buSzPts val="2000"/>
              <a:buFont typeface="Bebas Neue"/>
              <a:buNone/>
              <a:defRPr sz="2000">
                <a:latin typeface="Bebas Neue"/>
                <a:ea typeface="Bebas Neue"/>
                <a:cs typeface="Bebas Neue"/>
                <a:sym typeface="Bebas Neue"/>
              </a:defRPr>
            </a:lvl3pPr>
            <a:lvl4pPr lvl="3">
              <a:lnSpc>
                <a:spcPct val="100000"/>
              </a:lnSpc>
              <a:spcBef>
                <a:spcPts val="0"/>
              </a:spcBef>
              <a:spcAft>
                <a:spcPts val="0"/>
              </a:spcAft>
              <a:buSzPts val="2000"/>
              <a:buFont typeface="Bebas Neue"/>
              <a:buNone/>
              <a:defRPr sz="2000">
                <a:latin typeface="Bebas Neue"/>
                <a:ea typeface="Bebas Neue"/>
                <a:cs typeface="Bebas Neue"/>
                <a:sym typeface="Bebas Neue"/>
              </a:defRPr>
            </a:lvl4pPr>
            <a:lvl5pPr lvl="4">
              <a:lnSpc>
                <a:spcPct val="100000"/>
              </a:lnSpc>
              <a:spcBef>
                <a:spcPts val="0"/>
              </a:spcBef>
              <a:spcAft>
                <a:spcPts val="0"/>
              </a:spcAft>
              <a:buSzPts val="2000"/>
              <a:buFont typeface="Bebas Neue"/>
              <a:buNone/>
              <a:defRPr sz="2000">
                <a:latin typeface="Bebas Neue"/>
                <a:ea typeface="Bebas Neue"/>
                <a:cs typeface="Bebas Neue"/>
                <a:sym typeface="Bebas Neue"/>
              </a:defRPr>
            </a:lvl5pPr>
            <a:lvl6pPr lvl="5">
              <a:lnSpc>
                <a:spcPct val="100000"/>
              </a:lnSpc>
              <a:spcBef>
                <a:spcPts val="0"/>
              </a:spcBef>
              <a:spcAft>
                <a:spcPts val="0"/>
              </a:spcAft>
              <a:buSzPts val="2000"/>
              <a:buFont typeface="Bebas Neue"/>
              <a:buNone/>
              <a:defRPr sz="2000">
                <a:latin typeface="Bebas Neue"/>
                <a:ea typeface="Bebas Neue"/>
                <a:cs typeface="Bebas Neue"/>
                <a:sym typeface="Bebas Neue"/>
              </a:defRPr>
            </a:lvl6pPr>
            <a:lvl7pPr lvl="6">
              <a:lnSpc>
                <a:spcPct val="100000"/>
              </a:lnSpc>
              <a:spcBef>
                <a:spcPts val="0"/>
              </a:spcBef>
              <a:spcAft>
                <a:spcPts val="0"/>
              </a:spcAft>
              <a:buSzPts val="2000"/>
              <a:buFont typeface="Bebas Neue"/>
              <a:buNone/>
              <a:defRPr sz="2000">
                <a:latin typeface="Bebas Neue"/>
                <a:ea typeface="Bebas Neue"/>
                <a:cs typeface="Bebas Neue"/>
                <a:sym typeface="Bebas Neue"/>
              </a:defRPr>
            </a:lvl7pPr>
            <a:lvl8pPr lvl="7">
              <a:lnSpc>
                <a:spcPct val="100000"/>
              </a:lnSpc>
              <a:spcBef>
                <a:spcPts val="0"/>
              </a:spcBef>
              <a:spcAft>
                <a:spcPts val="0"/>
              </a:spcAft>
              <a:buSzPts val="2000"/>
              <a:buFont typeface="Bebas Neue"/>
              <a:buNone/>
              <a:defRPr sz="2000">
                <a:latin typeface="Bebas Neue"/>
                <a:ea typeface="Bebas Neue"/>
                <a:cs typeface="Bebas Neue"/>
                <a:sym typeface="Bebas Neue"/>
              </a:defRPr>
            </a:lvl8pPr>
            <a:lvl9pPr lvl="8">
              <a:lnSpc>
                <a:spcPct val="100000"/>
              </a:lnSpc>
              <a:spcBef>
                <a:spcPts val="0"/>
              </a:spcBef>
              <a:spcAft>
                <a:spcPts val="0"/>
              </a:spcAft>
              <a:buSzPts val="2000"/>
              <a:buFont typeface="Bebas Neue"/>
              <a:buNone/>
              <a:defRPr sz="2000">
                <a:latin typeface="Bebas Neue"/>
                <a:ea typeface="Bebas Neue"/>
                <a:cs typeface="Bebas Neue"/>
                <a:sym typeface="Bebas Neue"/>
              </a:defRPr>
            </a:lvl9pPr>
          </a:lstStyle>
          <a:p/>
        </p:txBody>
      </p:sp>
      <p:sp>
        <p:nvSpPr>
          <p:cNvPr id="505" name="Google Shape;505;p49"/>
          <p:cNvSpPr txBox="1"/>
          <p:nvPr>
            <p:ph idx="8" type="subTitle"/>
          </p:nvPr>
        </p:nvSpPr>
        <p:spPr>
          <a:xfrm>
            <a:off x="5736450" y="3258824"/>
            <a:ext cx="2151900" cy="65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Bebas Neue"/>
              <a:buNone/>
              <a:defRPr sz="2000">
                <a:solidFill>
                  <a:schemeClr val="dk1"/>
                </a:solidFill>
                <a:latin typeface="Trispace"/>
                <a:ea typeface="Trispace"/>
                <a:cs typeface="Trispace"/>
                <a:sym typeface="Trispace"/>
              </a:defRPr>
            </a:lvl1pPr>
            <a:lvl2pPr lvl="1">
              <a:lnSpc>
                <a:spcPct val="100000"/>
              </a:lnSpc>
              <a:spcBef>
                <a:spcPts val="0"/>
              </a:spcBef>
              <a:spcAft>
                <a:spcPts val="0"/>
              </a:spcAft>
              <a:buSzPts val="2000"/>
              <a:buFont typeface="Bebas Neue"/>
              <a:buNone/>
              <a:defRPr sz="2000">
                <a:latin typeface="Bebas Neue"/>
                <a:ea typeface="Bebas Neue"/>
                <a:cs typeface="Bebas Neue"/>
                <a:sym typeface="Bebas Neue"/>
              </a:defRPr>
            </a:lvl2pPr>
            <a:lvl3pPr lvl="2">
              <a:lnSpc>
                <a:spcPct val="100000"/>
              </a:lnSpc>
              <a:spcBef>
                <a:spcPts val="0"/>
              </a:spcBef>
              <a:spcAft>
                <a:spcPts val="0"/>
              </a:spcAft>
              <a:buSzPts val="2000"/>
              <a:buFont typeface="Bebas Neue"/>
              <a:buNone/>
              <a:defRPr sz="2000">
                <a:latin typeface="Bebas Neue"/>
                <a:ea typeface="Bebas Neue"/>
                <a:cs typeface="Bebas Neue"/>
                <a:sym typeface="Bebas Neue"/>
              </a:defRPr>
            </a:lvl3pPr>
            <a:lvl4pPr lvl="3">
              <a:lnSpc>
                <a:spcPct val="100000"/>
              </a:lnSpc>
              <a:spcBef>
                <a:spcPts val="0"/>
              </a:spcBef>
              <a:spcAft>
                <a:spcPts val="0"/>
              </a:spcAft>
              <a:buSzPts val="2000"/>
              <a:buFont typeface="Bebas Neue"/>
              <a:buNone/>
              <a:defRPr sz="2000">
                <a:latin typeface="Bebas Neue"/>
                <a:ea typeface="Bebas Neue"/>
                <a:cs typeface="Bebas Neue"/>
                <a:sym typeface="Bebas Neue"/>
              </a:defRPr>
            </a:lvl4pPr>
            <a:lvl5pPr lvl="4">
              <a:lnSpc>
                <a:spcPct val="100000"/>
              </a:lnSpc>
              <a:spcBef>
                <a:spcPts val="0"/>
              </a:spcBef>
              <a:spcAft>
                <a:spcPts val="0"/>
              </a:spcAft>
              <a:buSzPts val="2000"/>
              <a:buFont typeface="Bebas Neue"/>
              <a:buNone/>
              <a:defRPr sz="2000">
                <a:latin typeface="Bebas Neue"/>
                <a:ea typeface="Bebas Neue"/>
                <a:cs typeface="Bebas Neue"/>
                <a:sym typeface="Bebas Neue"/>
              </a:defRPr>
            </a:lvl5pPr>
            <a:lvl6pPr lvl="5">
              <a:lnSpc>
                <a:spcPct val="100000"/>
              </a:lnSpc>
              <a:spcBef>
                <a:spcPts val="0"/>
              </a:spcBef>
              <a:spcAft>
                <a:spcPts val="0"/>
              </a:spcAft>
              <a:buSzPts val="2000"/>
              <a:buFont typeface="Bebas Neue"/>
              <a:buNone/>
              <a:defRPr sz="2000">
                <a:latin typeface="Bebas Neue"/>
                <a:ea typeface="Bebas Neue"/>
                <a:cs typeface="Bebas Neue"/>
                <a:sym typeface="Bebas Neue"/>
              </a:defRPr>
            </a:lvl6pPr>
            <a:lvl7pPr lvl="6">
              <a:lnSpc>
                <a:spcPct val="100000"/>
              </a:lnSpc>
              <a:spcBef>
                <a:spcPts val="0"/>
              </a:spcBef>
              <a:spcAft>
                <a:spcPts val="0"/>
              </a:spcAft>
              <a:buSzPts val="2000"/>
              <a:buFont typeface="Bebas Neue"/>
              <a:buNone/>
              <a:defRPr sz="2000">
                <a:latin typeface="Bebas Neue"/>
                <a:ea typeface="Bebas Neue"/>
                <a:cs typeface="Bebas Neue"/>
                <a:sym typeface="Bebas Neue"/>
              </a:defRPr>
            </a:lvl7pPr>
            <a:lvl8pPr lvl="7">
              <a:lnSpc>
                <a:spcPct val="100000"/>
              </a:lnSpc>
              <a:spcBef>
                <a:spcPts val="0"/>
              </a:spcBef>
              <a:spcAft>
                <a:spcPts val="0"/>
              </a:spcAft>
              <a:buSzPts val="2000"/>
              <a:buFont typeface="Bebas Neue"/>
              <a:buNone/>
              <a:defRPr sz="2000">
                <a:latin typeface="Bebas Neue"/>
                <a:ea typeface="Bebas Neue"/>
                <a:cs typeface="Bebas Neue"/>
                <a:sym typeface="Bebas Neue"/>
              </a:defRPr>
            </a:lvl8pPr>
            <a:lvl9pPr lvl="8">
              <a:lnSpc>
                <a:spcPct val="100000"/>
              </a:lnSpc>
              <a:spcBef>
                <a:spcPts val="0"/>
              </a:spcBef>
              <a:spcAft>
                <a:spcPts val="0"/>
              </a:spcAft>
              <a:buSzPts val="2000"/>
              <a:buFont typeface="Bebas Neue"/>
              <a:buNone/>
              <a:defRPr sz="2000">
                <a:latin typeface="Bebas Neue"/>
                <a:ea typeface="Bebas Neue"/>
                <a:cs typeface="Bebas Neue"/>
                <a:sym typeface="Bebas Neu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CUSTOM_4_1_1_2">
    <p:spTree>
      <p:nvGrpSpPr>
        <p:cNvPr id="506" name="Shape 506"/>
        <p:cNvGrpSpPr/>
        <p:nvPr/>
      </p:nvGrpSpPr>
      <p:grpSpPr>
        <a:xfrm>
          <a:off x="0" y="0"/>
          <a:ext cx="0" cy="0"/>
          <a:chOff x="0" y="0"/>
          <a:chExt cx="0" cy="0"/>
        </a:xfrm>
      </p:grpSpPr>
      <p:sp>
        <p:nvSpPr>
          <p:cNvPr id="507" name="Google Shape;507;p50"/>
          <p:cNvSpPr/>
          <p:nvPr/>
        </p:nvSpPr>
        <p:spPr>
          <a:xfrm flipH="1" rot="1292342">
            <a:off x="-3321456" y="1927346"/>
            <a:ext cx="6095930" cy="3491359"/>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50"/>
          <p:cNvSpPr/>
          <p:nvPr/>
        </p:nvSpPr>
        <p:spPr>
          <a:xfrm rot="4535783">
            <a:off x="6914450" y="2837966"/>
            <a:ext cx="3524110" cy="2396771"/>
          </a:xfrm>
          <a:custGeom>
            <a:rect b="b" l="l" r="r" t="t"/>
            <a:pathLst>
              <a:path extrusionOk="0" h="14034" w="20635">
                <a:moveTo>
                  <a:pt x="20635" y="687"/>
                </a:moveTo>
                <a:cubicBezTo>
                  <a:pt x="18637" y="687"/>
                  <a:pt x="16638" y="768"/>
                  <a:pt x="14649" y="643"/>
                </a:cubicBezTo>
                <a:cubicBezTo>
                  <a:pt x="12552" y="509"/>
                  <a:pt x="10492" y="224"/>
                  <a:pt x="8377" y="224"/>
                </a:cubicBezTo>
                <a:cubicBezTo>
                  <a:pt x="6879" y="224"/>
                  <a:pt x="5380" y="313"/>
                  <a:pt x="3899" y="313"/>
                </a:cubicBezTo>
                <a:cubicBezTo>
                  <a:pt x="3132" y="313"/>
                  <a:pt x="955" y="0"/>
                  <a:pt x="509" y="875"/>
                </a:cubicBezTo>
                <a:cubicBezTo>
                  <a:pt x="1" y="1883"/>
                  <a:pt x="2329" y="3792"/>
                  <a:pt x="2989" y="4300"/>
                </a:cubicBezTo>
                <a:cubicBezTo>
                  <a:pt x="4185" y="5228"/>
                  <a:pt x="5433" y="5335"/>
                  <a:pt x="6879" y="5549"/>
                </a:cubicBezTo>
                <a:cubicBezTo>
                  <a:pt x="8422" y="5781"/>
                  <a:pt x="9832" y="5995"/>
                  <a:pt x="11107" y="6941"/>
                </a:cubicBezTo>
                <a:cubicBezTo>
                  <a:pt x="12196" y="7762"/>
                  <a:pt x="12829" y="8966"/>
                  <a:pt x="13516" y="10099"/>
                </a:cubicBezTo>
                <a:cubicBezTo>
                  <a:pt x="14230" y="11268"/>
                  <a:pt x="15291" y="12151"/>
                  <a:pt x="16496" y="12775"/>
                </a:cubicBezTo>
                <a:cubicBezTo>
                  <a:pt x="17566" y="13320"/>
                  <a:pt x="19074" y="13998"/>
                  <a:pt x="20278" y="14033"/>
                </a:cubicBezTo>
                <a:cubicBezTo>
                  <a:pt x="20421" y="13221"/>
                  <a:pt x="20314" y="12383"/>
                  <a:pt x="20332" y="11562"/>
                </a:cubicBezTo>
                <a:cubicBezTo>
                  <a:pt x="20349" y="10732"/>
                  <a:pt x="20635" y="9930"/>
                  <a:pt x="20635" y="9109"/>
                </a:cubicBezTo>
                <a:cubicBezTo>
                  <a:pt x="20635" y="8252"/>
                  <a:pt x="20635" y="7387"/>
                  <a:pt x="20635" y="6531"/>
                </a:cubicBezTo>
                <a:lnTo>
                  <a:pt x="20635" y="1713"/>
                </a:lnTo>
                <a:close/>
              </a:path>
            </a:pathLst>
          </a:custGeom>
          <a:gradFill>
            <a:gsLst>
              <a:gs pos="0">
                <a:srgbClr val="8134EC">
                  <a:alpha val="70196"/>
                </a:srgbClr>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9" name="Google Shape;509;p50"/>
          <p:cNvGrpSpPr/>
          <p:nvPr/>
        </p:nvGrpSpPr>
        <p:grpSpPr>
          <a:xfrm rot="10800000">
            <a:off x="8514859" y="2937143"/>
            <a:ext cx="511267" cy="2017916"/>
            <a:chOff x="8552930" y="2910118"/>
            <a:chExt cx="511267" cy="2017916"/>
          </a:xfrm>
        </p:grpSpPr>
        <p:sp>
          <p:nvSpPr>
            <p:cNvPr id="510" name="Google Shape;510;p50"/>
            <p:cNvSpPr/>
            <p:nvPr/>
          </p:nvSpPr>
          <p:spPr>
            <a:xfrm>
              <a:off x="8737186" y="33506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50"/>
            <p:cNvSpPr/>
            <p:nvPr/>
          </p:nvSpPr>
          <p:spPr>
            <a:xfrm>
              <a:off x="8601061" y="4600990"/>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50"/>
            <p:cNvSpPr/>
            <p:nvPr/>
          </p:nvSpPr>
          <p:spPr>
            <a:xfrm>
              <a:off x="8552930" y="291011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3" name="Google Shape;513;p50"/>
          <p:cNvGrpSpPr/>
          <p:nvPr/>
        </p:nvGrpSpPr>
        <p:grpSpPr>
          <a:xfrm rot="7347507">
            <a:off x="134581" y="3888252"/>
            <a:ext cx="912282" cy="1615081"/>
            <a:chOff x="133086" y="3408328"/>
            <a:chExt cx="912262" cy="1615044"/>
          </a:xfrm>
        </p:grpSpPr>
        <p:sp>
          <p:nvSpPr>
            <p:cNvPr id="514" name="Google Shape;514;p50"/>
            <p:cNvSpPr/>
            <p:nvPr/>
          </p:nvSpPr>
          <p:spPr>
            <a:xfrm>
              <a:off x="265110" y="340832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50"/>
            <p:cNvSpPr/>
            <p:nvPr/>
          </p:nvSpPr>
          <p:spPr>
            <a:xfrm>
              <a:off x="385324" y="4098816"/>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50"/>
            <p:cNvSpPr/>
            <p:nvPr/>
          </p:nvSpPr>
          <p:spPr>
            <a:xfrm>
              <a:off x="133086" y="469632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7" name="Google Shape;517;p50"/>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18" name="Google Shape;518;p50"/>
          <p:cNvSpPr txBox="1"/>
          <p:nvPr>
            <p:ph idx="1" type="body"/>
          </p:nvPr>
        </p:nvSpPr>
        <p:spPr>
          <a:xfrm>
            <a:off x="720000" y="1215750"/>
            <a:ext cx="7704000" cy="11454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Char char="●"/>
              <a:defRPr sz="1200">
                <a:solidFill>
                  <a:schemeClr val="dk1"/>
                </a:solidFill>
              </a:defRPr>
            </a:lvl1pPr>
            <a:lvl2pPr indent="-304800" lvl="1" marL="914400">
              <a:lnSpc>
                <a:spcPct val="115000"/>
              </a:lnSpc>
              <a:spcBef>
                <a:spcPts val="1600"/>
              </a:spcBef>
              <a:spcAft>
                <a:spcPts val="0"/>
              </a:spcAft>
              <a:buClr>
                <a:schemeClr val="dk1"/>
              </a:buClr>
              <a:buSzPts val="1200"/>
              <a:buFont typeface="Roboto Condensed Light"/>
              <a:buChar char="○"/>
              <a:defRPr>
                <a:solidFill>
                  <a:schemeClr val="dk1"/>
                </a:solidFill>
              </a:defRPr>
            </a:lvl2pPr>
            <a:lvl3pPr indent="-304800" lvl="2" marL="1371600">
              <a:lnSpc>
                <a:spcPct val="115000"/>
              </a:lnSpc>
              <a:spcBef>
                <a:spcPts val="1600"/>
              </a:spcBef>
              <a:spcAft>
                <a:spcPts val="0"/>
              </a:spcAft>
              <a:buClr>
                <a:schemeClr val="dk1"/>
              </a:buClr>
              <a:buSzPts val="1200"/>
              <a:buFont typeface="Roboto Condensed Light"/>
              <a:buChar char="■"/>
              <a:defRPr>
                <a:solidFill>
                  <a:schemeClr val="dk1"/>
                </a:solidFill>
              </a:defRPr>
            </a:lvl3pPr>
            <a:lvl4pPr indent="-304800" lvl="3" marL="1828800">
              <a:lnSpc>
                <a:spcPct val="115000"/>
              </a:lnSpc>
              <a:spcBef>
                <a:spcPts val="1600"/>
              </a:spcBef>
              <a:spcAft>
                <a:spcPts val="0"/>
              </a:spcAft>
              <a:buClr>
                <a:schemeClr val="dk1"/>
              </a:buClr>
              <a:buSzPts val="1200"/>
              <a:buFont typeface="Roboto Condensed Light"/>
              <a:buChar char="●"/>
              <a:defRPr>
                <a:solidFill>
                  <a:schemeClr val="dk1"/>
                </a:solidFill>
              </a:defRPr>
            </a:lvl4pPr>
            <a:lvl5pPr indent="-304800" lvl="4" marL="2286000">
              <a:lnSpc>
                <a:spcPct val="115000"/>
              </a:lnSpc>
              <a:spcBef>
                <a:spcPts val="1600"/>
              </a:spcBef>
              <a:spcAft>
                <a:spcPts val="0"/>
              </a:spcAft>
              <a:buClr>
                <a:schemeClr val="dk1"/>
              </a:buClr>
              <a:buSzPts val="1200"/>
              <a:buFont typeface="Roboto Condensed Light"/>
              <a:buChar char="○"/>
              <a:defRPr>
                <a:solidFill>
                  <a:schemeClr val="dk1"/>
                </a:solidFill>
              </a:defRPr>
            </a:lvl5pPr>
            <a:lvl6pPr indent="-304800" lvl="5" marL="2743200">
              <a:lnSpc>
                <a:spcPct val="115000"/>
              </a:lnSpc>
              <a:spcBef>
                <a:spcPts val="1600"/>
              </a:spcBef>
              <a:spcAft>
                <a:spcPts val="0"/>
              </a:spcAft>
              <a:buClr>
                <a:schemeClr val="dk1"/>
              </a:buClr>
              <a:buSzPts val="1200"/>
              <a:buFont typeface="Roboto Condensed Light"/>
              <a:buChar char="■"/>
              <a:defRPr>
                <a:solidFill>
                  <a:schemeClr val="dk1"/>
                </a:solidFill>
              </a:defRPr>
            </a:lvl6pPr>
            <a:lvl7pPr indent="-304800" lvl="6" marL="3200400">
              <a:lnSpc>
                <a:spcPct val="115000"/>
              </a:lnSpc>
              <a:spcBef>
                <a:spcPts val="1600"/>
              </a:spcBef>
              <a:spcAft>
                <a:spcPts val="0"/>
              </a:spcAft>
              <a:buClr>
                <a:schemeClr val="dk1"/>
              </a:buClr>
              <a:buSzPts val="1200"/>
              <a:buFont typeface="Roboto Condensed Light"/>
              <a:buChar char="●"/>
              <a:defRPr>
                <a:solidFill>
                  <a:schemeClr val="dk1"/>
                </a:solidFill>
              </a:defRPr>
            </a:lvl7pPr>
            <a:lvl8pPr indent="-304800" lvl="7" marL="3657600">
              <a:lnSpc>
                <a:spcPct val="115000"/>
              </a:lnSpc>
              <a:spcBef>
                <a:spcPts val="1600"/>
              </a:spcBef>
              <a:spcAft>
                <a:spcPts val="0"/>
              </a:spcAft>
              <a:buClr>
                <a:schemeClr val="dk1"/>
              </a:buClr>
              <a:buSzPts val="1200"/>
              <a:buFont typeface="Roboto Condensed Light"/>
              <a:buChar char="○"/>
              <a:defRPr>
                <a:solidFill>
                  <a:schemeClr val="dk1"/>
                </a:solidFill>
              </a:defRPr>
            </a:lvl8pPr>
            <a:lvl9pPr indent="-304800" lvl="8" marL="4114800">
              <a:lnSpc>
                <a:spcPct val="115000"/>
              </a:lnSpc>
              <a:spcBef>
                <a:spcPts val="1600"/>
              </a:spcBef>
              <a:spcAft>
                <a:spcPts val="1600"/>
              </a:spcAft>
              <a:buClr>
                <a:schemeClr val="dk1"/>
              </a:buClr>
              <a:buSzPts val="1200"/>
              <a:buFont typeface="Roboto Condensed Light"/>
              <a:buChar char="■"/>
              <a:defRPr>
                <a:solidFill>
                  <a:schemeClr val="dk1"/>
                </a:solidFill>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_3">
    <p:spTree>
      <p:nvGrpSpPr>
        <p:cNvPr id="519" name="Shape 519"/>
        <p:cNvGrpSpPr/>
        <p:nvPr/>
      </p:nvGrpSpPr>
      <p:grpSpPr>
        <a:xfrm>
          <a:off x="0" y="0"/>
          <a:ext cx="0" cy="0"/>
          <a:chOff x="0" y="0"/>
          <a:chExt cx="0" cy="0"/>
        </a:xfrm>
      </p:grpSpPr>
      <p:sp>
        <p:nvSpPr>
          <p:cNvPr id="520" name="Google Shape;520;p51"/>
          <p:cNvSpPr/>
          <p:nvPr/>
        </p:nvSpPr>
        <p:spPr>
          <a:xfrm flipH="1">
            <a:off x="-3429082" y="2598063"/>
            <a:ext cx="6095899" cy="3491380"/>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51"/>
          <p:cNvSpPr/>
          <p:nvPr/>
        </p:nvSpPr>
        <p:spPr>
          <a:xfrm rot="-542519">
            <a:off x="6823253" y="-353355"/>
            <a:ext cx="2625360" cy="1785525"/>
          </a:xfrm>
          <a:custGeom>
            <a:rect b="b" l="l" r="r" t="t"/>
            <a:pathLst>
              <a:path extrusionOk="0" h="14034" w="20635">
                <a:moveTo>
                  <a:pt x="20635" y="687"/>
                </a:moveTo>
                <a:cubicBezTo>
                  <a:pt x="18637" y="687"/>
                  <a:pt x="16638" y="768"/>
                  <a:pt x="14649" y="643"/>
                </a:cubicBezTo>
                <a:cubicBezTo>
                  <a:pt x="12552" y="509"/>
                  <a:pt x="10492" y="224"/>
                  <a:pt x="8377" y="224"/>
                </a:cubicBezTo>
                <a:cubicBezTo>
                  <a:pt x="6879" y="224"/>
                  <a:pt x="5380" y="313"/>
                  <a:pt x="3899" y="313"/>
                </a:cubicBezTo>
                <a:cubicBezTo>
                  <a:pt x="3132" y="313"/>
                  <a:pt x="955" y="0"/>
                  <a:pt x="509" y="875"/>
                </a:cubicBezTo>
                <a:cubicBezTo>
                  <a:pt x="1" y="1883"/>
                  <a:pt x="2329" y="3792"/>
                  <a:pt x="2989" y="4300"/>
                </a:cubicBezTo>
                <a:cubicBezTo>
                  <a:pt x="4185" y="5228"/>
                  <a:pt x="5433" y="5335"/>
                  <a:pt x="6879" y="5549"/>
                </a:cubicBezTo>
                <a:cubicBezTo>
                  <a:pt x="8422" y="5781"/>
                  <a:pt x="9832" y="5995"/>
                  <a:pt x="11107" y="6941"/>
                </a:cubicBezTo>
                <a:cubicBezTo>
                  <a:pt x="12196" y="7762"/>
                  <a:pt x="12829" y="8966"/>
                  <a:pt x="13516" y="10099"/>
                </a:cubicBezTo>
                <a:cubicBezTo>
                  <a:pt x="14230" y="11268"/>
                  <a:pt x="15291" y="12151"/>
                  <a:pt x="16496" y="12775"/>
                </a:cubicBezTo>
                <a:cubicBezTo>
                  <a:pt x="17566" y="13320"/>
                  <a:pt x="19074" y="13998"/>
                  <a:pt x="20278" y="14033"/>
                </a:cubicBezTo>
                <a:cubicBezTo>
                  <a:pt x="20421" y="13221"/>
                  <a:pt x="20314" y="12383"/>
                  <a:pt x="20332" y="11562"/>
                </a:cubicBezTo>
                <a:cubicBezTo>
                  <a:pt x="20349" y="10732"/>
                  <a:pt x="20635" y="9930"/>
                  <a:pt x="20635" y="9109"/>
                </a:cubicBezTo>
                <a:cubicBezTo>
                  <a:pt x="20635" y="8252"/>
                  <a:pt x="20635" y="7387"/>
                  <a:pt x="20635" y="6531"/>
                </a:cubicBezTo>
                <a:lnTo>
                  <a:pt x="20635" y="1713"/>
                </a:lnTo>
                <a:close/>
              </a:path>
            </a:pathLst>
          </a:custGeom>
          <a:gradFill>
            <a:gsLst>
              <a:gs pos="0">
                <a:srgbClr val="8134EC">
                  <a:alpha val="70196"/>
                </a:srgbClr>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2" name="Google Shape;522;p51"/>
          <p:cNvGrpSpPr/>
          <p:nvPr/>
        </p:nvGrpSpPr>
        <p:grpSpPr>
          <a:xfrm>
            <a:off x="7560023" y="54840"/>
            <a:ext cx="1504175" cy="1244157"/>
            <a:chOff x="7560023" y="2814490"/>
            <a:chExt cx="1504175" cy="1244157"/>
          </a:xfrm>
        </p:grpSpPr>
        <p:sp>
          <p:nvSpPr>
            <p:cNvPr id="523" name="Google Shape;523;p51"/>
            <p:cNvSpPr/>
            <p:nvPr/>
          </p:nvSpPr>
          <p:spPr>
            <a:xfrm>
              <a:off x="7560023" y="2814490"/>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51"/>
            <p:cNvSpPr/>
            <p:nvPr/>
          </p:nvSpPr>
          <p:spPr>
            <a:xfrm>
              <a:off x="8737186" y="37316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51"/>
            <p:cNvSpPr/>
            <p:nvPr/>
          </p:nvSpPr>
          <p:spPr>
            <a:xfrm>
              <a:off x="8552936" y="342187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51"/>
            <p:cNvSpPr/>
            <p:nvPr/>
          </p:nvSpPr>
          <p:spPr>
            <a:xfrm>
              <a:off x="8552930" y="291011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7" name="Google Shape;527;p51"/>
          <p:cNvGrpSpPr/>
          <p:nvPr/>
        </p:nvGrpSpPr>
        <p:grpSpPr>
          <a:xfrm>
            <a:off x="-33427" y="3476090"/>
            <a:ext cx="682702" cy="1547282"/>
            <a:chOff x="-33427" y="3476090"/>
            <a:chExt cx="682702" cy="1547282"/>
          </a:xfrm>
        </p:grpSpPr>
        <p:sp>
          <p:nvSpPr>
            <p:cNvPr id="528" name="Google Shape;528;p51"/>
            <p:cNvSpPr/>
            <p:nvPr/>
          </p:nvSpPr>
          <p:spPr>
            <a:xfrm>
              <a:off x="180505" y="42564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51"/>
            <p:cNvSpPr/>
            <p:nvPr/>
          </p:nvSpPr>
          <p:spPr>
            <a:xfrm>
              <a:off x="-33427" y="3476090"/>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51"/>
            <p:cNvSpPr/>
            <p:nvPr/>
          </p:nvSpPr>
          <p:spPr>
            <a:xfrm>
              <a:off x="133086" y="469632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1" name="Google Shape;531;p51"/>
          <p:cNvSpPr txBox="1"/>
          <p:nvPr>
            <p:ph type="title"/>
          </p:nvPr>
        </p:nvSpPr>
        <p:spPr>
          <a:xfrm>
            <a:off x="720075" y="539400"/>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32" name="Google Shape;532;p51"/>
          <p:cNvSpPr txBox="1"/>
          <p:nvPr>
            <p:ph idx="1" type="subTitle"/>
          </p:nvPr>
        </p:nvSpPr>
        <p:spPr>
          <a:xfrm>
            <a:off x="814550" y="2992900"/>
            <a:ext cx="2394900" cy="1452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400"/>
              <a:buNone/>
              <a:defRPr>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1600"/>
              </a:spcBef>
              <a:spcAft>
                <a:spcPts val="0"/>
              </a:spcAft>
              <a:buClr>
                <a:schemeClr val="dk1"/>
              </a:buClr>
              <a:buSzPts val="1200"/>
              <a:buNone/>
              <a:defRPr>
                <a:solidFill>
                  <a:schemeClr val="dk1"/>
                </a:solidFill>
              </a:defRPr>
            </a:lvl3pPr>
            <a:lvl4pPr lvl="3" algn="ctr">
              <a:lnSpc>
                <a:spcPct val="100000"/>
              </a:lnSpc>
              <a:spcBef>
                <a:spcPts val="1600"/>
              </a:spcBef>
              <a:spcAft>
                <a:spcPts val="0"/>
              </a:spcAft>
              <a:buClr>
                <a:schemeClr val="dk1"/>
              </a:buClr>
              <a:buSzPts val="1200"/>
              <a:buNone/>
              <a:defRPr>
                <a:solidFill>
                  <a:schemeClr val="dk1"/>
                </a:solidFill>
              </a:defRPr>
            </a:lvl4pPr>
            <a:lvl5pPr lvl="4" algn="ctr">
              <a:lnSpc>
                <a:spcPct val="100000"/>
              </a:lnSpc>
              <a:spcBef>
                <a:spcPts val="1600"/>
              </a:spcBef>
              <a:spcAft>
                <a:spcPts val="0"/>
              </a:spcAft>
              <a:buClr>
                <a:schemeClr val="dk1"/>
              </a:buClr>
              <a:buSzPts val="1200"/>
              <a:buNone/>
              <a:defRPr>
                <a:solidFill>
                  <a:schemeClr val="dk1"/>
                </a:solidFill>
              </a:defRPr>
            </a:lvl5pPr>
            <a:lvl6pPr lvl="5" algn="ctr">
              <a:lnSpc>
                <a:spcPct val="100000"/>
              </a:lnSpc>
              <a:spcBef>
                <a:spcPts val="1600"/>
              </a:spcBef>
              <a:spcAft>
                <a:spcPts val="0"/>
              </a:spcAft>
              <a:buClr>
                <a:schemeClr val="dk1"/>
              </a:buClr>
              <a:buSzPts val="1200"/>
              <a:buNone/>
              <a:defRPr>
                <a:solidFill>
                  <a:schemeClr val="dk1"/>
                </a:solidFill>
              </a:defRPr>
            </a:lvl6pPr>
            <a:lvl7pPr lvl="6" algn="ctr">
              <a:lnSpc>
                <a:spcPct val="100000"/>
              </a:lnSpc>
              <a:spcBef>
                <a:spcPts val="1600"/>
              </a:spcBef>
              <a:spcAft>
                <a:spcPts val="0"/>
              </a:spcAft>
              <a:buClr>
                <a:schemeClr val="dk1"/>
              </a:buClr>
              <a:buSzPts val="1200"/>
              <a:buNone/>
              <a:defRPr>
                <a:solidFill>
                  <a:schemeClr val="dk1"/>
                </a:solidFill>
              </a:defRPr>
            </a:lvl7pPr>
            <a:lvl8pPr lvl="7" algn="ctr">
              <a:lnSpc>
                <a:spcPct val="100000"/>
              </a:lnSpc>
              <a:spcBef>
                <a:spcPts val="1600"/>
              </a:spcBef>
              <a:spcAft>
                <a:spcPts val="0"/>
              </a:spcAft>
              <a:buClr>
                <a:schemeClr val="dk1"/>
              </a:buClr>
              <a:buSzPts val="1200"/>
              <a:buNone/>
              <a:defRPr>
                <a:solidFill>
                  <a:schemeClr val="dk1"/>
                </a:solidFill>
              </a:defRPr>
            </a:lvl8pPr>
            <a:lvl9pPr lvl="8" algn="ctr">
              <a:lnSpc>
                <a:spcPct val="100000"/>
              </a:lnSpc>
              <a:spcBef>
                <a:spcPts val="1600"/>
              </a:spcBef>
              <a:spcAft>
                <a:spcPts val="1600"/>
              </a:spcAft>
              <a:buClr>
                <a:schemeClr val="dk1"/>
              </a:buClr>
              <a:buSzPts val="1200"/>
              <a:buNone/>
              <a:defRPr>
                <a:solidFill>
                  <a:schemeClr val="dk1"/>
                </a:solidFill>
              </a:defRPr>
            </a:lvl9pPr>
          </a:lstStyle>
          <a:p/>
        </p:txBody>
      </p:sp>
      <p:sp>
        <p:nvSpPr>
          <p:cNvPr id="533" name="Google Shape;533;p51"/>
          <p:cNvSpPr txBox="1"/>
          <p:nvPr>
            <p:ph idx="2" type="subTitle"/>
          </p:nvPr>
        </p:nvSpPr>
        <p:spPr>
          <a:xfrm>
            <a:off x="3374720" y="2992900"/>
            <a:ext cx="2394900" cy="1452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400"/>
              <a:buNone/>
              <a:defRPr>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1600"/>
              </a:spcBef>
              <a:spcAft>
                <a:spcPts val="0"/>
              </a:spcAft>
              <a:buClr>
                <a:schemeClr val="dk1"/>
              </a:buClr>
              <a:buSzPts val="1200"/>
              <a:buNone/>
              <a:defRPr>
                <a:solidFill>
                  <a:schemeClr val="dk1"/>
                </a:solidFill>
              </a:defRPr>
            </a:lvl3pPr>
            <a:lvl4pPr lvl="3" algn="ctr">
              <a:lnSpc>
                <a:spcPct val="100000"/>
              </a:lnSpc>
              <a:spcBef>
                <a:spcPts val="1600"/>
              </a:spcBef>
              <a:spcAft>
                <a:spcPts val="0"/>
              </a:spcAft>
              <a:buClr>
                <a:schemeClr val="dk1"/>
              </a:buClr>
              <a:buSzPts val="1200"/>
              <a:buNone/>
              <a:defRPr>
                <a:solidFill>
                  <a:schemeClr val="dk1"/>
                </a:solidFill>
              </a:defRPr>
            </a:lvl4pPr>
            <a:lvl5pPr lvl="4" algn="ctr">
              <a:lnSpc>
                <a:spcPct val="100000"/>
              </a:lnSpc>
              <a:spcBef>
                <a:spcPts val="1600"/>
              </a:spcBef>
              <a:spcAft>
                <a:spcPts val="0"/>
              </a:spcAft>
              <a:buClr>
                <a:schemeClr val="dk1"/>
              </a:buClr>
              <a:buSzPts val="1200"/>
              <a:buNone/>
              <a:defRPr>
                <a:solidFill>
                  <a:schemeClr val="dk1"/>
                </a:solidFill>
              </a:defRPr>
            </a:lvl5pPr>
            <a:lvl6pPr lvl="5" algn="ctr">
              <a:lnSpc>
                <a:spcPct val="100000"/>
              </a:lnSpc>
              <a:spcBef>
                <a:spcPts val="1600"/>
              </a:spcBef>
              <a:spcAft>
                <a:spcPts val="0"/>
              </a:spcAft>
              <a:buClr>
                <a:schemeClr val="dk1"/>
              </a:buClr>
              <a:buSzPts val="1200"/>
              <a:buNone/>
              <a:defRPr>
                <a:solidFill>
                  <a:schemeClr val="dk1"/>
                </a:solidFill>
              </a:defRPr>
            </a:lvl6pPr>
            <a:lvl7pPr lvl="6" algn="ctr">
              <a:lnSpc>
                <a:spcPct val="100000"/>
              </a:lnSpc>
              <a:spcBef>
                <a:spcPts val="1600"/>
              </a:spcBef>
              <a:spcAft>
                <a:spcPts val="0"/>
              </a:spcAft>
              <a:buClr>
                <a:schemeClr val="dk1"/>
              </a:buClr>
              <a:buSzPts val="1200"/>
              <a:buNone/>
              <a:defRPr>
                <a:solidFill>
                  <a:schemeClr val="dk1"/>
                </a:solidFill>
              </a:defRPr>
            </a:lvl7pPr>
            <a:lvl8pPr lvl="7" algn="ctr">
              <a:lnSpc>
                <a:spcPct val="100000"/>
              </a:lnSpc>
              <a:spcBef>
                <a:spcPts val="1600"/>
              </a:spcBef>
              <a:spcAft>
                <a:spcPts val="0"/>
              </a:spcAft>
              <a:buClr>
                <a:schemeClr val="dk1"/>
              </a:buClr>
              <a:buSzPts val="1200"/>
              <a:buNone/>
              <a:defRPr>
                <a:solidFill>
                  <a:schemeClr val="dk1"/>
                </a:solidFill>
              </a:defRPr>
            </a:lvl8pPr>
            <a:lvl9pPr lvl="8" algn="ctr">
              <a:lnSpc>
                <a:spcPct val="100000"/>
              </a:lnSpc>
              <a:spcBef>
                <a:spcPts val="1600"/>
              </a:spcBef>
              <a:spcAft>
                <a:spcPts val="1600"/>
              </a:spcAft>
              <a:buClr>
                <a:schemeClr val="dk1"/>
              </a:buClr>
              <a:buSzPts val="1200"/>
              <a:buNone/>
              <a:defRPr>
                <a:solidFill>
                  <a:schemeClr val="dk1"/>
                </a:solidFill>
              </a:defRPr>
            </a:lvl9pPr>
          </a:lstStyle>
          <a:p/>
        </p:txBody>
      </p:sp>
      <p:sp>
        <p:nvSpPr>
          <p:cNvPr id="534" name="Google Shape;534;p51"/>
          <p:cNvSpPr txBox="1"/>
          <p:nvPr>
            <p:ph idx="3" type="subTitle"/>
          </p:nvPr>
        </p:nvSpPr>
        <p:spPr>
          <a:xfrm>
            <a:off x="5934871" y="2992900"/>
            <a:ext cx="2394900" cy="1452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400"/>
              <a:buNone/>
              <a:defRPr>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1600"/>
              </a:spcBef>
              <a:spcAft>
                <a:spcPts val="0"/>
              </a:spcAft>
              <a:buClr>
                <a:schemeClr val="dk1"/>
              </a:buClr>
              <a:buSzPts val="1200"/>
              <a:buNone/>
              <a:defRPr>
                <a:solidFill>
                  <a:schemeClr val="dk1"/>
                </a:solidFill>
              </a:defRPr>
            </a:lvl3pPr>
            <a:lvl4pPr lvl="3" algn="ctr">
              <a:lnSpc>
                <a:spcPct val="100000"/>
              </a:lnSpc>
              <a:spcBef>
                <a:spcPts val="1600"/>
              </a:spcBef>
              <a:spcAft>
                <a:spcPts val="0"/>
              </a:spcAft>
              <a:buClr>
                <a:schemeClr val="dk1"/>
              </a:buClr>
              <a:buSzPts val="1200"/>
              <a:buNone/>
              <a:defRPr>
                <a:solidFill>
                  <a:schemeClr val="dk1"/>
                </a:solidFill>
              </a:defRPr>
            </a:lvl4pPr>
            <a:lvl5pPr lvl="4" algn="ctr">
              <a:lnSpc>
                <a:spcPct val="100000"/>
              </a:lnSpc>
              <a:spcBef>
                <a:spcPts val="1600"/>
              </a:spcBef>
              <a:spcAft>
                <a:spcPts val="0"/>
              </a:spcAft>
              <a:buClr>
                <a:schemeClr val="dk1"/>
              </a:buClr>
              <a:buSzPts val="1200"/>
              <a:buNone/>
              <a:defRPr>
                <a:solidFill>
                  <a:schemeClr val="dk1"/>
                </a:solidFill>
              </a:defRPr>
            </a:lvl5pPr>
            <a:lvl6pPr lvl="5" algn="ctr">
              <a:lnSpc>
                <a:spcPct val="100000"/>
              </a:lnSpc>
              <a:spcBef>
                <a:spcPts val="1600"/>
              </a:spcBef>
              <a:spcAft>
                <a:spcPts val="0"/>
              </a:spcAft>
              <a:buClr>
                <a:schemeClr val="dk1"/>
              </a:buClr>
              <a:buSzPts val="1200"/>
              <a:buNone/>
              <a:defRPr>
                <a:solidFill>
                  <a:schemeClr val="dk1"/>
                </a:solidFill>
              </a:defRPr>
            </a:lvl6pPr>
            <a:lvl7pPr lvl="6" algn="ctr">
              <a:lnSpc>
                <a:spcPct val="100000"/>
              </a:lnSpc>
              <a:spcBef>
                <a:spcPts val="1600"/>
              </a:spcBef>
              <a:spcAft>
                <a:spcPts val="0"/>
              </a:spcAft>
              <a:buClr>
                <a:schemeClr val="dk1"/>
              </a:buClr>
              <a:buSzPts val="1200"/>
              <a:buNone/>
              <a:defRPr>
                <a:solidFill>
                  <a:schemeClr val="dk1"/>
                </a:solidFill>
              </a:defRPr>
            </a:lvl7pPr>
            <a:lvl8pPr lvl="7" algn="ctr">
              <a:lnSpc>
                <a:spcPct val="100000"/>
              </a:lnSpc>
              <a:spcBef>
                <a:spcPts val="1600"/>
              </a:spcBef>
              <a:spcAft>
                <a:spcPts val="0"/>
              </a:spcAft>
              <a:buClr>
                <a:schemeClr val="dk1"/>
              </a:buClr>
              <a:buSzPts val="1200"/>
              <a:buNone/>
              <a:defRPr>
                <a:solidFill>
                  <a:schemeClr val="dk1"/>
                </a:solidFill>
              </a:defRPr>
            </a:lvl8pPr>
            <a:lvl9pPr lvl="8" algn="ctr">
              <a:lnSpc>
                <a:spcPct val="100000"/>
              </a:lnSpc>
              <a:spcBef>
                <a:spcPts val="1600"/>
              </a:spcBef>
              <a:spcAft>
                <a:spcPts val="1600"/>
              </a:spcAft>
              <a:buClr>
                <a:schemeClr val="dk1"/>
              </a:buClr>
              <a:buSzPts val="1200"/>
              <a:buNone/>
              <a:defRPr>
                <a:solidFill>
                  <a:schemeClr val="dk1"/>
                </a:solidFill>
              </a:defRPr>
            </a:lvl9pPr>
          </a:lstStyle>
          <a:p/>
        </p:txBody>
      </p:sp>
      <p:sp>
        <p:nvSpPr>
          <p:cNvPr id="535" name="Google Shape;535;p51"/>
          <p:cNvSpPr txBox="1"/>
          <p:nvPr>
            <p:ph idx="4" type="subTitle"/>
          </p:nvPr>
        </p:nvSpPr>
        <p:spPr>
          <a:xfrm>
            <a:off x="814550" y="2674275"/>
            <a:ext cx="2394900" cy="4062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Trispace"/>
              <a:buNone/>
              <a:defRPr sz="2000">
                <a:solidFill>
                  <a:schemeClr val="dk1"/>
                </a:solidFill>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536" name="Google Shape;536;p51"/>
          <p:cNvSpPr txBox="1"/>
          <p:nvPr>
            <p:ph idx="5" type="subTitle"/>
          </p:nvPr>
        </p:nvSpPr>
        <p:spPr>
          <a:xfrm>
            <a:off x="3374721" y="2674275"/>
            <a:ext cx="2394900" cy="4062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Trispace"/>
              <a:buNone/>
              <a:defRPr sz="2000">
                <a:solidFill>
                  <a:schemeClr val="dk1"/>
                </a:solidFill>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537" name="Google Shape;537;p51"/>
          <p:cNvSpPr txBox="1"/>
          <p:nvPr>
            <p:ph idx="6" type="subTitle"/>
          </p:nvPr>
        </p:nvSpPr>
        <p:spPr>
          <a:xfrm>
            <a:off x="5934864" y="2674275"/>
            <a:ext cx="2394900" cy="4062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Trispace"/>
              <a:buNone/>
              <a:defRPr sz="2000">
                <a:solidFill>
                  <a:schemeClr val="dk1"/>
                </a:solidFill>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538" name="Shape 538"/>
        <p:cNvGrpSpPr/>
        <p:nvPr/>
      </p:nvGrpSpPr>
      <p:grpSpPr>
        <a:xfrm>
          <a:off x="0" y="0"/>
          <a:ext cx="0" cy="0"/>
          <a:chOff x="0" y="0"/>
          <a:chExt cx="0" cy="0"/>
        </a:xfrm>
      </p:grpSpPr>
      <p:sp>
        <p:nvSpPr>
          <p:cNvPr id="539" name="Google Shape;539;p52"/>
          <p:cNvSpPr/>
          <p:nvPr/>
        </p:nvSpPr>
        <p:spPr>
          <a:xfrm flipH="1" rot="4372063">
            <a:off x="-3257636" y="1228893"/>
            <a:ext cx="6095914" cy="3491344"/>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52"/>
          <p:cNvSpPr/>
          <p:nvPr/>
        </p:nvSpPr>
        <p:spPr>
          <a:xfrm rot="5400000">
            <a:off x="6668857" y="3202942"/>
            <a:ext cx="3524097" cy="2396762"/>
          </a:xfrm>
          <a:custGeom>
            <a:rect b="b" l="l" r="r" t="t"/>
            <a:pathLst>
              <a:path extrusionOk="0" h="14034" w="20635">
                <a:moveTo>
                  <a:pt x="20635" y="687"/>
                </a:moveTo>
                <a:cubicBezTo>
                  <a:pt x="18637" y="687"/>
                  <a:pt x="16638" y="768"/>
                  <a:pt x="14649" y="643"/>
                </a:cubicBezTo>
                <a:cubicBezTo>
                  <a:pt x="12552" y="509"/>
                  <a:pt x="10492" y="224"/>
                  <a:pt x="8377" y="224"/>
                </a:cubicBezTo>
                <a:cubicBezTo>
                  <a:pt x="6879" y="224"/>
                  <a:pt x="5380" y="313"/>
                  <a:pt x="3899" y="313"/>
                </a:cubicBezTo>
                <a:cubicBezTo>
                  <a:pt x="3132" y="313"/>
                  <a:pt x="955" y="0"/>
                  <a:pt x="509" y="875"/>
                </a:cubicBezTo>
                <a:cubicBezTo>
                  <a:pt x="1" y="1883"/>
                  <a:pt x="2329" y="3792"/>
                  <a:pt x="2989" y="4300"/>
                </a:cubicBezTo>
                <a:cubicBezTo>
                  <a:pt x="4185" y="5228"/>
                  <a:pt x="5433" y="5335"/>
                  <a:pt x="6879" y="5549"/>
                </a:cubicBezTo>
                <a:cubicBezTo>
                  <a:pt x="8422" y="5781"/>
                  <a:pt x="9832" y="5995"/>
                  <a:pt x="11107" y="6941"/>
                </a:cubicBezTo>
                <a:cubicBezTo>
                  <a:pt x="12196" y="7762"/>
                  <a:pt x="12829" y="8966"/>
                  <a:pt x="13516" y="10099"/>
                </a:cubicBezTo>
                <a:cubicBezTo>
                  <a:pt x="14230" y="11268"/>
                  <a:pt x="15291" y="12151"/>
                  <a:pt x="16496" y="12775"/>
                </a:cubicBezTo>
                <a:cubicBezTo>
                  <a:pt x="17566" y="13320"/>
                  <a:pt x="19074" y="13998"/>
                  <a:pt x="20278" y="14033"/>
                </a:cubicBezTo>
                <a:cubicBezTo>
                  <a:pt x="20421" y="13221"/>
                  <a:pt x="20314" y="12383"/>
                  <a:pt x="20332" y="11562"/>
                </a:cubicBezTo>
                <a:cubicBezTo>
                  <a:pt x="20349" y="10732"/>
                  <a:pt x="20635" y="9930"/>
                  <a:pt x="20635" y="9109"/>
                </a:cubicBezTo>
                <a:cubicBezTo>
                  <a:pt x="20635" y="8252"/>
                  <a:pt x="20635" y="7387"/>
                  <a:pt x="20635" y="6531"/>
                </a:cubicBezTo>
                <a:lnTo>
                  <a:pt x="20635" y="1713"/>
                </a:lnTo>
                <a:close/>
              </a:path>
            </a:pathLst>
          </a:custGeom>
          <a:gradFill>
            <a:gsLst>
              <a:gs pos="0">
                <a:srgbClr val="8134EC">
                  <a:alpha val="70196"/>
                </a:srgbClr>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1" name="Google Shape;541;p52"/>
          <p:cNvGrpSpPr/>
          <p:nvPr/>
        </p:nvGrpSpPr>
        <p:grpSpPr>
          <a:xfrm>
            <a:off x="8496523" y="2763543"/>
            <a:ext cx="660023" cy="2167591"/>
            <a:chOff x="8457298" y="2910118"/>
            <a:chExt cx="660023" cy="2167591"/>
          </a:xfrm>
        </p:grpSpPr>
        <p:sp>
          <p:nvSpPr>
            <p:cNvPr id="542" name="Google Shape;542;p52"/>
            <p:cNvSpPr/>
            <p:nvPr/>
          </p:nvSpPr>
          <p:spPr>
            <a:xfrm>
              <a:off x="8457298" y="4052540"/>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52"/>
            <p:cNvSpPr/>
            <p:nvPr/>
          </p:nvSpPr>
          <p:spPr>
            <a:xfrm>
              <a:off x="8737186" y="37316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52"/>
            <p:cNvSpPr/>
            <p:nvPr/>
          </p:nvSpPr>
          <p:spPr>
            <a:xfrm>
              <a:off x="8505186" y="4750665"/>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52"/>
            <p:cNvSpPr/>
            <p:nvPr/>
          </p:nvSpPr>
          <p:spPr>
            <a:xfrm>
              <a:off x="8552930" y="291011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6" name="Google Shape;546;p52"/>
          <p:cNvGrpSpPr/>
          <p:nvPr/>
        </p:nvGrpSpPr>
        <p:grpSpPr>
          <a:xfrm rot="-10548838">
            <a:off x="-121196" y="1001518"/>
            <a:ext cx="682748" cy="1547387"/>
            <a:chOff x="-33427" y="3476090"/>
            <a:chExt cx="682702" cy="1547282"/>
          </a:xfrm>
        </p:grpSpPr>
        <p:sp>
          <p:nvSpPr>
            <p:cNvPr id="547" name="Google Shape;547;p52"/>
            <p:cNvSpPr/>
            <p:nvPr/>
          </p:nvSpPr>
          <p:spPr>
            <a:xfrm>
              <a:off x="180505" y="42564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52"/>
            <p:cNvSpPr/>
            <p:nvPr/>
          </p:nvSpPr>
          <p:spPr>
            <a:xfrm>
              <a:off x="-33427" y="3476090"/>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52"/>
            <p:cNvSpPr/>
            <p:nvPr/>
          </p:nvSpPr>
          <p:spPr>
            <a:xfrm>
              <a:off x="133086" y="469632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0" name="Google Shape;550;p52"/>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51" name="Google Shape;551;p52"/>
          <p:cNvSpPr txBox="1"/>
          <p:nvPr>
            <p:ph idx="1" type="subTitle"/>
          </p:nvPr>
        </p:nvSpPr>
        <p:spPr>
          <a:xfrm>
            <a:off x="3815975" y="1241705"/>
            <a:ext cx="4443300" cy="628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552" name="Google Shape;552;p52"/>
          <p:cNvSpPr txBox="1"/>
          <p:nvPr>
            <p:ph idx="2" type="subTitle"/>
          </p:nvPr>
        </p:nvSpPr>
        <p:spPr>
          <a:xfrm>
            <a:off x="3815984" y="2135039"/>
            <a:ext cx="4443300" cy="628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553" name="Google Shape;553;p52"/>
          <p:cNvSpPr txBox="1"/>
          <p:nvPr>
            <p:ph idx="3" type="subTitle"/>
          </p:nvPr>
        </p:nvSpPr>
        <p:spPr>
          <a:xfrm>
            <a:off x="3815984" y="3028372"/>
            <a:ext cx="4443300" cy="628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554" name="Google Shape;554;p52"/>
          <p:cNvSpPr txBox="1"/>
          <p:nvPr>
            <p:ph idx="4" type="subTitle"/>
          </p:nvPr>
        </p:nvSpPr>
        <p:spPr>
          <a:xfrm>
            <a:off x="3815984" y="3921705"/>
            <a:ext cx="4443300" cy="628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555" name="Google Shape;555;p52"/>
          <p:cNvSpPr txBox="1"/>
          <p:nvPr>
            <p:ph idx="5" type="subTitle"/>
          </p:nvPr>
        </p:nvSpPr>
        <p:spPr>
          <a:xfrm>
            <a:off x="1697075" y="1241705"/>
            <a:ext cx="2118900" cy="628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Trispace"/>
              <a:buNone/>
              <a:defRPr sz="2000">
                <a:solidFill>
                  <a:schemeClr val="dk1"/>
                </a:solidFill>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556" name="Google Shape;556;p52"/>
          <p:cNvSpPr txBox="1"/>
          <p:nvPr>
            <p:ph idx="6" type="subTitle"/>
          </p:nvPr>
        </p:nvSpPr>
        <p:spPr>
          <a:xfrm>
            <a:off x="1697075" y="2135039"/>
            <a:ext cx="2118900" cy="628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Trispace"/>
              <a:buNone/>
              <a:defRPr sz="2000">
                <a:solidFill>
                  <a:schemeClr val="dk1"/>
                </a:solidFill>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557" name="Google Shape;557;p52"/>
          <p:cNvSpPr txBox="1"/>
          <p:nvPr>
            <p:ph idx="7" type="subTitle"/>
          </p:nvPr>
        </p:nvSpPr>
        <p:spPr>
          <a:xfrm>
            <a:off x="1697075" y="3028372"/>
            <a:ext cx="2118900" cy="628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Trispace"/>
              <a:buNone/>
              <a:defRPr sz="2000">
                <a:solidFill>
                  <a:schemeClr val="dk1"/>
                </a:solidFill>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558" name="Google Shape;558;p52"/>
          <p:cNvSpPr txBox="1"/>
          <p:nvPr>
            <p:ph idx="8" type="subTitle"/>
          </p:nvPr>
        </p:nvSpPr>
        <p:spPr>
          <a:xfrm>
            <a:off x="1697075" y="3921705"/>
            <a:ext cx="2118900" cy="628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Trispace"/>
              <a:buNone/>
              <a:defRPr sz="2000">
                <a:solidFill>
                  <a:schemeClr val="dk1"/>
                </a:solidFill>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pic>
        <p:nvPicPr>
          <p:cNvPr id="559" name="Google Shape;559;p52"/>
          <p:cNvPicPr preferRelativeResize="0"/>
          <p:nvPr/>
        </p:nvPicPr>
        <p:blipFill>
          <a:blip r:embed="rId2">
            <a:alphaModFix/>
          </a:blip>
          <a:stretch>
            <a:fillRect/>
          </a:stretch>
        </p:blipFill>
        <p:spPr>
          <a:xfrm>
            <a:off x="388400" y="405475"/>
            <a:ext cx="1220961" cy="522900"/>
          </a:xfrm>
          <a:prstGeom prst="rect">
            <a:avLst/>
          </a:prstGeom>
          <a:noFill/>
          <a:ln>
            <a:noFill/>
          </a:ln>
        </p:spPr>
      </p:pic>
      <p:grpSp>
        <p:nvGrpSpPr>
          <p:cNvPr id="560" name="Google Shape;560;p52"/>
          <p:cNvGrpSpPr/>
          <p:nvPr/>
        </p:nvGrpSpPr>
        <p:grpSpPr>
          <a:xfrm>
            <a:off x="388400" y="4554000"/>
            <a:ext cx="2236996" cy="400826"/>
            <a:chOff x="388400" y="4554000"/>
            <a:chExt cx="2236996" cy="400826"/>
          </a:xfrm>
        </p:grpSpPr>
        <p:pic>
          <p:nvPicPr>
            <p:cNvPr id="561" name="Google Shape;561;p52"/>
            <p:cNvPicPr preferRelativeResize="0"/>
            <p:nvPr/>
          </p:nvPicPr>
          <p:blipFill rotWithShape="1">
            <a:blip r:embed="rId3">
              <a:alphaModFix/>
            </a:blip>
            <a:srcRect b="32197" l="15494" r="15487" t="32197"/>
            <a:stretch/>
          </p:blipFill>
          <p:spPr>
            <a:xfrm>
              <a:off x="388400" y="4554001"/>
              <a:ext cx="1118505" cy="400825"/>
            </a:xfrm>
            <a:prstGeom prst="rect">
              <a:avLst/>
            </a:prstGeom>
            <a:noFill/>
            <a:ln>
              <a:noFill/>
            </a:ln>
          </p:spPr>
        </p:pic>
        <p:pic>
          <p:nvPicPr>
            <p:cNvPr id="562" name="Google Shape;562;p52"/>
            <p:cNvPicPr preferRelativeResize="0"/>
            <p:nvPr/>
          </p:nvPicPr>
          <p:blipFill rotWithShape="1">
            <a:blip r:embed="rId4">
              <a:alphaModFix/>
            </a:blip>
            <a:srcRect b="-14933" l="-11787" r="-11775" t="-14920"/>
            <a:stretch/>
          </p:blipFill>
          <p:spPr>
            <a:xfrm>
              <a:off x="1506897" y="4554000"/>
              <a:ext cx="1118499" cy="400825"/>
            </a:xfrm>
            <a:prstGeom prst="rect">
              <a:avLst/>
            </a:prstGeom>
            <a:noFill/>
            <a:ln>
              <a:noFill/>
            </a:ln>
          </p:spPr>
        </p:pic>
      </p:gr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563" name="Shape 563"/>
        <p:cNvGrpSpPr/>
        <p:nvPr/>
      </p:nvGrpSpPr>
      <p:grpSpPr>
        <a:xfrm>
          <a:off x="0" y="0"/>
          <a:ext cx="0" cy="0"/>
          <a:chOff x="0" y="0"/>
          <a:chExt cx="0" cy="0"/>
        </a:xfrm>
      </p:grpSpPr>
      <p:sp>
        <p:nvSpPr>
          <p:cNvPr id="564" name="Google Shape;564;p53"/>
          <p:cNvSpPr/>
          <p:nvPr/>
        </p:nvSpPr>
        <p:spPr>
          <a:xfrm rot="-6125281">
            <a:off x="6780953" y="-507545"/>
            <a:ext cx="4634067" cy="2824557"/>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53"/>
          <p:cNvSpPr/>
          <p:nvPr/>
        </p:nvSpPr>
        <p:spPr>
          <a:xfrm flipH="1">
            <a:off x="-1192290" y="3569975"/>
            <a:ext cx="5029983" cy="2068243"/>
          </a:xfrm>
          <a:custGeom>
            <a:rect b="b" l="l" r="r" t="t"/>
            <a:pathLst>
              <a:path extrusionOk="0" h="10483" w="22438">
                <a:moveTo>
                  <a:pt x="18307" y="1053"/>
                </a:moveTo>
                <a:cubicBezTo>
                  <a:pt x="17174" y="1740"/>
                  <a:pt x="16505" y="2560"/>
                  <a:pt x="15773" y="3640"/>
                </a:cubicBezTo>
                <a:lnTo>
                  <a:pt x="15773" y="3640"/>
                </a:lnTo>
                <a:cubicBezTo>
                  <a:pt x="15149" y="4550"/>
                  <a:pt x="14658" y="5593"/>
                  <a:pt x="13668" y="6164"/>
                </a:cubicBezTo>
                <a:lnTo>
                  <a:pt x="13668" y="6164"/>
                </a:lnTo>
                <a:cubicBezTo>
                  <a:pt x="12606" y="6762"/>
                  <a:pt x="11009" y="6896"/>
                  <a:pt x="9823" y="6539"/>
                </a:cubicBezTo>
                <a:lnTo>
                  <a:pt x="9823" y="6539"/>
                </a:lnTo>
                <a:cubicBezTo>
                  <a:pt x="8565" y="6156"/>
                  <a:pt x="7049" y="5906"/>
                  <a:pt x="5791" y="6477"/>
                </a:cubicBezTo>
                <a:lnTo>
                  <a:pt x="5791" y="6477"/>
                </a:lnTo>
                <a:cubicBezTo>
                  <a:pt x="4497" y="7057"/>
                  <a:pt x="3293" y="7931"/>
                  <a:pt x="2151" y="8752"/>
                </a:cubicBezTo>
                <a:lnTo>
                  <a:pt x="2151" y="8752"/>
                </a:lnTo>
                <a:cubicBezTo>
                  <a:pt x="1410" y="9296"/>
                  <a:pt x="670" y="9858"/>
                  <a:pt x="1" y="10482"/>
                </a:cubicBezTo>
                <a:lnTo>
                  <a:pt x="1" y="10482"/>
                </a:lnTo>
                <a:lnTo>
                  <a:pt x="22393" y="10482"/>
                </a:lnTo>
                <a:lnTo>
                  <a:pt x="22437" y="98"/>
                </a:lnTo>
                <a:cubicBezTo>
                  <a:pt x="22179" y="27"/>
                  <a:pt x="21902" y="0"/>
                  <a:pt x="21617" y="0"/>
                </a:cubicBezTo>
                <a:lnTo>
                  <a:pt x="21617" y="0"/>
                </a:lnTo>
                <a:cubicBezTo>
                  <a:pt x="20466" y="0"/>
                  <a:pt x="19208" y="517"/>
                  <a:pt x="18307" y="1053"/>
                </a:cubicBezTo>
                <a:close/>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6" name="Google Shape;566;p53"/>
          <p:cNvGrpSpPr/>
          <p:nvPr/>
        </p:nvGrpSpPr>
        <p:grpSpPr>
          <a:xfrm>
            <a:off x="53078" y="3519092"/>
            <a:ext cx="666922" cy="1553796"/>
            <a:chOff x="53078" y="3519092"/>
            <a:chExt cx="666922" cy="1553796"/>
          </a:xfrm>
        </p:grpSpPr>
        <p:sp>
          <p:nvSpPr>
            <p:cNvPr id="567" name="Google Shape;567;p53"/>
            <p:cNvSpPr/>
            <p:nvPr/>
          </p:nvSpPr>
          <p:spPr>
            <a:xfrm>
              <a:off x="53078" y="35190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53"/>
            <p:cNvSpPr/>
            <p:nvPr/>
          </p:nvSpPr>
          <p:spPr>
            <a:xfrm>
              <a:off x="251230" y="46040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53"/>
            <p:cNvSpPr/>
            <p:nvPr/>
          </p:nvSpPr>
          <p:spPr>
            <a:xfrm>
              <a:off x="148697" y="4326490"/>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FFFFFF">
                    <a:alpha val="50196"/>
                  </a:srgbClr>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0" name="Google Shape;570;p53"/>
          <p:cNvGrpSpPr/>
          <p:nvPr/>
        </p:nvGrpSpPr>
        <p:grpSpPr>
          <a:xfrm>
            <a:off x="7618822" y="111365"/>
            <a:ext cx="1576005" cy="1123414"/>
            <a:chOff x="7618822" y="111365"/>
            <a:chExt cx="1576005" cy="1123414"/>
          </a:xfrm>
        </p:grpSpPr>
        <p:sp>
          <p:nvSpPr>
            <p:cNvPr id="571" name="Google Shape;571;p53"/>
            <p:cNvSpPr/>
            <p:nvPr/>
          </p:nvSpPr>
          <p:spPr>
            <a:xfrm>
              <a:off x="8267398" y="11137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53"/>
            <p:cNvSpPr/>
            <p:nvPr/>
          </p:nvSpPr>
          <p:spPr>
            <a:xfrm>
              <a:off x="8534803" y="574679"/>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53"/>
            <p:cNvSpPr/>
            <p:nvPr/>
          </p:nvSpPr>
          <p:spPr>
            <a:xfrm>
              <a:off x="7618822" y="111365"/>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FFFFFF">
                    <a:alpha val="50196"/>
                  </a:srgbClr>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4" name="Google Shape;574;p53"/>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75" name="Google Shape;575;p53"/>
          <p:cNvSpPr txBox="1"/>
          <p:nvPr>
            <p:ph idx="1" type="subTitle"/>
          </p:nvPr>
        </p:nvSpPr>
        <p:spPr>
          <a:xfrm>
            <a:off x="835000" y="1713901"/>
            <a:ext cx="2155500" cy="1052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576" name="Google Shape;576;p53"/>
          <p:cNvSpPr txBox="1"/>
          <p:nvPr>
            <p:ph idx="2" type="subTitle"/>
          </p:nvPr>
        </p:nvSpPr>
        <p:spPr>
          <a:xfrm>
            <a:off x="3494193" y="1713901"/>
            <a:ext cx="2155500" cy="1052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577" name="Google Shape;577;p53"/>
          <p:cNvSpPr txBox="1"/>
          <p:nvPr>
            <p:ph idx="3" type="subTitle"/>
          </p:nvPr>
        </p:nvSpPr>
        <p:spPr>
          <a:xfrm>
            <a:off x="835000" y="3551699"/>
            <a:ext cx="2155500" cy="1052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578" name="Google Shape;578;p53"/>
          <p:cNvSpPr txBox="1"/>
          <p:nvPr>
            <p:ph idx="4" type="subTitle"/>
          </p:nvPr>
        </p:nvSpPr>
        <p:spPr>
          <a:xfrm>
            <a:off x="3494250" y="3551699"/>
            <a:ext cx="2155500" cy="1052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579" name="Google Shape;579;p53"/>
          <p:cNvSpPr txBox="1"/>
          <p:nvPr>
            <p:ph idx="5" type="subTitle"/>
          </p:nvPr>
        </p:nvSpPr>
        <p:spPr>
          <a:xfrm>
            <a:off x="6153328" y="1713901"/>
            <a:ext cx="2155500" cy="1052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580" name="Google Shape;580;p53"/>
          <p:cNvSpPr txBox="1"/>
          <p:nvPr>
            <p:ph idx="6" type="subTitle"/>
          </p:nvPr>
        </p:nvSpPr>
        <p:spPr>
          <a:xfrm>
            <a:off x="6153449" y="3551699"/>
            <a:ext cx="2155500" cy="1052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581" name="Google Shape;581;p53"/>
          <p:cNvSpPr txBox="1"/>
          <p:nvPr>
            <p:ph idx="7" type="subTitle"/>
          </p:nvPr>
        </p:nvSpPr>
        <p:spPr>
          <a:xfrm>
            <a:off x="3494172" y="1112100"/>
            <a:ext cx="2155500" cy="6894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000"/>
              <a:buFont typeface="Trispace"/>
              <a:buNone/>
              <a:defRPr sz="2000">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582" name="Google Shape;582;p53"/>
          <p:cNvSpPr txBox="1"/>
          <p:nvPr>
            <p:ph idx="8" type="subTitle"/>
          </p:nvPr>
        </p:nvSpPr>
        <p:spPr>
          <a:xfrm>
            <a:off x="3494172" y="2949898"/>
            <a:ext cx="2155500" cy="6894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000"/>
              <a:buFont typeface="Trispace"/>
              <a:buNone/>
              <a:defRPr sz="2000">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583" name="Google Shape;583;p53"/>
          <p:cNvSpPr txBox="1"/>
          <p:nvPr>
            <p:ph idx="9" type="subTitle"/>
          </p:nvPr>
        </p:nvSpPr>
        <p:spPr>
          <a:xfrm>
            <a:off x="6153497" y="1112100"/>
            <a:ext cx="2155500" cy="6894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000"/>
              <a:buFont typeface="Trispace"/>
              <a:buNone/>
              <a:defRPr sz="2000">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584" name="Google Shape;584;p53"/>
          <p:cNvSpPr txBox="1"/>
          <p:nvPr>
            <p:ph idx="13" type="subTitle"/>
          </p:nvPr>
        </p:nvSpPr>
        <p:spPr>
          <a:xfrm>
            <a:off x="6153497" y="2949898"/>
            <a:ext cx="2155500" cy="6894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000"/>
              <a:buFont typeface="Trispace"/>
              <a:buNone/>
              <a:defRPr sz="2000">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585" name="Google Shape;585;p53"/>
          <p:cNvSpPr txBox="1"/>
          <p:nvPr>
            <p:ph idx="14" type="subTitle"/>
          </p:nvPr>
        </p:nvSpPr>
        <p:spPr>
          <a:xfrm>
            <a:off x="835000" y="1112100"/>
            <a:ext cx="2155500" cy="6894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000"/>
              <a:buFont typeface="Trispace"/>
              <a:buNone/>
              <a:defRPr sz="2000">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586" name="Google Shape;586;p53"/>
          <p:cNvSpPr txBox="1"/>
          <p:nvPr>
            <p:ph idx="15" type="subTitle"/>
          </p:nvPr>
        </p:nvSpPr>
        <p:spPr>
          <a:xfrm>
            <a:off x="835000" y="2949898"/>
            <a:ext cx="2155500" cy="6894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000"/>
              <a:buFont typeface="Trispace"/>
              <a:buNone/>
              <a:defRPr sz="2000">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587" name="Shape 587"/>
        <p:cNvGrpSpPr/>
        <p:nvPr/>
      </p:nvGrpSpPr>
      <p:grpSpPr>
        <a:xfrm>
          <a:off x="0" y="0"/>
          <a:ext cx="0" cy="0"/>
          <a:chOff x="0" y="0"/>
          <a:chExt cx="0" cy="0"/>
        </a:xfrm>
      </p:grpSpPr>
      <p:sp>
        <p:nvSpPr>
          <p:cNvPr id="588" name="Google Shape;588;p54"/>
          <p:cNvSpPr/>
          <p:nvPr/>
        </p:nvSpPr>
        <p:spPr>
          <a:xfrm flipH="1" rot="1292342">
            <a:off x="-2419456" y="2200421"/>
            <a:ext cx="6095930" cy="3491359"/>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54"/>
          <p:cNvSpPr/>
          <p:nvPr/>
        </p:nvSpPr>
        <p:spPr>
          <a:xfrm rot="5400000">
            <a:off x="6537482" y="2747717"/>
            <a:ext cx="3524097" cy="2396762"/>
          </a:xfrm>
          <a:custGeom>
            <a:rect b="b" l="l" r="r" t="t"/>
            <a:pathLst>
              <a:path extrusionOk="0" h="14034" w="20635">
                <a:moveTo>
                  <a:pt x="20635" y="687"/>
                </a:moveTo>
                <a:cubicBezTo>
                  <a:pt x="18637" y="687"/>
                  <a:pt x="16638" y="768"/>
                  <a:pt x="14649" y="643"/>
                </a:cubicBezTo>
                <a:cubicBezTo>
                  <a:pt x="12552" y="509"/>
                  <a:pt x="10492" y="224"/>
                  <a:pt x="8377" y="224"/>
                </a:cubicBezTo>
                <a:cubicBezTo>
                  <a:pt x="6879" y="224"/>
                  <a:pt x="5380" y="313"/>
                  <a:pt x="3899" y="313"/>
                </a:cubicBezTo>
                <a:cubicBezTo>
                  <a:pt x="3132" y="313"/>
                  <a:pt x="955" y="0"/>
                  <a:pt x="509" y="875"/>
                </a:cubicBezTo>
                <a:cubicBezTo>
                  <a:pt x="1" y="1883"/>
                  <a:pt x="2329" y="3792"/>
                  <a:pt x="2989" y="4300"/>
                </a:cubicBezTo>
                <a:cubicBezTo>
                  <a:pt x="4185" y="5228"/>
                  <a:pt x="5433" y="5335"/>
                  <a:pt x="6879" y="5549"/>
                </a:cubicBezTo>
                <a:cubicBezTo>
                  <a:pt x="8422" y="5781"/>
                  <a:pt x="9832" y="5995"/>
                  <a:pt x="11107" y="6941"/>
                </a:cubicBezTo>
                <a:cubicBezTo>
                  <a:pt x="12196" y="7762"/>
                  <a:pt x="12829" y="8966"/>
                  <a:pt x="13516" y="10099"/>
                </a:cubicBezTo>
                <a:cubicBezTo>
                  <a:pt x="14230" y="11268"/>
                  <a:pt x="15291" y="12151"/>
                  <a:pt x="16496" y="12775"/>
                </a:cubicBezTo>
                <a:cubicBezTo>
                  <a:pt x="17566" y="13320"/>
                  <a:pt x="19074" y="13998"/>
                  <a:pt x="20278" y="14033"/>
                </a:cubicBezTo>
                <a:cubicBezTo>
                  <a:pt x="20421" y="13221"/>
                  <a:pt x="20314" y="12383"/>
                  <a:pt x="20332" y="11562"/>
                </a:cubicBezTo>
                <a:cubicBezTo>
                  <a:pt x="20349" y="10732"/>
                  <a:pt x="20635" y="9930"/>
                  <a:pt x="20635" y="9109"/>
                </a:cubicBezTo>
                <a:cubicBezTo>
                  <a:pt x="20635" y="8252"/>
                  <a:pt x="20635" y="7387"/>
                  <a:pt x="20635" y="6531"/>
                </a:cubicBezTo>
                <a:lnTo>
                  <a:pt x="20635" y="1713"/>
                </a:lnTo>
                <a:close/>
              </a:path>
            </a:pathLst>
          </a:custGeom>
          <a:gradFill>
            <a:gsLst>
              <a:gs pos="0">
                <a:srgbClr val="8134EC">
                  <a:alpha val="70196"/>
                </a:srgbClr>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0" name="Google Shape;590;p54"/>
          <p:cNvGrpSpPr/>
          <p:nvPr/>
        </p:nvGrpSpPr>
        <p:grpSpPr>
          <a:xfrm>
            <a:off x="8209011" y="2860943"/>
            <a:ext cx="934985" cy="2170316"/>
            <a:chOff x="8220061" y="2910118"/>
            <a:chExt cx="934985" cy="2170316"/>
          </a:xfrm>
        </p:grpSpPr>
        <p:sp>
          <p:nvSpPr>
            <p:cNvPr id="591" name="Google Shape;591;p54"/>
            <p:cNvSpPr/>
            <p:nvPr/>
          </p:nvSpPr>
          <p:spPr>
            <a:xfrm>
              <a:off x="8495023" y="4363315"/>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54"/>
            <p:cNvSpPr/>
            <p:nvPr/>
          </p:nvSpPr>
          <p:spPr>
            <a:xfrm>
              <a:off x="8737186" y="37316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54"/>
            <p:cNvSpPr/>
            <p:nvPr/>
          </p:nvSpPr>
          <p:spPr>
            <a:xfrm>
              <a:off x="8220061" y="4753390"/>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54"/>
            <p:cNvSpPr/>
            <p:nvPr/>
          </p:nvSpPr>
          <p:spPr>
            <a:xfrm>
              <a:off x="8552930" y="291011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5" name="Google Shape;595;p54"/>
          <p:cNvGrpSpPr/>
          <p:nvPr/>
        </p:nvGrpSpPr>
        <p:grpSpPr>
          <a:xfrm rot="7347507">
            <a:off x="371745" y="3666596"/>
            <a:ext cx="682717" cy="1547317"/>
            <a:chOff x="-33427" y="3476090"/>
            <a:chExt cx="682702" cy="1547282"/>
          </a:xfrm>
        </p:grpSpPr>
        <p:sp>
          <p:nvSpPr>
            <p:cNvPr id="596" name="Google Shape;596;p54"/>
            <p:cNvSpPr/>
            <p:nvPr/>
          </p:nvSpPr>
          <p:spPr>
            <a:xfrm>
              <a:off x="180505" y="42564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54"/>
            <p:cNvSpPr/>
            <p:nvPr/>
          </p:nvSpPr>
          <p:spPr>
            <a:xfrm>
              <a:off x="-33427" y="3476090"/>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54"/>
            <p:cNvSpPr/>
            <p:nvPr/>
          </p:nvSpPr>
          <p:spPr>
            <a:xfrm>
              <a:off x="133086" y="469632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9" name="Google Shape;599;p54"/>
          <p:cNvSpPr txBox="1"/>
          <p:nvPr>
            <p:ph hasCustomPrompt="1" type="title"/>
          </p:nvPr>
        </p:nvSpPr>
        <p:spPr>
          <a:xfrm>
            <a:off x="2437775" y="704675"/>
            <a:ext cx="4268400" cy="6456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45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600" name="Google Shape;600;p54"/>
          <p:cNvSpPr txBox="1"/>
          <p:nvPr>
            <p:ph idx="1" type="subTitle"/>
          </p:nvPr>
        </p:nvSpPr>
        <p:spPr>
          <a:xfrm>
            <a:off x="2437775" y="1350176"/>
            <a:ext cx="4268400" cy="405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Font typeface="PT Sans"/>
              <a:buNone/>
              <a:defRPr>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601" name="Google Shape;601;p54"/>
          <p:cNvSpPr txBox="1"/>
          <p:nvPr>
            <p:ph hasCustomPrompt="1" idx="2" type="title"/>
          </p:nvPr>
        </p:nvSpPr>
        <p:spPr>
          <a:xfrm>
            <a:off x="2437775" y="2015963"/>
            <a:ext cx="4268400" cy="6456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45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602" name="Google Shape;602;p54"/>
          <p:cNvSpPr txBox="1"/>
          <p:nvPr>
            <p:ph idx="3" type="subTitle"/>
          </p:nvPr>
        </p:nvSpPr>
        <p:spPr>
          <a:xfrm>
            <a:off x="2437775" y="2660650"/>
            <a:ext cx="4268400" cy="405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Font typeface="PT Sans"/>
              <a:buNone/>
              <a:defRPr>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603" name="Google Shape;603;p54"/>
          <p:cNvSpPr txBox="1"/>
          <p:nvPr>
            <p:ph hasCustomPrompt="1" idx="4" type="title"/>
          </p:nvPr>
        </p:nvSpPr>
        <p:spPr>
          <a:xfrm>
            <a:off x="2437775" y="3327300"/>
            <a:ext cx="4268400" cy="6456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45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604" name="Google Shape;604;p54"/>
          <p:cNvSpPr txBox="1"/>
          <p:nvPr>
            <p:ph idx="5" type="subTitle"/>
          </p:nvPr>
        </p:nvSpPr>
        <p:spPr>
          <a:xfrm>
            <a:off x="2437775" y="3971075"/>
            <a:ext cx="4268400" cy="405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Font typeface="PT Sans"/>
              <a:buNone/>
              <a:defRPr>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2">
    <p:spTree>
      <p:nvGrpSpPr>
        <p:cNvPr id="605" name="Shape 605"/>
        <p:cNvGrpSpPr/>
        <p:nvPr/>
      </p:nvGrpSpPr>
      <p:grpSpPr>
        <a:xfrm>
          <a:off x="0" y="0"/>
          <a:ext cx="0" cy="0"/>
          <a:chOff x="0" y="0"/>
          <a:chExt cx="0" cy="0"/>
        </a:xfrm>
      </p:grpSpPr>
      <p:sp>
        <p:nvSpPr>
          <p:cNvPr id="606" name="Google Shape;606;p55"/>
          <p:cNvSpPr/>
          <p:nvPr/>
        </p:nvSpPr>
        <p:spPr>
          <a:xfrm rot="5400000">
            <a:off x="6668857" y="3202942"/>
            <a:ext cx="3524097" cy="2396762"/>
          </a:xfrm>
          <a:custGeom>
            <a:rect b="b" l="l" r="r" t="t"/>
            <a:pathLst>
              <a:path extrusionOk="0" h="14034" w="20635">
                <a:moveTo>
                  <a:pt x="20635" y="687"/>
                </a:moveTo>
                <a:cubicBezTo>
                  <a:pt x="18637" y="687"/>
                  <a:pt x="16638" y="768"/>
                  <a:pt x="14649" y="643"/>
                </a:cubicBezTo>
                <a:cubicBezTo>
                  <a:pt x="12552" y="509"/>
                  <a:pt x="10492" y="224"/>
                  <a:pt x="8377" y="224"/>
                </a:cubicBezTo>
                <a:cubicBezTo>
                  <a:pt x="6879" y="224"/>
                  <a:pt x="5380" y="313"/>
                  <a:pt x="3899" y="313"/>
                </a:cubicBezTo>
                <a:cubicBezTo>
                  <a:pt x="3132" y="313"/>
                  <a:pt x="955" y="0"/>
                  <a:pt x="509" y="875"/>
                </a:cubicBezTo>
                <a:cubicBezTo>
                  <a:pt x="1" y="1883"/>
                  <a:pt x="2329" y="3792"/>
                  <a:pt x="2989" y="4300"/>
                </a:cubicBezTo>
                <a:cubicBezTo>
                  <a:pt x="4185" y="5228"/>
                  <a:pt x="5433" y="5335"/>
                  <a:pt x="6879" y="5549"/>
                </a:cubicBezTo>
                <a:cubicBezTo>
                  <a:pt x="8422" y="5781"/>
                  <a:pt x="9832" y="5995"/>
                  <a:pt x="11107" y="6941"/>
                </a:cubicBezTo>
                <a:cubicBezTo>
                  <a:pt x="12196" y="7762"/>
                  <a:pt x="12829" y="8966"/>
                  <a:pt x="13516" y="10099"/>
                </a:cubicBezTo>
                <a:cubicBezTo>
                  <a:pt x="14230" y="11268"/>
                  <a:pt x="15291" y="12151"/>
                  <a:pt x="16496" y="12775"/>
                </a:cubicBezTo>
                <a:cubicBezTo>
                  <a:pt x="17566" y="13320"/>
                  <a:pt x="19074" y="13998"/>
                  <a:pt x="20278" y="14033"/>
                </a:cubicBezTo>
                <a:cubicBezTo>
                  <a:pt x="20421" y="13221"/>
                  <a:pt x="20314" y="12383"/>
                  <a:pt x="20332" y="11562"/>
                </a:cubicBezTo>
                <a:cubicBezTo>
                  <a:pt x="20349" y="10732"/>
                  <a:pt x="20635" y="9930"/>
                  <a:pt x="20635" y="9109"/>
                </a:cubicBezTo>
                <a:cubicBezTo>
                  <a:pt x="20635" y="8252"/>
                  <a:pt x="20635" y="7387"/>
                  <a:pt x="20635" y="6531"/>
                </a:cubicBezTo>
                <a:lnTo>
                  <a:pt x="20635" y="1713"/>
                </a:lnTo>
                <a:close/>
              </a:path>
            </a:pathLst>
          </a:custGeom>
          <a:gradFill>
            <a:gsLst>
              <a:gs pos="0">
                <a:srgbClr val="8134EC">
                  <a:alpha val="70196"/>
                </a:srgbClr>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7" name="Google Shape;607;p55"/>
          <p:cNvGrpSpPr/>
          <p:nvPr/>
        </p:nvGrpSpPr>
        <p:grpSpPr>
          <a:xfrm>
            <a:off x="8496523" y="2763543"/>
            <a:ext cx="660023" cy="2167591"/>
            <a:chOff x="8457298" y="2910118"/>
            <a:chExt cx="660023" cy="2167591"/>
          </a:xfrm>
        </p:grpSpPr>
        <p:sp>
          <p:nvSpPr>
            <p:cNvPr id="608" name="Google Shape;608;p55"/>
            <p:cNvSpPr/>
            <p:nvPr/>
          </p:nvSpPr>
          <p:spPr>
            <a:xfrm>
              <a:off x="8457298" y="4052540"/>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55"/>
            <p:cNvSpPr/>
            <p:nvPr/>
          </p:nvSpPr>
          <p:spPr>
            <a:xfrm>
              <a:off x="8737186" y="37316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55"/>
            <p:cNvSpPr/>
            <p:nvPr/>
          </p:nvSpPr>
          <p:spPr>
            <a:xfrm>
              <a:off x="8505186" y="4750665"/>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55"/>
            <p:cNvSpPr/>
            <p:nvPr/>
          </p:nvSpPr>
          <p:spPr>
            <a:xfrm>
              <a:off x="8552930" y="291011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2" name="Google Shape;612;p55"/>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pic>
        <p:nvPicPr>
          <p:cNvPr id="613" name="Google Shape;613;p55"/>
          <p:cNvPicPr preferRelativeResize="0"/>
          <p:nvPr/>
        </p:nvPicPr>
        <p:blipFill>
          <a:blip r:embed="rId2">
            <a:alphaModFix/>
          </a:blip>
          <a:stretch>
            <a:fillRect/>
          </a:stretch>
        </p:blipFill>
        <p:spPr>
          <a:xfrm>
            <a:off x="388400" y="405475"/>
            <a:ext cx="1220961" cy="522900"/>
          </a:xfrm>
          <a:prstGeom prst="rect">
            <a:avLst/>
          </a:prstGeom>
          <a:noFill/>
          <a:ln>
            <a:noFill/>
          </a:ln>
        </p:spPr>
      </p:pic>
      <p:grpSp>
        <p:nvGrpSpPr>
          <p:cNvPr id="614" name="Google Shape;614;p55"/>
          <p:cNvGrpSpPr/>
          <p:nvPr/>
        </p:nvGrpSpPr>
        <p:grpSpPr>
          <a:xfrm>
            <a:off x="388400" y="4554000"/>
            <a:ext cx="2236996" cy="400826"/>
            <a:chOff x="388400" y="4554000"/>
            <a:chExt cx="2236996" cy="400826"/>
          </a:xfrm>
        </p:grpSpPr>
        <p:pic>
          <p:nvPicPr>
            <p:cNvPr id="615" name="Google Shape;615;p55"/>
            <p:cNvPicPr preferRelativeResize="0"/>
            <p:nvPr/>
          </p:nvPicPr>
          <p:blipFill rotWithShape="1">
            <a:blip r:embed="rId3">
              <a:alphaModFix/>
            </a:blip>
            <a:srcRect b="32197" l="15494" r="15487" t="32197"/>
            <a:stretch/>
          </p:blipFill>
          <p:spPr>
            <a:xfrm>
              <a:off x="388400" y="4554001"/>
              <a:ext cx="1118505" cy="400825"/>
            </a:xfrm>
            <a:prstGeom prst="rect">
              <a:avLst/>
            </a:prstGeom>
            <a:noFill/>
            <a:ln>
              <a:noFill/>
            </a:ln>
          </p:spPr>
        </p:pic>
        <p:pic>
          <p:nvPicPr>
            <p:cNvPr id="616" name="Google Shape;616;p55"/>
            <p:cNvPicPr preferRelativeResize="0"/>
            <p:nvPr/>
          </p:nvPicPr>
          <p:blipFill rotWithShape="1">
            <a:blip r:embed="rId4">
              <a:alphaModFix/>
            </a:blip>
            <a:srcRect b="-14933" l="-11787" r="-11775" t="-14920"/>
            <a:stretch/>
          </p:blipFill>
          <p:spPr>
            <a:xfrm>
              <a:off x="1506897" y="4554000"/>
              <a:ext cx="1118499" cy="400825"/>
            </a:xfrm>
            <a:prstGeom prst="rect">
              <a:avLst/>
            </a:prstGeom>
            <a:noFill/>
            <a:ln>
              <a:noFill/>
            </a:ln>
          </p:spPr>
        </p:pic>
      </p:gr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2_1">
    <p:spTree>
      <p:nvGrpSpPr>
        <p:cNvPr id="617" name="Shape 617"/>
        <p:cNvGrpSpPr/>
        <p:nvPr/>
      </p:nvGrpSpPr>
      <p:grpSpPr>
        <a:xfrm>
          <a:off x="0" y="0"/>
          <a:ext cx="0" cy="0"/>
          <a:chOff x="0" y="0"/>
          <a:chExt cx="0" cy="0"/>
        </a:xfrm>
      </p:grpSpPr>
      <p:sp>
        <p:nvSpPr>
          <p:cNvPr id="618" name="Google Shape;618;p56"/>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619" name="Google Shape;619;p56"/>
          <p:cNvSpPr/>
          <p:nvPr/>
        </p:nvSpPr>
        <p:spPr>
          <a:xfrm>
            <a:off x="5052478" y="3569975"/>
            <a:ext cx="5371040" cy="2068243"/>
          </a:xfrm>
          <a:custGeom>
            <a:rect b="b" l="l" r="r" t="t"/>
            <a:pathLst>
              <a:path extrusionOk="0" h="10483" w="22438">
                <a:moveTo>
                  <a:pt x="18307" y="1053"/>
                </a:moveTo>
                <a:cubicBezTo>
                  <a:pt x="17174" y="1740"/>
                  <a:pt x="16505" y="2560"/>
                  <a:pt x="15773" y="3640"/>
                </a:cubicBezTo>
                <a:lnTo>
                  <a:pt x="15773" y="3640"/>
                </a:lnTo>
                <a:cubicBezTo>
                  <a:pt x="15149" y="4550"/>
                  <a:pt x="14658" y="5593"/>
                  <a:pt x="13668" y="6164"/>
                </a:cubicBezTo>
                <a:lnTo>
                  <a:pt x="13668" y="6164"/>
                </a:lnTo>
                <a:cubicBezTo>
                  <a:pt x="12606" y="6762"/>
                  <a:pt x="11009" y="6896"/>
                  <a:pt x="9823" y="6539"/>
                </a:cubicBezTo>
                <a:lnTo>
                  <a:pt x="9823" y="6539"/>
                </a:lnTo>
                <a:cubicBezTo>
                  <a:pt x="8565" y="6156"/>
                  <a:pt x="7049" y="5906"/>
                  <a:pt x="5791" y="6477"/>
                </a:cubicBezTo>
                <a:lnTo>
                  <a:pt x="5791" y="6477"/>
                </a:lnTo>
                <a:cubicBezTo>
                  <a:pt x="4497" y="7057"/>
                  <a:pt x="3293" y="7931"/>
                  <a:pt x="2151" y="8752"/>
                </a:cubicBezTo>
                <a:lnTo>
                  <a:pt x="2151" y="8752"/>
                </a:lnTo>
                <a:cubicBezTo>
                  <a:pt x="1410" y="9296"/>
                  <a:pt x="670" y="9858"/>
                  <a:pt x="1" y="10482"/>
                </a:cubicBezTo>
                <a:lnTo>
                  <a:pt x="1" y="10482"/>
                </a:lnTo>
                <a:lnTo>
                  <a:pt x="22393" y="10482"/>
                </a:lnTo>
                <a:lnTo>
                  <a:pt x="22437" y="98"/>
                </a:lnTo>
                <a:cubicBezTo>
                  <a:pt x="22179" y="27"/>
                  <a:pt x="21902" y="0"/>
                  <a:pt x="21617" y="0"/>
                </a:cubicBezTo>
                <a:lnTo>
                  <a:pt x="21617" y="0"/>
                </a:lnTo>
                <a:cubicBezTo>
                  <a:pt x="20466" y="0"/>
                  <a:pt x="19208" y="517"/>
                  <a:pt x="18307" y="1053"/>
                </a:cubicBezTo>
                <a:close/>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56"/>
          <p:cNvSpPr/>
          <p:nvPr/>
        </p:nvSpPr>
        <p:spPr>
          <a:xfrm rot="10644777">
            <a:off x="-1048849" y="-1303280"/>
            <a:ext cx="4634055" cy="2824556"/>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1" name="Google Shape;621;p56"/>
          <p:cNvGrpSpPr/>
          <p:nvPr/>
        </p:nvGrpSpPr>
        <p:grpSpPr>
          <a:xfrm>
            <a:off x="-62147" y="4"/>
            <a:ext cx="1648457" cy="1491382"/>
            <a:chOff x="-62147" y="4"/>
            <a:chExt cx="1648457" cy="1491382"/>
          </a:xfrm>
        </p:grpSpPr>
        <p:sp>
          <p:nvSpPr>
            <p:cNvPr id="622" name="Google Shape;622;p56"/>
            <p:cNvSpPr/>
            <p:nvPr/>
          </p:nvSpPr>
          <p:spPr>
            <a:xfrm>
              <a:off x="187398" y="83602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56"/>
            <p:cNvSpPr/>
            <p:nvPr/>
          </p:nvSpPr>
          <p:spPr>
            <a:xfrm>
              <a:off x="53072" y="1253015"/>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56"/>
            <p:cNvSpPr/>
            <p:nvPr/>
          </p:nvSpPr>
          <p:spPr>
            <a:xfrm>
              <a:off x="1259298" y="6702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56"/>
            <p:cNvSpPr/>
            <p:nvPr/>
          </p:nvSpPr>
          <p:spPr>
            <a:xfrm>
              <a:off x="-62147" y="4"/>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6" name="Google Shape;626;p56"/>
          <p:cNvGrpSpPr/>
          <p:nvPr/>
        </p:nvGrpSpPr>
        <p:grpSpPr>
          <a:xfrm>
            <a:off x="6635180" y="3519093"/>
            <a:ext cx="2455746" cy="1624395"/>
            <a:chOff x="6635180" y="3519093"/>
            <a:chExt cx="2455746" cy="1624395"/>
          </a:xfrm>
        </p:grpSpPr>
        <p:sp>
          <p:nvSpPr>
            <p:cNvPr id="627" name="Google Shape;627;p56"/>
            <p:cNvSpPr/>
            <p:nvPr/>
          </p:nvSpPr>
          <p:spPr>
            <a:xfrm>
              <a:off x="8430903" y="39439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56"/>
            <p:cNvSpPr/>
            <p:nvPr/>
          </p:nvSpPr>
          <p:spPr>
            <a:xfrm>
              <a:off x="8622155" y="35190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56"/>
            <p:cNvSpPr/>
            <p:nvPr/>
          </p:nvSpPr>
          <p:spPr>
            <a:xfrm>
              <a:off x="6635180" y="46746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56"/>
            <p:cNvSpPr/>
            <p:nvPr/>
          </p:nvSpPr>
          <p:spPr>
            <a:xfrm>
              <a:off x="8185647" y="4789915"/>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631" name="Shape 631"/>
        <p:cNvGrpSpPr/>
        <p:nvPr/>
      </p:nvGrpSpPr>
      <p:grpSpPr>
        <a:xfrm>
          <a:off x="0" y="0"/>
          <a:ext cx="0" cy="0"/>
          <a:chOff x="0" y="0"/>
          <a:chExt cx="0" cy="0"/>
        </a:xfrm>
      </p:grpSpPr>
      <p:sp>
        <p:nvSpPr>
          <p:cNvPr id="632" name="Google Shape;632;p57"/>
          <p:cNvSpPr/>
          <p:nvPr/>
        </p:nvSpPr>
        <p:spPr>
          <a:xfrm>
            <a:off x="2718684" y="2188525"/>
            <a:ext cx="7138396" cy="3491380"/>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57"/>
          <p:cNvSpPr/>
          <p:nvPr/>
        </p:nvSpPr>
        <p:spPr>
          <a:xfrm>
            <a:off x="5510909" y="2530450"/>
            <a:ext cx="7138396" cy="3491380"/>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57"/>
          <p:cNvSpPr txBox="1"/>
          <p:nvPr>
            <p:ph type="title"/>
          </p:nvPr>
        </p:nvSpPr>
        <p:spPr>
          <a:xfrm>
            <a:off x="713100" y="650000"/>
            <a:ext cx="3728700" cy="873000"/>
          </a:xfrm>
          <a:prstGeom prst="rect">
            <a:avLst/>
          </a:prstGeom>
        </p:spPr>
        <p:txBody>
          <a:bodyPr anchorCtr="0" anchor="b" bIns="91425" lIns="91425" spcFirstLastPara="1" rIns="91425" wrap="square" tIns="91425">
            <a:noAutofit/>
          </a:bodyPr>
          <a:lstStyle>
            <a:lvl1pPr lvl="0">
              <a:spcBef>
                <a:spcPts val="0"/>
              </a:spcBef>
              <a:spcAft>
                <a:spcPts val="0"/>
              </a:spcAft>
              <a:buSzPts val="2800"/>
              <a:buNone/>
              <a:defRPr sz="5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35" name="Google Shape;635;p57"/>
          <p:cNvSpPr txBox="1"/>
          <p:nvPr>
            <p:ph idx="1" type="subTitle"/>
          </p:nvPr>
        </p:nvSpPr>
        <p:spPr>
          <a:xfrm>
            <a:off x="713100" y="1523000"/>
            <a:ext cx="3728700" cy="1331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sz="1400"/>
            </a:lvl1pPr>
            <a:lvl2pPr lvl="1" algn="ctr">
              <a:lnSpc>
                <a:spcPct val="100000"/>
              </a:lnSpc>
              <a:spcBef>
                <a:spcPts val="0"/>
              </a:spcBef>
              <a:spcAft>
                <a:spcPts val="0"/>
              </a:spcAft>
              <a:buSzPts val="1000"/>
              <a:buNone/>
              <a:defRPr sz="1000"/>
            </a:lvl2pPr>
            <a:lvl3pPr lvl="2" algn="ctr">
              <a:lnSpc>
                <a:spcPct val="100000"/>
              </a:lnSpc>
              <a:spcBef>
                <a:spcPts val="1600"/>
              </a:spcBef>
              <a:spcAft>
                <a:spcPts val="0"/>
              </a:spcAft>
              <a:buSzPts val="1000"/>
              <a:buNone/>
              <a:defRPr sz="1000"/>
            </a:lvl3pPr>
            <a:lvl4pPr lvl="3" algn="ctr">
              <a:lnSpc>
                <a:spcPct val="100000"/>
              </a:lnSpc>
              <a:spcBef>
                <a:spcPts val="1600"/>
              </a:spcBef>
              <a:spcAft>
                <a:spcPts val="0"/>
              </a:spcAft>
              <a:buSzPts val="1000"/>
              <a:buNone/>
              <a:defRPr sz="1000"/>
            </a:lvl4pPr>
            <a:lvl5pPr lvl="4" algn="ctr">
              <a:lnSpc>
                <a:spcPct val="100000"/>
              </a:lnSpc>
              <a:spcBef>
                <a:spcPts val="1600"/>
              </a:spcBef>
              <a:spcAft>
                <a:spcPts val="0"/>
              </a:spcAft>
              <a:buSzPts val="1000"/>
              <a:buNone/>
              <a:defRPr sz="1000"/>
            </a:lvl5pPr>
            <a:lvl6pPr lvl="5" algn="ctr">
              <a:lnSpc>
                <a:spcPct val="100000"/>
              </a:lnSpc>
              <a:spcBef>
                <a:spcPts val="1600"/>
              </a:spcBef>
              <a:spcAft>
                <a:spcPts val="0"/>
              </a:spcAft>
              <a:buSzPts val="1000"/>
              <a:buNone/>
              <a:defRPr sz="1000"/>
            </a:lvl6pPr>
            <a:lvl7pPr lvl="6" algn="ctr">
              <a:lnSpc>
                <a:spcPct val="100000"/>
              </a:lnSpc>
              <a:spcBef>
                <a:spcPts val="1600"/>
              </a:spcBef>
              <a:spcAft>
                <a:spcPts val="0"/>
              </a:spcAft>
              <a:buSzPts val="1000"/>
              <a:buNone/>
              <a:defRPr sz="1000"/>
            </a:lvl7pPr>
            <a:lvl8pPr lvl="7" algn="ctr">
              <a:lnSpc>
                <a:spcPct val="100000"/>
              </a:lnSpc>
              <a:spcBef>
                <a:spcPts val="1600"/>
              </a:spcBef>
              <a:spcAft>
                <a:spcPts val="0"/>
              </a:spcAft>
              <a:buSzPts val="1000"/>
              <a:buNone/>
              <a:defRPr sz="1000"/>
            </a:lvl8pPr>
            <a:lvl9pPr lvl="8" algn="ctr">
              <a:lnSpc>
                <a:spcPct val="100000"/>
              </a:lnSpc>
              <a:spcBef>
                <a:spcPts val="1600"/>
              </a:spcBef>
              <a:spcAft>
                <a:spcPts val="1600"/>
              </a:spcAft>
              <a:buSzPts val="1000"/>
              <a:buNone/>
              <a:defRPr sz="1000"/>
            </a:lvl9pPr>
          </a:lstStyle>
          <a:p/>
        </p:txBody>
      </p:sp>
      <p:sp>
        <p:nvSpPr>
          <p:cNvPr id="636" name="Google Shape;636;p57"/>
          <p:cNvSpPr txBox="1"/>
          <p:nvPr/>
        </p:nvSpPr>
        <p:spPr>
          <a:xfrm>
            <a:off x="713100" y="3385450"/>
            <a:ext cx="3000000" cy="615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300"/>
              </a:spcBef>
              <a:spcAft>
                <a:spcPts val="0"/>
              </a:spcAft>
              <a:buNone/>
            </a:pPr>
            <a:r>
              <a:rPr lang="ar" sz="1000">
                <a:solidFill>
                  <a:schemeClr val="dk1"/>
                </a:solidFill>
                <a:latin typeface="Maven Pro"/>
                <a:ea typeface="Maven Pro"/>
                <a:cs typeface="Maven Pro"/>
                <a:sym typeface="Maven Pro"/>
              </a:rPr>
              <a:t>CREDITS: This presentation template was created by </a:t>
            </a:r>
            <a:r>
              <a:rPr b="1" lang="ar" sz="1000" u="sng">
                <a:solidFill>
                  <a:schemeClr val="dk2"/>
                </a:solidFill>
                <a:latin typeface="Maven Pro"/>
                <a:ea typeface="Maven Pro"/>
                <a:cs typeface="Maven Pro"/>
                <a:sym typeface="Maven Pro"/>
                <a:hlinkClick r:id="rId2">
                  <a:extLst>
                    <a:ext uri="{A12FA001-AC4F-418D-AE19-62706E023703}">
                      <ahyp:hlinkClr val="tx"/>
                    </a:ext>
                  </a:extLst>
                </a:hlinkClick>
              </a:rPr>
              <a:t>Slidesgo</a:t>
            </a:r>
            <a:r>
              <a:rPr lang="ar" sz="1000">
                <a:solidFill>
                  <a:schemeClr val="dk1"/>
                </a:solidFill>
                <a:latin typeface="Maven Pro"/>
                <a:ea typeface="Maven Pro"/>
                <a:cs typeface="Maven Pro"/>
                <a:sym typeface="Maven Pro"/>
              </a:rPr>
              <a:t>, and includes icons by </a:t>
            </a:r>
            <a:r>
              <a:rPr b="1" lang="ar" sz="1000" u="sng">
                <a:solidFill>
                  <a:schemeClr val="dk2"/>
                </a:solidFill>
                <a:latin typeface="Maven Pro"/>
                <a:ea typeface="Maven Pro"/>
                <a:cs typeface="Maven Pro"/>
                <a:sym typeface="Maven Pro"/>
                <a:hlinkClick r:id="rId3">
                  <a:extLst>
                    <a:ext uri="{A12FA001-AC4F-418D-AE19-62706E023703}">
                      <ahyp:hlinkClr val="tx"/>
                    </a:ext>
                  </a:extLst>
                </a:hlinkClick>
              </a:rPr>
              <a:t>Flaticon</a:t>
            </a:r>
            <a:r>
              <a:rPr b="1" lang="ar" sz="1000">
                <a:solidFill>
                  <a:schemeClr val="dk2"/>
                </a:solidFill>
                <a:latin typeface="Maven Pro"/>
                <a:ea typeface="Maven Pro"/>
                <a:cs typeface="Maven Pro"/>
                <a:sym typeface="Maven Pro"/>
              </a:rPr>
              <a:t> </a:t>
            </a:r>
            <a:r>
              <a:rPr lang="ar" sz="1000">
                <a:solidFill>
                  <a:schemeClr val="dk1"/>
                </a:solidFill>
                <a:latin typeface="Maven Pro"/>
                <a:ea typeface="Maven Pro"/>
                <a:cs typeface="Maven Pro"/>
                <a:sym typeface="Maven Pro"/>
              </a:rPr>
              <a:t>and infographics &amp; images by </a:t>
            </a:r>
            <a:r>
              <a:rPr b="1" lang="ar" sz="1000" u="sng">
                <a:solidFill>
                  <a:schemeClr val="dk2"/>
                </a:solidFill>
                <a:latin typeface="Maven Pro"/>
                <a:ea typeface="Maven Pro"/>
                <a:cs typeface="Maven Pro"/>
                <a:sym typeface="Maven Pro"/>
                <a:hlinkClick r:id="rId4">
                  <a:extLst>
                    <a:ext uri="{A12FA001-AC4F-418D-AE19-62706E023703}">
                      <ahyp:hlinkClr val="tx"/>
                    </a:ext>
                  </a:extLst>
                </a:hlinkClick>
              </a:rPr>
              <a:t>Freepik</a:t>
            </a:r>
            <a:endParaRPr b="1" sz="1000" u="sng">
              <a:solidFill>
                <a:schemeClr val="dk2"/>
              </a:solidFill>
              <a:latin typeface="Maven Pro"/>
              <a:ea typeface="Maven Pro"/>
              <a:cs typeface="Maven Pro"/>
              <a:sym typeface="Maven Pro"/>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637" name="Shape 637"/>
        <p:cNvGrpSpPr/>
        <p:nvPr/>
      </p:nvGrpSpPr>
      <p:grpSpPr>
        <a:xfrm>
          <a:off x="0" y="0"/>
          <a:ext cx="0" cy="0"/>
          <a:chOff x="0" y="0"/>
          <a:chExt cx="0" cy="0"/>
        </a:xfrm>
      </p:grpSpPr>
      <p:sp>
        <p:nvSpPr>
          <p:cNvPr id="638" name="Google Shape;638;p58"/>
          <p:cNvSpPr/>
          <p:nvPr/>
        </p:nvSpPr>
        <p:spPr>
          <a:xfrm rot="-6125281">
            <a:off x="6780953" y="-507545"/>
            <a:ext cx="4634067" cy="2824557"/>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58"/>
          <p:cNvSpPr/>
          <p:nvPr/>
        </p:nvSpPr>
        <p:spPr>
          <a:xfrm flipH="1">
            <a:off x="-1192290" y="3569975"/>
            <a:ext cx="5029983" cy="2068243"/>
          </a:xfrm>
          <a:custGeom>
            <a:rect b="b" l="l" r="r" t="t"/>
            <a:pathLst>
              <a:path extrusionOk="0" h="10483" w="22438">
                <a:moveTo>
                  <a:pt x="18307" y="1053"/>
                </a:moveTo>
                <a:cubicBezTo>
                  <a:pt x="17174" y="1740"/>
                  <a:pt x="16505" y="2560"/>
                  <a:pt x="15773" y="3640"/>
                </a:cubicBezTo>
                <a:lnTo>
                  <a:pt x="15773" y="3640"/>
                </a:lnTo>
                <a:cubicBezTo>
                  <a:pt x="15149" y="4550"/>
                  <a:pt x="14658" y="5593"/>
                  <a:pt x="13668" y="6164"/>
                </a:cubicBezTo>
                <a:lnTo>
                  <a:pt x="13668" y="6164"/>
                </a:lnTo>
                <a:cubicBezTo>
                  <a:pt x="12606" y="6762"/>
                  <a:pt x="11009" y="6896"/>
                  <a:pt x="9823" y="6539"/>
                </a:cubicBezTo>
                <a:lnTo>
                  <a:pt x="9823" y="6539"/>
                </a:lnTo>
                <a:cubicBezTo>
                  <a:pt x="8565" y="6156"/>
                  <a:pt x="7049" y="5906"/>
                  <a:pt x="5791" y="6477"/>
                </a:cubicBezTo>
                <a:lnTo>
                  <a:pt x="5791" y="6477"/>
                </a:lnTo>
                <a:cubicBezTo>
                  <a:pt x="4497" y="7057"/>
                  <a:pt x="3293" y="7931"/>
                  <a:pt x="2151" y="8752"/>
                </a:cubicBezTo>
                <a:lnTo>
                  <a:pt x="2151" y="8752"/>
                </a:lnTo>
                <a:cubicBezTo>
                  <a:pt x="1410" y="9296"/>
                  <a:pt x="670" y="9858"/>
                  <a:pt x="1" y="10482"/>
                </a:cubicBezTo>
                <a:lnTo>
                  <a:pt x="1" y="10482"/>
                </a:lnTo>
                <a:lnTo>
                  <a:pt x="22393" y="10482"/>
                </a:lnTo>
                <a:lnTo>
                  <a:pt x="22437" y="98"/>
                </a:lnTo>
                <a:cubicBezTo>
                  <a:pt x="22179" y="27"/>
                  <a:pt x="21902" y="0"/>
                  <a:pt x="21617" y="0"/>
                </a:cubicBezTo>
                <a:lnTo>
                  <a:pt x="21617" y="0"/>
                </a:lnTo>
                <a:cubicBezTo>
                  <a:pt x="20466" y="0"/>
                  <a:pt x="19208" y="517"/>
                  <a:pt x="18307" y="1053"/>
                </a:cubicBezTo>
                <a:close/>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0" name="Google Shape;640;p58"/>
          <p:cNvGrpSpPr/>
          <p:nvPr/>
        </p:nvGrpSpPr>
        <p:grpSpPr>
          <a:xfrm>
            <a:off x="53078" y="3519092"/>
            <a:ext cx="666922" cy="1553796"/>
            <a:chOff x="53078" y="3519092"/>
            <a:chExt cx="666922" cy="1553796"/>
          </a:xfrm>
        </p:grpSpPr>
        <p:sp>
          <p:nvSpPr>
            <p:cNvPr id="641" name="Google Shape;641;p58"/>
            <p:cNvSpPr/>
            <p:nvPr/>
          </p:nvSpPr>
          <p:spPr>
            <a:xfrm>
              <a:off x="53078" y="35190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58"/>
            <p:cNvSpPr/>
            <p:nvPr/>
          </p:nvSpPr>
          <p:spPr>
            <a:xfrm>
              <a:off x="251230" y="46040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58"/>
            <p:cNvSpPr/>
            <p:nvPr/>
          </p:nvSpPr>
          <p:spPr>
            <a:xfrm>
              <a:off x="148697" y="4326490"/>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FFFFFF">
                    <a:alpha val="50196"/>
                  </a:srgbClr>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4" name="Google Shape;644;p58"/>
          <p:cNvGrpSpPr/>
          <p:nvPr/>
        </p:nvGrpSpPr>
        <p:grpSpPr>
          <a:xfrm>
            <a:off x="7618822" y="111365"/>
            <a:ext cx="1576005" cy="1123414"/>
            <a:chOff x="7618822" y="111365"/>
            <a:chExt cx="1576005" cy="1123414"/>
          </a:xfrm>
        </p:grpSpPr>
        <p:sp>
          <p:nvSpPr>
            <p:cNvPr id="645" name="Google Shape;645;p58"/>
            <p:cNvSpPr/>
            <p:nvPr/>
          </p:nvSpPr>
          <p:spPr>
            <a:xfrm>
              <a:off x="8267398" y="11137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58"/>
            <p:cNvSpPr/>
            <p:nvPr/>
          </p:nvSpPr>
          <p:spPr>
            <a:xfrm>
              <a:off x="8534803" y="574679"/>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58"/>
            <p:cNvSpPr/>
            <p:nvPr/>
          </p:nvSpPr>
          <p:spPr>
            <a:xfrm>
              <a:off x="7618822" y="111365"/>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FFFFFF">
                    <a:alpha val="50196"/>
                  </a:srgbClr>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648" name="Shape 648"/>
        <p:cNvGrpSpPr/>
        <p:nvPr/>
      </p:nvGrpSpPr>
      <p:grpSpPr>
        <a:xfrm>
          <a:off x="0" y="0"/>
          <a:ext cx="0" cy="0"/>
          <a:chOff x="0" y="0"/>
          <a:chExt cx="0" cy="0"/>
        </a:xfrm>
      </p:grpSpPr>
      <p:sp>
        <p:nvSpPr>
          <p:cNvPr id="649" name="Google Shape;649;p59"/>
          <p:cNvSpPr/>
          <p:nvPr/>
        </p:nvSpPr>
        <p:spPr>
          <a:xfrm>
            <a:off x="4182350" y="2075876"/>
            <a:ext cx="5728043" cy="3491380"/>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59"/>
          <p:cNvSpPr/>
          <p:nvPr/>
        </p:nvSpPr>
        <p:spPr>
          <a:xfrm>
            <a:off x="5816848" y="3347141"/>
            <a:ext cx="4013990" cy="1875356"/>
          </a:xfrm>
          <a:custGeom>
            <a:rect b="b" l="l" r="r" t="t"/>
            <a:pathLst>
              <a:path extrusionOk="0" h="10483" w="22438">
                <a:moveTo>
                  <a:pt x="18307" y="1053"/>
                </a:moveTo>
                <a:cubicBezTo>
                  <a:pt x="17174" y="1740"/>
                  <a:pt x="16505" y="2560"/>
                  <a:pt x="15773" y="3640"/>
                </a:cubicBezTo>
                <a:lnTo>
                  <a:pt x="15773" y="3640"/>
                </a:lnTo>
                <a:cubicBezTo>
                  <a:pt x="15149" y="4550"/>
                  <a:pt x="14658" y="5593"/>
                  <a:pt x="13668" y="6164"/>
                </a:cubicBezTo>
                <a:lnTo>
                  <a:pt x="13668" y="6164"/>
                </a:lnTo>
                <a:cubicBezTo>
                  <a:pt x="12606" y="6762"/>
                  <a:pt x="11009" y="6896"/>
                  <a:pt x="9823" y="6539"/>
                </a:cubicBezTo>
                <a:lnTo>
                  <a:pt x="9823" y="6539"/>
                </a:lnTo>
                <a:cubicBezTo>
                  <a:pt x="8565" y="6156"/>
                  <a:pt x="7049" y="5906"/>
                  <a:pt x="5791" y="6477"/>
                </a:cubicBezTo>
                <a:lnTo>
                  <a:pt x="5791" y="6477"/>
                </a:lnTo>
                <a:cubicBezTo>
                  <a:pt x="4497" y="7057"/>
                  <a:pt x="3293" y="7931"/>
                  <a:pt x="2151" y="8752"/>
                </a:cubicBezTo>
                <a:lnTo>
                  <a:pt x="2151" y="8752"/>
                </a:lnTo>
                <a:cubicBezTo>
                  <a:pt x="1410" y="9296"/>
                  <a:pt x="670" y="9858"/>
                  <a:pt x="1" y="10482"/>
                </a:cubicBezTo>
                <a:lnTo>
                  <a:pt x="1" y="10482"/>
                </a:lnTo>
                <a:lnTo>
                  <a:pt x="22393" y="10482"/>
                </a:lnTo>
                <a:lnTo>
                  <a:pt x="22437" y="98"/>
                </a:lnTo>
                <a:cubicBezTo>
                  <a:pt x="22179" y="27"/>
                  <a:pt x="21902" y="0"/>
                  <a:pt x="21617" y="0"/>
                </a:cubicBezTo>
                <a:lnTo>
                  <a:pt x="21617" y="0"/>
                </a:lnTo>
                <a:cubicBezTo>
                  <a:pt x="20466" y="0"/>
                  <a:pt x="19208" y="517"/>
                  <a:pt x="18307" y="1053"/>
                </a:cubicBezTo>
                <a:close/>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59"/>
          <p:cNvSpPr/>
          <p:nvPr/>
        </p:nvSpPr>
        <p:spPr>
          <a:xfrm rot="-9720741">
            <a:off x="-717073" y="-1675999"/>
            <a:ext cx="5728060" cy="3491392"/>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2" name="Google Shape;652;p59"/>
          <p:cNvGrpSpPr/>
          <p:nvPr/>
        </p:nvGrpSpPr>
        <p:grpSpPr>
          <a:xfrm>
            <a:off x="531953" y="54192"/>
            <a:ext cx="2525032" cy="660100"/>
            <a:chOff x="531953" y="54192"/>
            <a:chExt cx="2525032" cy="660100"/>
          </a:xfrm>
        </p:grpSpPr>
        <p:sp>
          <p:nvSpPr>
            <p:cNvPr id="653" name="Google Shape;653;p59"/>
            <p:cNvSpPr/>
            <p:nvPr/>
          </p:nvSpPr>
          <p:spPr>
            <a:xfrm>
              <a:off x="531953" y="541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59"/>
            <p:cNvSpPr/>
            <p:nvPr/>
          </p:nvSpPr>
          <p:spPr>
            <a:xfrm>
              <a:off x="2311280" y="2454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59"/>
            <p:cNvSpPr/>
            <p:nvPr/>
          </p:nvSpPr>
          <p:spPr>
            <a:xfrm>
              <a:off x="1841797" y="164290"/>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FFFFFF">
                    <a:alpha val="50196"/>
                  </a:srgbClr>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59"/>
            <p:cNvSpPr/>
            <p:nvPr/>
          </p:nvSpPr>
          <p:spPr>
            <a:xfrm>
              <a:off x="2729973" y="542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9_2">
    <p:spTree>
      <p:nvGrpSpPr>
        <p:cNvPr id="657" name="Shape 657"/>
        <p:cNvGrpSpPr/>
        <p:nvPr/>
      </p:nvGrpSpPr>
      <p:grpSpPr>
        <a:xfrm>
          <a:off x="0" y="0"/>
          <a:ext cx="0" cy="0"/>
          <a:chOff x="0" y="0"/>
          <a:chExt cx="0" cy="0"/>
        </a:xfrm>
      </p:grpSpPr>
      <p:sp>
        <p:nvSpPr>
          <p:cNvPr id="658" name="Google Shape;658;p60"/>
          <p:cNvSpPr/>
          <p:nvPr/>
        </p:nvSpPr>
        <p:spPr>
          <a:xfrm flipH="1" rot="1292342">
            <a:off x="-2419456" y="2200421"/>
            <a:ext cx="6095930" cy="3491359"/>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60"/>
          <p:cNvSpPr/>
          <p:nvPr/>
        </p:nvSpPr>
        <p:spPr>
          <a:xfrm rot="5400000">
            <a:off x="6537482" y="2747717"/>
            <a:ext cx="3524097" cy="2396762"/>
          </a:xfrm>
          <a:custGeom>
            <a:rect b="b" l="l" r="r" t="t"/>
            <a:pathLst>
              <a:path extrusionOk="0" h="14034" w="20635">
                <a:moveTo>
                  <a:pt x="20635" y="687"/>
                </a:moveTo>
                <a:cubicBezTo>
                  <a:pt x="18637" y="687"/>
                  <a:pt x="16638" y="768"/>
                  <a:pt x="14649" y="643"/>
                </a:cubicBezTo>
                <a:cubicBezTo>
                  <a:pt x="12552" y="509"/>
                  <a:pt x="10492" y="224"/>
                  <a:pt x="8377" y="224"/>
                </a:cubicBezTo>
                <a:cubicBezTo>
                  <a:pt x="6879" y="224"/>
                  <a:pt x="5380" y="313"/>
                  <a:pt x="3899" y="313"/>
                </a:cubicBezTo>
                <a:cubicBezTo>
                  <a:pt x="3132" y="313"/>
                  <a:pt x="955" y="0"/>
                  <a:pt x="509" y="875"/>
                </a:cubicBezTo>
                <a:cubicBezTo>
                  <a:pt x="1" y="1883"/>
                  <a:pt x="2329" y="3792"/>
                  <a:pt x="2989" y="4300"/>
                </a:cubicBezTo>
                <a:cubicBezTo>
                  <a:pt x="4185" y="5228"/>
                  <a:pt x="5433" y="5335"/>
                  <a:pt x="6879" y="5549"/>
                </a:cubicBezTo>
                <a:cubicBezTo>
                  <a:pt x="8422" y="5781"/>
                  <a:pt x="9832" y="5995"/>
                  <a:pt x="11107" y="6941"/>
                </a:cubicBezTo>
                <a:cubicBezTo>
                  <a:pt x="12196" y="7762"/>
                  <a:pt x="12829" y="8966"/>
                  <a:pt x="13516" y="10099"/>
                </a:cubicBezTo>
                <a:cubicBezTo>
                  <a:pt x="14230" y="11268"/>
                  <a:pt x="15291" y="12151"/>
                  <a:pt x="16496" y="12775"/>
                </a:cubicBezTo>
                <a:cubicBezTo>
                  <a:pt x="17566" y="13320"/>
                  <a:pt x="19074" y="13998"/>
                  <a:pt x="20278" y="14033"/>
                </a:cubicBezTo>
                <a:cubicBezTo>
                  <a:pt x="20421" y="13221"/>
                  <a:pt x="20314" y="12383"/>
                  <a:pt x="20332" y="11562"/>
                </a:cubicBezTo>
                <a:cubicBezTo>
                  <a:pt x="20349" y="10732"/>
                  <a:pt x="20635" y="9930"/>
                  <a:pt x="20635" y="9109"/>
                </a:cubicBezTo>
                <a:cubicBezTo>
                  <a:pt x="20635" y="8252"/>
                  <a:pt x="20635" y="7387"/>
                  <a:pt x="20635" y="6531"/>
                </a:cubicBezTo>
                <a:lnTo>
                  <a:pt x="20635" y="1713"/>
                </a:lnTo>
                <a:close/>
              </a:path>
            </a:pathLst>
          </a:custGeom>
          <a:gradFill>
            <a:gsLst>
              <a:gs pos="0">
                <a:srgbClr val="8134EC">
                  <a:alpha val="70196"/>
                </a:srgbClr>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0" name="Google Shape;660;p60"/>
          <p:cNvGrpSpPr/>
          <p:nvPr/>
        </p:nvGrpSpPr>
        <p:grpSpPr>
          <a:xfrm>
            <a:off x="8209011" y="2860943"/>
            <a:ext cx="934985" cy="2170316"/>
            <a:chOff x="8220061" y="2910118"/>
            <a:chExt cx="934985" cy="2170316"/>
          </a:xfrm>
        </p:grpSpPr>
        <p:sp>
          <p:nvSpPr>
            <p:cNvPr id="661" name="Google Shape;661;p60"/>
            <p:cNvSpPr/>
            <p:nvPr/>
          </p:nvSpPr>
          <p:spPr>
            <a:xfrm>
              <a:off x="8495023" y="4363315"/>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60"/>
            <p:cNvSpPr/>
            <p:nvPr/>
          </p:nvSpPr>
          <p:spPr>
            <a:xfrm>
              <a:off x="8737186" y="37316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60"/>
            <p:cNvSpPr/>
            <p:nvPr/>
          </p:nvSpPr>
          <p:spPr>
            <a:xfrm>
              <a:off x="8220061" y="4753390"/>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60"/>
            <p:cNvSpPr/>
            <p:nvPr/>
          </p:nvSpPr>
          <p:spPr>
            <a:xfrm>
              <a:off x="8552930" y="291011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5" name="Google Shape;665;p60"/>
          <p:cNvGrpSpPr/>
          <p:nvPr/>
        </p:nvGrpSpPr>
        <p:grpSpPr>
          <a:xfrm rot="7347507">
            <a:off x="371745" y="3666596"/>
            <a:ext cx="682717" cy="1547317"/>
            <a:chOff x="-33427" y="3476090"/>
            <a:chExt cx="682702" cy="1547282"/>
          </a:xfrm>
        </p:grpSpPr>
        <p:sp>
          <p:nvSpPr>
            <p:cNvPr id="666" name="Google Shape;666;p60"/>
            <p:cNvSpPr/>
            <p:nvPr/>
          </p:nvSpPr>
          <p:spPr>
            <a:xfrm>
              <a:off x="180505" y="42564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60"/>
            <p:cNvSpPr/>
            <p:nvPr/>
          </p:nvSpPr>
          <p:spPr>
            <a:xfrm>
              <a:off x="-33427" y="3476090"/>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60"/>
            <p:cNvSpPr/>
            <p:nvPr/>
          </p:nvSpPr>
          <p:spPr>
            <a:xfrm>
              <a:off x="133086" y="469632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72" name="Shape 672"/>
        <p:cNvGrpSpPr/>
        <p:nvPr/>
      </p:nvGrpSpPr>
      <p:grpSpPr>
        <a:xfrm>
          <a:off x="0" y="0"/>
          <a:ext cx="0" cy="0"/>
          <a:chOff x="0" y="0"/>
          <a:chExt cx="0" cy="0"/>
        </a:xfrm>
      </p:grpSpPr>
      <p:sp>
        <p:nvSpPr>
          <p:cNvPr id="673" name="Google Shape;673;p62"/>
          <p:cNvSpPr/>
          <p:nvPr/>
        </p:nvSpPr>
        <p:spPr>
          <a:xfrm>
            <a:off x="4250050" y="1652126"/>
            <a:ext cx="5728043" cy="3491380"/>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62"/>
          <p:cNvSpPr/>
          <p:nvPr/>
        </p:nvSpPr>
        <p:spPr>
          <a:xfrm>
            <a:off x="5129998" y="3268141"/>
            <a:ext cx="4013990" cy="1875356"/>
          </a:xfrm>
          <a:custGeom>
            <a:rect b="b" l="l" r="r" t="t"/>
            <a:pathLst>
              <a:path extrusionOk="0" h="10483" w="22438">
                <a:moveTo>
                  <a:pt x="18307" y="1053"/>
                </a:moveTo>
                <a:cubicBezTo>
                  <a:pt x="17174" y="1740"/>
                  <a:pt x="16505" y="2560"/>
                  <a:pt x="15773" y="3640"/>
                </a:cubicBezTo>
                <a:lnTo>
                  <a:pt x="15773" y="3640"/>
                </a:lnTo>
                <a:cubicBezTo>
                  <a:pt x="15149" y="4550"/>
                  <a:pt x="14658" y="5593"/>
                  <a:pt x="13668" y="6164"/>
                </a:cubicBezTo>
                <a:lnTo>
                  <a:pt x="13668" y="6164"/>
                </a:lnTo>
                <a:cubicBezTo>
                  <a:pt x="12606" y="6762"/>
                  <a:pt x="11009" y="6896"/>
                  <a:pt x="9823" y="6539"/>
                </a:cubicBezTo>
                <a:lnTo>
                  <a:pt x="9823" y="6539"/>
                </a:lnTo>
                <a:cubicBezTo>
                  <a:pt x="8565" y="6156"/>
                  <a:pt x="7049" y="5906"/>
                  <a:pt x="5791" y="6477"/>
                </a:cubicBezTo>
                <a:lnTo>
                  <a:pt x="5791" y="6477"/>
                </a:lnTo>
                <a:cubicBezTo>
                  <a:pt x="4497" y="7057"/>
                  <a:pt x="3293" y="7931"/>
                  <a:pt x="2151" y="8752"/>
                </a:cubicBezTo>
                <a:lnTo>
                  <a:pt x="2151" y="8752"/>
                </a:lnTo>
                <a:cubicBezTo>
                  <a:pt x="1410" y="9296"/>
                  <a:pt x="670" y="9858"/>
                  <a:pt x="1" y="10482"/>
                </a:cubicBezTo>
                <a:lnTo>
                  <a:pt x="1" y="10482"/>
                </a:lnTo>
                <a:lnTo>
                  <a:pt x="22393" y="10482"/>
                </a:lnTo>
                <a:lnTo>
                  <a:pt x="22437" y="98"/>
                </a:lnTo>
                <a:cubicBezTo>
                  <a:pt x="22179" y="27"/>
                  <a:pt x="21902" y="0"/>
                  <a:pt x="21617" y="0"/>
                </a:cubicBezTo>
                <a:lnTo>
                  <a:pt x="21617" y="0"/>
                </a:lnTo>
                <a:cubicBezTo>
                  <a:pt x="20466" y="0"/>
                  <a:pt x="19208" y="517"/>
                  <a:pt x="18307" y="1053"/>
                </a:cubicBezTo>
                <a:close/>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62"/>
          <p:cNvSpPr txBox="1"/>
          <p:nvPr>
            <p:ph type="ctrTitle"/>
          </p:nvPr>
        </p:nvSpPr>
        <p:spPr>
          <a:xfrm>
            <a:off x="1007425" y="819213"/>
            <a:ext cx="3033000" cy="27606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5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676" name="Google Shape;676;p62"/>
          <p:cNvSpPr txBox="1"/>
          <p:nvPr>
            <p:ph idx="1" type="subTitle"/>
          </p:nvPr>
        </p:nvSpPr>
        <p:spPr>
          <a:xfrm>
            <a:off x="2217100" y="3702075"/>
            <a:ext cx="1823400" cy="6222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200"/>
              <a:buNone/>
              <a:defRPr sz="14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77" name="Shape 677"/>
        <p:cNvGrpSpPr/>
        <p:nvPr/>
      </p:nvGrpSpPr>
      <p:grpSpPr>
        <a:xfrm>
          <a:off x="0" y="0"/>
          <a:ext cx="0" cy="0"/>
          <a:chOff x="0" y="0"/>
          <a:chExt cx="0" cy="0"/>
        </a:xfrm>
      </p:grpSpPr>
      <p:sp>
        <p:nvSpPr>
          <p:cNvPr id="678" name="Google Shape;678;p63"/>
          <p:cNvSpPr/>
          <p:nvPr/>
        </p:nvSpPr>
        <p:spPr>
          <a:xfrm flipH="1">
            <a:off x="-847382" y="2075875"/>
            <a:ext cx="5842699" cy="3491380"/>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63"/>
          <p:cNvSpPr/>
          <p:nvPr/>
        </p:nvSpPr>
        <p:spPr>
          <a:xfrm>
            <a:off x="6638834" y="-220904"/>
            <a:ext cx="2625339" cy="1785511"/>
          </a:xfrm>
          <a:custGeom>
            <a:rect b="b" l="l" r="r" t="t"/>
            <a:pathLst>
              <a:path extrusionOk="0" h="14034" w="20635">
                <a:moveTo>
                  <a:pt x="20635" y="687"/>
                </a:moveTo>
                <a:cubicBezTo>
                  <a:pt x="18637" y="687"/>
                  <a:pt x="16638" y="768"/>
                  <a:pt x="14649" y="643"/>
                </a:cubicBezTo>
                <a:cubicBezTo>
                  <a:pt x="12552" y="509"/>
                  <a:pt x="10492" y="224"/>
                  <a:pt x="8377" y="224"/>
                </a:cubicBezTo>
                <a:cubicBezTo>
                  <a:pt x="6879" y="224"/>
                  <a:pt x="5380" y="313"/>
                  <a:pt x="3899" y="313"/>
                </a:cubicBezTo>
                <a:cubicBezTo>
                  <a:pt x="3132" y="313"/>
                  <a:pt x="955" y="0"/>
                  <a:pt x="509" y="875"/>
                </a:cubicBezTo>
                <a:cubicBezTo>
                  <a:pt x="1" y="1883"/>
                  <a:pt x="2329" y="3792"/>
                  <a:pt x="2989" y="4300"/>
                </a:cubicBezTo>
                <a:cubicBezTo>
                  <a:pt x="4185" y="5228"/>
                  <a:pt x="5433" y="5335"/>
                  <a:pt x="6879" y="5549"/>
                </a:cubicBezTo>
                <a:cubicBezTo>
                  <a:pt x="8422" y="5781"/>
                  <a:pt x="9832" y="5995"/>
                  <a:pt x="11107" y="6941"/>
                </a:cubicBezTo>
                <a:cubicBezTo>
                  <a:pt x="12196" y="7762"/>
                  <a:pt x="12829" y="8966"/>
                  <a:pt x="13516" y="10099"/>
                </a:cubicBezTo>
                <a:cubicBezTo>
                  <a:pt x="14230" y="11268"/>
                  <a:pt x="15291" y="12151"/>
                  <a:pt x="16496" y="12775"/>
                </a:cubicBezTo>
                <a:cubicBezTo>
                  <a:pt x="17566" y="13320"/>
                  <a:pt x="19074" y="13998"/>
                  <a:pt x="20278" y="14033"/>
                </a:cubicBezTo>
                <a:cubicBezTo>
                  <a:pt x="20421" y="13221"/>
                  <a:pt x="20314" y="12383"/>
                  <a:pt x="20332" y="11562"/>
                </a:cubicBezTo>
                <a:cubicBezTo>
                  <a:pt x="20349" y="10732"/>
                  <a:pt x="20635" y="9930"/>
                  <a:pt x="20635" y="9109"/>
                </a:cubicBezTo>
                <a:cubicBezTo>
                  <a:pt x="20635" y="8252"/>
                  <a:pt x="20635" y="7387"/>
                  <a:pt x="20635" y="6531"/>
                </a:cubicBezTo>
                <a:lnTo>
                  <a:pt x="20635" y="1713"/>
                </a:lnTo>
                <a:close/>
              </a:path>
            </a:pathLst>
          </a:custGeom>
          <a:gradFill>
            <a:gsLst>
              <a:gs pos="0">
                <a:srgbClr val="8134EC">
                  <a:alpha val="70196"/>
                </a:srgbClr>
              </a:gs>
              <a:gs pos="100000">
                <a:schemeClr val="accent1"/>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0" name="Google Shape;680;p63"/>
          <p:cNvGrpSpPr/>
          <p:nvPr/>
        </p:nvGrpSpPr>
        <p:grpSpPr>
          <a:xfrm>
            <a:off x="7542636" y="81040"/>
            <a:ext cx="1521562" cy="1069823"/>
            <a:chOff x="7542636" y="81040"/>
            <a:chExt cx="1521562" cy="1069823"/>
          </a:xfrm>
        </p:grpSpPr>
        <p:sp>
          <p:nvSpPr>
            <p:cNvPr id="681" name="Google Shape;681;p63"/>
            <p:cNvSpPr/>
            <p:nvPr/>
          </p:nvSpPr>
          <p:spPr>
            <a:xfrm>
              <a:off x="8132548" y="81040"/>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63"/>
            <p:cNvSpPr/>
            <p:nvPr/>
          </p:nvSpPr>
          <p:spPr>
            <a:xfrm>
              <a:off x="8737186" y="75295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63"/>
            <p:cNvSpPr/>
            <p:nvPr/>
          </p:nvSpPr>
          <p:spPr>
            <a:xfrm>
              <a:off x="7542636" y="139240"/>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63"/>
            <p:cNvSpPr/>
            <p:nvPr/>
          </p:nvSpPr>
          <p:spPr>
            <a:xfrm>
              <a:off x="8048505" y="68206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5" name="Google Shape;685;p63"/>
          <p:cNvSpPr txBox="1"/>
          <p:nvPr>
            <p:ph type="title"/>
          </p:nvPr>
        </p:nvSpPr>
        <p:spPr>
          <a:xfrm>
            <a:off x="3525900" y="3189750"/>
            <a:ext cx="49050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86" name="Google Shape;686;p63"/>
          <p:cNvSpPr txBox="1"/>
          <p:nvPr>
            <p:ph hasCustomPrompt="1" idx="2" type="title"/>
          </p:nvPr>
        </p:nvSpPr>
        <p:spPr>
          <a:xfrm>
            <a:off x="5084000" y="1609750"/>
            <a:ext cx="1789200" cy="10821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8000">
                <a:solidFill>
                  <a:schemeClr val="dk2"/>
                </a:solidFill>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87" name="Shape 687"/>
        <p:cNvGrpSpPr/>
        <p:nvPr/>
      </p:nvGrpSpPr>
      <p:grpSpPr>
        <a:xfrm>
          <a:off x="0" y="0"/>
          <a:ext cx="0" cy="0"/>
          <a:chOff x="0" y="0"/>
          <a:chExt cx="0" cy="0"/>
        </a:xfrm>
      </p:grpSpPr>
      <p:sp>
        <p:nvSpPr>
          <p:cNvPr id="688" name="Google Shape;688;p64"/>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89" name="Google Shape;689;p64"/>
          <p:cNvSpPr txBox="1"/>
          <p:nvPr>
            <p:ph idx="1" type="body"/>
          </p:nvPr>
        </p:nvSpPr>
        <p:spPr>
          <a:xfrm>
            <a:off x="720000" y="1215752"/>
            <a:ext cx="7704000" cy="34164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Char char="●"/>
              <a:defRPr sz="1200"/>
            </a:lvl1pPr>
            <a:lvl2pPr indent="-304800" lvl="1" marL="914400">
              <a:lnSpc>
                <a:spcPct val="115000"/>
              </a:lnSpc>
              <a:spcBef>
                <a:spcPts val="1600"/>
              </a:spcBef>
              <a:spcAft>
                <a:spcPts val="0"/>
              </a:spcAft>
              <a:buSzPts val="1200"/>
              <a:buFont typeface="Roboto Condensed Light"/>
              <a:buChar char="○"/>
              <a:defRPr/>
            </a:lvl2pPr>
            <a:lvl3pPr indent="-304800" lvl="2" marL="1371600">
              <a:lnSpc>
                <a:spcPct val="115000"/>
              </a:lnSpc>
              <a:spcBef>
                <a:spcPts val="1600"/>
              </a:spcBef>
              <a:spcAft>
                <a:spcPts val="0"/>
              </a:spcAft>
              <a:buSzPts val="1200"/>
              <a:buFont typeface="Roboto Condensed Light"/>
              <a:buChar char="■"/>
              <a:defRPr/>
            </a:lvl3pPr>
            <a:lvl4pPr indent="-304800" lvl="3" marL="1828800">
              <a:lnSpc>
                <a:spcPct val="115000"/>
              </a:lnSpc>
              <a:spcBef>
                <a:spcPts val="1600"/>
              </a:spcBef>
              <a:spcAft>
                <a:spcPts val="0"/>
              </a:spcAft>
              <a:buSzPts val="1200"/>
              <a:buFont typeface="Roboto Condensed Light"/>
              <a:buChar char="●"/>
              <a:defRPr/>
            </a:lvl4pPr>
            <a:lvl5pPr indent="-304800" lvl="4" marL="2286000">
              <a:lnSpc>
                <a:spcPct val="115000"/>
              </a:lnSpc>
              <a:spcBef>
                <a:spcPts val="1600"/>
              </a:spcBef>
              <a:spcAft>
                <a:spcPts val="0"/>
              </a:spcAft>
              <a:buSzPts val="1200"/>
              <a:buFont typeface="Roboto Condensed Light"/>
              <a:buChar char="○"/>
              <a:defRPr/>
            </a:lvl5pPr>
            <a:lvl6pPr indent="-304800" lvl="5" marL="2743200">
              <a:lnSpc>
                <a:spcPct val="115000"/>
              </a:lnSpc>
              <a:spcBef>
                <a:spcPts val="1600"/>
              </a:spcBef>
              <a:spcAft>
                <a:spcPts val="0"/>
              </a:spcAft>
              <a:buSzPts val="1200"/>
              <a:buFont typeface="Roboto Condensed Light"/>
              <a:buChar char="■"/>
              <a:defRPr/>
            </a:lvl6pPr>
            <a:lvl7pPr indent="-304800" lvl="6" marL="3200400">
              <a:lnSpc>
                <a:spcPct val="115000"/>
              </a:lnSpc>
              <a:spcBef>
                <a:spcPts val="1600"/>
              </a:spcBef>
              <a:spcAft>
                <a:spcPts val="0"/>
              </a:spcAft>
              <a:buSzPts val="1200"/>
              <a:buFont typeface="Roboto Condensed Light"/>
              <a:buChar char="●"/>
              <a:defRPr/>
            </a:lvl7pPr>
            <a:lvl8pPr indent="-304800" lvl="7" marL="3657600">
              <a:lnSpc>
                <a:spcPct val="115000"/>
              </a:lnSpc>
              <a:spcBef>
                <a:spcPts val="1600"/>
              </a:spcBef>
              <a:spcAft>
                <a:spcPts val="0"/>
              </a:spcAft>
              <a:buSzPts val="1200"/>
              <a:buFont typeface="Roboto Condensed Light"/>
              <a:buChar char="○"/>
              <a:defRPr/>
            </a:lvl8pPr>
            <a:lvl9pPr indent="-304800" lvl="8" marL="4114800">
              <a:lnSpc>
                <a:spcPct val="115000"/>
              </a:lnSpc>
              <a:spcBef>
                <a:spcPts val="1600"/>
              </a:spcBef>
              <a:spcAft>
                <a:spcPts val="1600"/>
              </a:spcAft>
              <a:buSzPts val="1200"/>
              <a:buFont typeface="Roboto Condensed Light"/>
              <a:buChar char="■"/>
              <a:defRPr/>
            </a:lvl9pPr>
          </a:lstStyle>
          <a:p/>
        </p:txBody>
      </p:sp>
      <p:sp>
        <p:nvSpPr>
          <p:cNvPr id="690" name="Google Shape;690;p64"/>
          <p:cNvSpPr/>
          <p:nvPr/>
        </p:nvSpPr>
        <p:spPr>
          <a:xfrm>
            <a:off x="4523725" y="3162601"/>
            <a:ext cx="5728043" cy="3491380"/>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64"/>
          <p:cNvSpPr/>
          <p:nvPr/>
        </p:nvSpPr>
        <p:spPr>
          <a:xfrm rot="-10492926">
            <a:off x="-1867197" y="3324908"/>
            <a:ext cx="3817099" cy="3985333"/>
          </a:xfrm>
          <a:custGeom>
            <a:rect b="b" l="l" r="r" t="t"/>
            <a:pathLst>
              <a:path extrusionOk="0" h="29882" w="28620">
                <a:moveTo>
                  <a:pt x="9332" y="0"/>
                </a:moveTo>
                <a:cubicBezTo>
                  <a:pt x="8101" y="0"/>
                  <a:pt x="6861" y="562"/>
                  <a:pt x="5978" y="1437"/>
                </a:cubicBezTo>
                <a:cubicBezTo>
                  <a:pt x="5210" y="2195"/>
                  <a:pt x="4693" y="3149"/>
                  <a:pt x="4363" y="4166"/>
                </a:cubicBezTo>
                <a:cubicBezTo>
                  <a:pt x="4042" y="5192"/>
                  <a:pt x="3961" y="6272"/>
                  <a:pt x="3560" y="7280"/>
                </a:cubicBezTo>
                <a:cubicBezTo>
                  <a:pt x="2721" y="9341"/>
                  <a:pt x="750" y="10554"/>
                  <a:pt x="295" y="12829"/>
                </a:cubicBezTo>
                <a:cubicBezTo>
                  <a:pt x="0" y="14310"/>
                  <a:pt x="331" y="15933"/>
                  <a:pt x="1312" y="17084"/>
                </a:cubicBezTo>
                <a:cubicBezTo>
                  <a:pt x="1963" y="17842"/>
                  <a:pt x="2846" y="18360"/>
                  <a:pt x="3783" y="18708"/>
                </a:cubicBezTo>
                <a:cubicBezTo>
                  <a:pt x="4247" y="18877"/>
                  <a:pt x="4720" y="18993"/>
                  <a:pt x="5192" y="19100"/>
                </a:cubicBezTo>
                <a:cubicBezTo>
                  <a:pt x="5549" y="19189"/>
                  <a:pt x="5915" y="19261"/>
                  <a:pt x="6272" y="19350"/>
                </a:cubicBezTo>
                <a:cubicBezTo>
                  <a:pt x="6879" y="19511"/>
                  <a:pt x="7423" y="19957"/>
                  <a:pt x="7878" y="20385"/>
                </a:cubicBezTo>
                <a:cubicBezTo>
                  <a:pt x="8913" y="21339"/>
                  <a:pt x="9671" y="22579"/>
                  <a:pt x="10331" y="23811"/>
                </a:cubicBezTo>
                <a:cubicBezTo>
                  <a:pt x="11009" y="25086"/>
                  <a:pt x="11518" y="26398"/>
                  <a:pt x="12508" y="27468"/>
                </a:cubicBezTo>
                <a:cubicBezTo>
                  <a:pt x="13418" y="28458"/>
                  <a:pt x="14577" y="29217"/>
                  <a:pt x="15871" y="29600"/>
                </a:cubicBezTo>
                <a:cubicBezTo>
                  <a:pt x="16506" y="29788"/>
                  <a:pt x="17169" y="29882"/>
                  <a:pt x="17832" y="29882"/>
                </a:cubicBezTo>
                <a:cubicBezTo>
                  <a:pt x="19368" y="29882"/>
                  <a:pt x="20902" y="29380"/>
                  <a:pt x="22080" y="28396"/>
                </a:cubicBezTo>
                <a:cubicBezTo>
                  <a:pt x="22928" y="27700"/>
                  <a:pt x="23614" y="26665"/>
                  <a:pt x="23498" y="25577"/>
                </a:cubicBezTo>
                <a:cubicBezTo>
                  <a:pt x="23427" y="24836"/>
                  <a:pt x="22990" y="24176"/>
                  <a:pt x="22446" y="23677"/>
                </a:cubicBezTo>
                <a:cubicBezTo>
                  <a:pt x="21732" y="23025"/>
                  <a:pt x="20822" y="22695"/>
                  <a:pt x="20153" y="22000"/>
                </a:cubicBezTo>
                <a:cubicBezTo>
                  <a:pt x="19074" y="20867"/>
                  <a:pt x="18797" y="19038"/>
                  <a:pt x="19502" y="17637"/>
                </a:cubicBezTo>
                <a:cubicBezTo>
                  <a:pt x="20233" y="16192"/>
                  <a:pt x="21625" y="15648"/>
                  <a:pt x="23133" y="15541"/>
                </a:cubicBezTo>
                <a:cubicBezTo>
                  <a:pt x="24623" y="15434"/>
                  <a:pt x="26219" y="14443"/>
                  <a:pt x="27156" y="13302"/>
                </a:cubicBezTo>
                <a:cubicBezTo>
                  <a:pt x="28182" y="12053"/>
                  <a:pt x="28619" y="10277"/>
                  <a:pt x="28075" y="8752"/>
                </a:cubicBezTo>
                <a:cubicBezTo>
                  <a:pt x="27754" y="7851"/>
                  <a:pt x="27058" y="7084"/>
                  <a:pt x="26202" y="6647"/>
                </a:cubicBezTo>
                <a:cubicBezTo>
                  <a:pt x="25635" y="6363"/>
                  <a:pt x="25044" y="6284"/>
                  <a:pt x="24441" y="6284"/>
                </a:cubicBezTo>
                <a:cubicBezTo>
                  <a:pt x="24077" y="6284"/>
                  <a:pt x="23708" y="6313"/>
                  <a:pt x="23338" y="6343"/>
                </a:cubicBezTo>
                <a:cubicBezTo>
                  <a:pt x="22809" y="6381"/>
                  <a:pt x="22275" y="6405"/>
                  <a:pt x="21741" y="6405"/>
                </a:cubicBezTo>
                <a:cubicBezTo>
                  <a:pt x="19781" y="6405"/>
                  <a:pt x="17823" y="6089"/>
                  <a:pt x="16112" y="5023"/>
                </a:cubicBezTo>
                <a:cubicBezTo>
                  <a:pt x="14988" y="4327"/>
                  <a:pt x="14158" y="3274"/>
                  <a:pt x="13293" y="2293"/>
                </a:cubicBezTo>
                <a:cubicBezTo>
                  <a:pt x="12508" y="1401"/>
                  <a:pt x="11607" y="536"/>
                  <a:pt x="10474" y="179"/>
                </a:cubicBezTo>
                <a:cubicBezTo>
                  <a:pt x="10099" y="54"/>
                  <a:pt x="9715" y="0"/>
                  <a:pt x="9332" y="0"/>
                </a:cubicBezTo>
                <a:close/>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2" name="Google Shape;692;p64"/>
          <p:cNvGrpSpPr/>
          <p:nvPr/>
        </p:nvGrpSpPr>
        <p:grpSpPr>
          <a:xfrm>
            <a:off x="-54470" y="2967153"/>
            <a:ext cx="774471" cy="1912390"/>
            <a:chOff x="-54470" y="2967153"/>
            <a:chExt cx="774471" cy="1912390"/>
          </a:xfrm>
        </p:grpSpPr>
        <p:sp>
          <p:nvSpPr>
            <p:cNvPr id="693" name="Google Shape;693;p64"/>
            <p:cNvSpPr/>
            <p:nvPr/>
          </p:nvSpPr>
          <p:spPr>
            <a:xfrm>
              <a:off x="59978" y="421944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64"/>
            <p:cNvSpPr/>
            <p:nvPr/>
          </p:nvSpPr>
          <p:spPr>
            <a:xfrm>
              <a:off x="-54470" y="347431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64"/>
            <p:cNvSpPr/>
            <p:nvPr/>
          </p:nvSpPr>
          <p:spPr>
            <a:xfrm>
              <a:off x="338511" y="296715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64"/>
            <p:cNvSpPr/>
            <p:nvPr/>
          </p:nvSpPr>
          <p:spPr>
            <a:xfrm>
              <a:off x="338511" y="383087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7" name="Google Shape;697;p64"/>
          <p:cNvGrpSpPr/>
          <p:nvPr/>
        </p:nvGrpSpPr>
        <p:grpSpPr>
          <a:xfrm>
            <a:off x="7450103" y="2640103"/>
            <a:ext cx="1597872" cy="2451290"/>
            <a:chOff x="7450103" y="2640103"/>
            <a:chExt cx="1597872" cy="2451290"/>
          </a:xfrm>
        </p:grpSpPr>
        <p:sp>
          <p:nvSpPr>
            <p:cNvPr id="698" name="Google Shape;698;p64"/>
            <p:cNvSpPr/>
            <p:nvPr/>
          </p:nvSpPr>
          <p:spPr>
            <a:xfrm>
              <a:off x="7450103" y="44312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64"/>
            <p:cNvSpPr/>
            <p:nvPr/>
          </p:nvSpPr>
          <p:spPr>
            <a:xfrm>
              <a:off x="8430905" y="425356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64"/>
            <p:cNvSpPr/>
            <p:nvPr/>
          </p:nvSpPr>
          <p:spPr>
            <a:xfrm>
              <a:off x="8478061" y="26401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64"/>
            <p:cNvSpPr/>
            <p:nvPr/>
          </p:nvSpPr>
          <p:spPr>
            <a:xfrm>
              <a:off x="8478061" y="375982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64"/>
            <p:cNvSpPr/>
            <p:nvPr/>
          </p:nvSpPr>
          <p:spPr>
            <a:xfrm>
              <a:off x="8579205" y="33075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703" name="Google Shape;703;p64"/>
          <p:cNvPicPr preferRelativeResize="0"/>
          <p:nvPr/>
        </p:nvPicPr>
        <p:blipFill>
          <a:blip r:embed="rId2">
            <a:alphaModFix/>
          </a:blip>
          <a:stretch>
            <a:fillRect/>
          </a:stretch>
        </p:blipFill>
        <p:spPr>
          <a:xfrm>
            <a:off x="388400" y="405475"/>
            <a:ext cx="1220961" cy="522900"/>
          </a:xfrm>
          <a:prstGeom prst="rect">
            <a:avLst/>
          </a:prstGeom>
          <a:noFill/>
          <a:ln>
            <a:noFill/>
          </a:ln>
        </p:spPr>
      </p:pic>
      <p:grpSp>
        <p:nvGrpSpPr>
          <p:cNvPr id="704" name="Google Shape;704;p64"/>
          <p:cNvGrpSpPr/>
          <p:nvPr/>
        </p:nvGrpSpPr>
        <p:grpSpPr>
          <a:xfrm>
            <a:off x="388400" y="4554000"/>
            <a:ext cx="2236996" cy="400826"/>
            <a:chOff x="388400" y="4554000"/>
            <a:chExt cx="2236996" cy="400826"/>
          </a:xfrm>
        </p:grpSpPr>
        <p:pic>
          <p:nvPicPr>
            <p:cNvPr id="705" name="Google Shape;705;p64"/>
            <p:cNvPicPr preferRelativeResize="0"/>
            <p:nvPr/>
          </p:nvPicPr>
          <p:blipFill rotWithShape="1">
            <a:blip r:embed="rId3">
              <a:alphaModFix/>
            </a:blip>
            <a:srcRect b="32197" l="15494" r="15487" t="32197"/>
            <a:stretch/>
          </p:blipFill>
          <p:spPr>
            <a:xfrm>
              <a:off x="388400" y="4554001"/>
              <a:ext cx="1118505" cy="400825"/>
            </a:xfrm>
            <a:prstGeom prst="rect">
              <a:avLst/>
            </a:prstGeom>
            <a:noFill/>
            <a:ln>
              <a:noFill/>
            </a:ln>
          </p:spPr>
        </p:pic>
        <p:pic>
          <p:nvPicPr>
            <p:cNvPr id="706" name="Google Shape;706;p64"/>
            <p:cNvPicPr preferRelativeResize="0"/>
            <p:nvPr/>
          </p:nvPicPr>
          <p:blipFill rotWithShape="1">
            <a:blip r:embed="rId4">
              <a:alphaModFix/>
            </a:blip>
            <a:srcRect b="-14933" l="-11787" r="-11775" t="-14920"/>
            <a:stretch/>
          </p:blipFill>
          <p:spPr>
            <a:xfrm>
              <a:off x="1506897" y="4554000"/>
              <a:ext cx="1118499" cy="400825"/>
            </a:xfrm>
            <a:prstGeom prst="rect">
              <a:avLst/>
            </a:prstGeom>
            <a:noFill/>
            <a:ln>
              <a:noFill/>
            </a:ln>
          </p:spPr>
        </p:pic>
      </p:gr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07" name="Shape 707"/>
        <p:cNvGrpSpPr/>
        <p:nvPr/>
      </p:nvGrpSpPr>
      <p:grpSpPr>
        <a:xfrm>
          <a:off x="0" y="0"/>
          <a:ext cx="0" cy="0"/>
          <a:chOff x="0" y="0"/>
          <a:chExt cx="0" cy="0"/>
        </a:xfrm>
      </p:grpSpPr>
      <p:sp>
        <p:nvSpPr>
          <p:cNvPr id="708" name="Google Shape;708;p65"/>
          <p:cNvSpPr/>
          <p:nvPr/>
        </p:nvSpPr>
        <p:spPr>
          <a:xfrm>
            <a:off x="5052478" y="3569975"/>
            <a:ext cx="5371040" cy="2068243"/>
          </a:xfrm>
          <a:custGeom>
            <a:rect b="b" l="l" r="r" t="t"/>
            <a:pathLst>
              <a:path extrusionOk="0" h="10483" w="22438">
                <a:moveTo>
                  <a:pt x="18307" y="1053"/>
                </a:moveTo>
                <a:cubicBezTo>
                  <a:pt x="17174" y="1740"/>
                  <a:pt x="16505" y="2560"/>
                  <a:pt x="15773" y="3640"/>
                </a:cubicBezTo>
                <a:lnTo>
                  <a:pt x="15773" y="3640"/>
                </a:lnTo>
                <a:cubicBezTo>
                  <a:pt x="15149" y="4550"/>
                  <a:pt x="14658" y="5593"/>
                  <a:pt x="13668" y="6164"/>
                </a:cubicBezTo>
                <a:lnTo>
                  <a:pt x="13668" y="6164"/>
                </a:lnTo>
                <a:cubicBezTo>
                  <a:pt x="12606" y="6762"/>
                  <a:pt x="11009" y="6896"/>
                  <a:pt x="9823" y="6539"/>
                </a:cubicBezTo>
                <a:lnTo>
                  <a:pt x="9823" y="6539"/>
                </a:lnTo>
                <a:cubicBezTo>
                  <a:pt x="8565" y="6156"/>
                  <a:pt x="7049" y="5906"/>
                  <a:pt x="5791" y="6477"/>
                </a:cubicBezTo>
                <a:lnTo>
                  <a:pt x="5791" y="6477"/>
                </a:lnTo>
                <a:cubicBezTo>
                  <a:pt x="4497" y="7057"/>
                  <a:pt x="3293" y="7931"/>
                  <a:pt x="2151" y="8752"/>
                </a:cubicBezTo>
                <a:lnTo>
                  <a:pt x="2151" y="8752"/>
                </a:lnTo>
                <a:cubicBezTo>
                  <a:pt x="1410" y="9296"/>
                  <a:pt x="670" y="9858"/>
                  <a:pt x="1" y="10482"/>
                </a:cubicBezTo>
                <a:lnTo>
                  <a:pt x="1" y="10482"/>
                </a:lnTo>
                <a:lnTo>
                  <a:pt x="22393" y="10482"/>
                </a:lnTo>
                <a:lnTo>
                  <a:pt x="22437" y="98"/>
                </a:lnTo>
                <a:cubicBezTo>
                  <a:pt x="22179" y="27"/>
                  <a:pt x="21902" y="0"/>
                  <a:pt x="21617" y="0"/>
                </a:cubicBezTo>
                <a:lnTo>
                  <a:pt x="21617" y="0"/>
                </a:lnTo>
                <a:cubicBezTo>
                  <a:pt x="20466" y="0"/>
                  <a:pt x="19208" y="517"/>
                  <a:pt x="18307" y="1053"/>
                </a:cubicBezTo>
                <a:close/>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65"/>
          <p:cNvSpPr/>
          <p:nvPr/>
        </p:nvSpPr>
        <p:spPr>
          <a:xfrm rot="10644777">
            <a:off x="-1048849" y="-1303280"/>
            <a:ext cx="4634055" cy="2824556"/>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10" name="Google Shape;710;p65"/>
          <p:cNvGrpSpPr/>
          <p:nvPr/>
        </p:nvGrpSpPr>
        <p:grpSpPr>
          <a:xfrm>
            <a:off x="-62147" y="4"/>
            <a:ext cx="1648457" cy="1491382"/>
            <a:chOff x="-62147" y="4"/>
            <a:chExt cx="1648457" cy="1491382"/>
          </a:xfrm>
        </p:grpSpPr>
        <p:sp>
          <p:nvSpPr>
            <p:cNvPr id="711" name="Google Shape;711;p65"/>
            <p:cNvSpPr/>
            <p:nvPr/>
          </p:nvSpPr>
          <p:spPr>
            <a:xfrm>
              <a:off x="187398" y="83602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65"/>
            <p:cNvSpPr/>
            <p:nvPr/>
          </p:nvSpPr>
          <p:spPr>
            <a:xfrm>
              <a:off x="53072" y="1253015"/>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65"/>
            <p:cNvSpPr/>
            <p:nvPr/>
          </p:nvSpPr>
          <p:spPr>
            <a:xfrm>
              <a:off x="1259298" y="6702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65"/>
            <p:cNvSpPr/>
            <p:nvPr/>
          </p:nvSpPr>
          <p:spPr>
            <a:xfrm>
              <a:off x="-62147" y="4"/>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5" name="Google Shape;715;p65"/>
          <p:cNvGrpSpPr/>
          <p:nvPr/>
        </p:nvGrpSpPr>
        <p:grpSpPr>
          <a:xfrm>
            <a:off x="6635180" y="3519093"/>
            <a:ext cx="2455746" cy="1624395"/>
            <a:chOff x="6635180" y="3519093"/>
            <a:chExt cx="2455746" cy="1624395"/>
          </a:xfrm>
        </p:grpSpPr>
        <p:sp>
          <p:nvSpPr>
            <p:cNvPr id="716" name="Google Shape;716;p65"/>
            <p:cNvSpPr/>
            <p:nvPr/>
          </p:nvSpPr>
          <p:spPr>
            <a:xfrm>
              <a:off x="8430903" y="39439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65"/>
            <p:cNvSpPr/>
            <p:nvPr/>
          </p:nvSpPr>
          <p:spPr>
            <a:xfrm>
              <a:off x="8622155" y="35190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65"/>
            <p:cNvSpPr/>
            <p:nvPr/>
          </p:nvSpPr>
          <p:spPr>
            <a:xfrm>
              <a:off x="6635180" y="46746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65"/>
            <p:cNvSpPr/>
            <p:nvPr/>
          </p:nvSpPr>
          <p:spPr>
            <a:xfrm>
              <a:off x="8185647" y="4789915"/>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0" name="Google Shape;720;p65"/>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21" name="Google Shape;721;p65"/>
          <p:cNvSpPr txBox="1"/>
          <p:nvPr>
            <p:ph idx="1" type="subTitle"/>
          </p:nvPr>
        </p:nvSpPr>
        <p:spPr>
          <a:xfrm>
            <a:off x="5041779" y="2992900"/>
            <a:ext cx="3098400" cy="1312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2800"/>
              <a:buNone/>
              <a:defRPr b="0">
                <a:solidFill>
                  <a:schemeClr val="dk1"/>
                </a:solidFill>
              </a:defRPr>
            </a:lvl1pPr>
            <a:lvl2pPr lvl="1" algn="ctr">
              <a:lnSpc>
                <a:spcPct val="100000"/>
              </a:lnSpc>
              <a:spcBef>
                <a:spcPts val="0"/>
              </a:spcBef>
              <a:spcAft>
                <a:spcPts val="0"/>
              </a:spcAft>
              <a:buClr>
                <a:schemeClr val="dk1"/>
              </a:buClr>
              <a:buSzPts val="2800"/>
              <a:buNone/>
              <a:defRPr sz="2800">
                <a:solidFill>
                  <a:schemeClr val="dk1"/>
                </a:solidFill>
              </a:defRPr>
            </a:lvl2pPr>
            <a:lvl3pPr lvl="2" algn="ctr">
              <a:lnSpc>
                <a:spcPct val="100000"/>
              </a:lnSpc>
              <a:spcBef>
                <a:spcPts val="0"/>
              </a:spcBef>
              <a:spcAft>
                <a:spcPts val="0"/>
              </a:spcAft>
              <a:buClr>
                <a:schemeClr val="dk1"/>
              </a:buClr>
              <a:buSzPts val="2800"/>
              <a:buNone/>
              <a:defRPr sz="2800">
                <a:solidFill>
                  <a:schemeClr val="dk1"/>
                </a:solidFill>
              </a:defRPr>
            </a:lvl3pPr>
            <a:lvl4pPr lvl="3" algn="ctr">
              <a:lnSpc>
                <a:spcPct val="100000"/>
              </a:lnSpc>
              <a:spcBef>
                <a:spcPts val="0"/>
              </a:spcBef>
              <a:spcAft>
                <a:spcPts val="0"/>
              </a:spcAft>
              <a:buClr>
                <a:schemeClr val="dk1"/>
              </a:buClr>
              <a:buSzPts val="2800"/>
              <a:buNone/>
              <a:defRPr sz="2800">
                <a:solidFill>
                  <a:schemeClr val="dk1"/>
                </a:solidFill>
              </a:defRPr>
            </a:lvl4pPr>
            <a:lvl5pPr lvl="4" algn="ctr">
              <a:lnSpc>
                <a:spcPct val="100000"/>
              </a:lnSpc>
              <a:spcBef>
                <a:spcPts val="0"/>
              </a:spcBef>
              <a:spcAft>
                <a:spcPts val="0"/>
              </a:spcAft>
              <a:buClr>
                <a:schemeClr val="dk1"/>
              </a:buClr>
              <a:buSzPts val="2800"/>
              <a:buNone/>
              <a:defRPr sz="2800">
                <a:solidFill>
                  <a:schemeClr val="dk1"/>
                </a:solidFill>
              </a:defRPr>
            </a:lvl5pPr>
            <a:lvl6pPr lvl="5" algn="ctr">
              <a:lnSpc>
                <a:spcPct val="100000"/>
              </a:lnSpc>
              <a:spcBef>
                <a:spcPts val="0"/>
              </a:spcBef>
              <a:spcAft>
                <a:spcPts val="0"/>
              </a:spcAft>
              <a:buClr>
                <a:schemeClr val="dk1"/>
              </a:buClr>
              <a:buSzPts val="2800"/>
              <a:buNone/>
              <a:defRPr sz="2800">
                <a:solidFill>
                  <a:schemeClr val="dk1"/>
                </a:solidFill>
              </a:defRPr>
            </a:lvl6pPr>
            <a:lvl7pPr lvl="6" algn="ctr">
              <a:lnSpc>
                <a:spcPct val="100000"/>
              </a:lnSpc>
              <a:spcBef>
                <a:spcPts val="0"/>
              </a:spcBef>
              <a:spcAft>
                <a:spcPts val="0"/>
              </a:spcAft>
              <a:buClr>
                <a:schemeClr val="dk1"/>
              </a:buClr>
              <a:buSzPts val="2800"/>
              <a:buNone/>
              <a:defRPr sz="2800">
                <a:solidFill>
                  <a:schemeClr val="dk1"/>
                </a:solidFill>
              </a:defRPr>
            </a:lvl7pPr>
            <a:lvl8pPr lvl="7" algn="ctr">
              <a:lnSpc>
                <a:spcPct val="100000"/>
              </a:lnSpc>
              <a:spcBef>
                <a:spcPts val="0"/>
              </a:spcBef>
              <a:spcAft>
                <a:spcPts val="0"/>
              </a:spcAft>
              <a:buClr>
                <a:schemeClr val="dk1"/>
              </a:buClr>
              <a:buSzPts val="2800"/>
              <a:buNone/>
              <a:defRPr sz="2800">
                <a:solidFill>
                  <a:schemeClr val="dk1"/>
                </a:solidFill>
              </a:defRPr>
            </a:lvl8pPr>
            <a:lvl9pPr lvl="8" algn="ctr">
              <a:lnSpc>
                <a:spcPct val="100000"/>
              </a:lnSpc>
              <a:spcBef>
                <a:spcPts val="0"/>
              </a:spcBef>
              <a:spcAft>
                <a:spcPts val="0"/>
              </a:spcAft>
              <a:buClr>
                <a:schemeClr val="dk1"/>
              </a:buClr>
              <a:buSzPts val="2800"/>
              <a:buNone/>
              <a:defRPr sz="2800">
                <a:solidFill>
                  <a:schemeClr val="dk1"/>
                </a:solidFill>
              </a:defRPr>
            </a:lvl9pPr>
          </a:lstStyle>
          <a:p/>
        </p:txBody>
      </p:sp>
      <p:sp>
        <p:nvSpPr>
          <p:cNvPr id="722" name="Google Shape;722;p65"/>
          <p:cNvSpPr txBox="1"/>
          <p:nvPr>
            <p:ph idx="2" type="subTitle"/>
          </p:nvPr>
        </p:nvSpPr>
        <p:spPr>
          <a:xfrm>
            <a:off x="1003675" y="2992900"/>
            <a:ext cx="3098400" cy="1312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2800"/>
              <a:buNone/>
              <a:defRPr b="0">
                <a:solidFill>
                  <a:schemeClr val="dk1"/>
                </a:solidFill>
              </a:defRPr>
            </a:lvl1pPr>
            <a:lvl2pPr lvl="1" algn="ctr">
              <a:lnSpc>
                <a:spcPct val="100000"/>
              </a:lnSpc>
              <a:spcBef>
                <a:spcPts val="0"/>
              </a:spcBef>
              <a:spcAft>
                <a:spcPts val="0"/>
              </a:spcAft>
              <a:buClr>
                <a:schemeClr val="dk1"/>
              </a:buClr>
              <a:buSzPts val="2800"/>
              <a:buNone/>
              <a:defRPr sz="2800">
                <a:solidFill>
                  <a:schemeClr val="dk1"/>
                </a:solidFill>
              </a:defRPr>
            </a:lvl2pPr>
            <a:lvl3pPr lvl="2" algn="ctr">
              <a:lnSpc>
                <a:spcPct val="100000"/>
              </a:lnSpc>
              <a:spcBef>
                <a:spcPts val="0"/>
              </a:spcBef>
              <a:spcAft>
                <a:spcPts val="0"/>
              </a:spcAft>
              <a:buClr>
                <a:schemeClr val="dk1"/>
              </a:buClr>
              <a:buSzPts val="2800"/>
              <a:buNone/>
              <a:defRPr sz="2800">
                <a:solidFill>
                  <a:schemeClr val="dk1"/>
                </a:solidFill>
              </a:defRPr>
            </a:lvl3pPr>
            <a:lvl4pPr lvl="3" algn="ctr">
              <a:lnSpc>
                <a:spcPct val="100000"/>
              </a:lnSpc>
              <a:spcBef>
                <a:spcPts val="0"/>
              </a:spcBef>
              <a:spcAft>
                <a:spcPts val="0"/>
              </a:spcAft>
              <a:buClr>
                <a:schemeClr val="dk1"/>
              </a:buClr>
              <a:buSzPts val="2800"/>
              <a:buNone/>
              <a:defRPr sz="2800">
                <a:solidFill>
                  <a:schemeClr val="dk1"/>
                </a:solidFill>
              </a:defRPr>
            </a:lvl4pPr>
            <a:lvl5pPr lvl="4" algn="ctr">
              <a:lnSpc>
                <a:spcPct val="100000"/>
              </a:lnSpc>
              <a:spcBef>
                <a:spcPts val="0"/>
              </a:spcBef>
              <a:spcAft>
                <a:spcPts val="0"/>
              </a:spcAft>
              <a:buClr>
                <a:schemeClr val="dk1"/>
              </a:buClr>
              <a:buSzPts val="2800"/>
              <a:buNone/>
              <a:defRPr sz="2800">
                <a:solidFill>
                  <a:schemeClr val="dk1"/>
                </a:solidFill>
              </a:defRPr>
            </a:lvl5pPr>
            <a:lvl6pPr lvl="5" algn="ctr">
              <a:lnSpc>
                <a:spcPct val="100000"/>
              </a:lnSpc>
              <a:spcBef>
                <a:spcPts val="0"/>
              </a:spcBef>
              <a:spcAft>
                <a:spcPts val="0"/>
              </a:spcAft>
              <a:buClr>
                <a:schemeClr val="dk1"/>
              </a:buClr>
              <a:buSzPts val="2800"/>
              <a:buNone/>
              <a:defRPr sz="2800">
                <a:solidFill>
                  <a:schemeClr val="dk1"/>
                </a:solidFill>
              </a:defRPr>
            </a:lvl6pPr>
            <a:lvl7pPr lvl="6" algn="ctr">
              <a:lnSpc>
                <a:spcPct val="100000"/>
              </a:lnSpc>
              <a:spcBef>
                <a:spcPts val="0"/>
              </a:spcBef>
              <a:spcAft>
                <a:spcPts val="0"/>
              </a:spcAft>
              <a:buClr>
                <a:schemeClr val="dk1"/>
              </a:buClr>
              <a:buSzPts val="2800"/>
              <a:buNone/>
              <a:defRPr sz="2800">
                <a:solidFill>
                  <a:schemeClr val="dk1"/>
                </a:solidFill>
              </a:defRPr>
            </a:lvl7pPr>
            <a:lvl8pPr lvl="7" algn="ctr">
              <a:lnSpc>
                <a:spcPct val="100000"/>
              </a:lnSpc>
              <a:spcBef>
                <a:spcPts val="0"/>
              </a:spcBef>
              <a:spcAft>
                <a:spcPts val="0"/>
              </a:spcAft>
              <a:buClr>
                <a:schemeClr val="dk1"/>
              </a:buClr>
              <a:buSzPts val="2800"/>
              <a:buNone/>
              <a:defRPr sz="2800">
                <a:solidFill>
                  <a:schemeClr val="dk1"/>
                </a:solidFill>
              </a:defRPr>
            </a:lvl8pPr>
            <a:lvl9pPr lvl="8" algn="ctr">
              <a:lnSpc>
                <a:spcPct val="100000"/>
              </a:lnSpc>
              <a:spcBef>
                <a:spcPts val="0"/>
              </a:spcBef>
              <a:spcAft>
                <a:spcPts val="0"/>
              </a:spcAft>
              <a:buClr>
                <a:schemeClr val="dk1"/>
              </a:buClr>
              <a:buSzPts val="2800"/>
              <a:buNone/>
              <a:defRPr sz="2800">
                <a:solidFill>
                  <a:schemeClr val="dk1"/>
                </a:solidFill>
              </a:defRPr>
            </a:lvl9pPr>
          </a:lstStyle>
          <a:p/>
        </p:txBody>
      </p:sp>
      <p:sp>
        <p:nvSpPr>
          <p:cNvPr id="723" name="Google Shape;723;p65"/>
          <p:cNvSpPr txBox="1"/>
          <p:nvPr>
            <p:ph idx="3" type="subTitle"/>
          </p:nvPr>
        </p:nvSpPr>
        <p:spPr>
          <a:xfrm>
            <a:off x="1003675" y="2674275"/>
            <a:ext cx="3098400" cy="4062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Trispace"/>
              <a:buNone/>
              <a:defRPr sz="2000">
                <a:solidFill>
                  <a:schemeClr val="dk1"/>
                </a:solidFill>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724" name="Google Shape;724;p65"/>
          <p:cNvSpPr txBox="1"/>
          <p:nvPr>
            <p:ph idx="4" type="subTitle"/>
          </p:nvPr>
        </p:nvSpPr>
        <p:spPr>
          <a:xfrm>
            <a:off x="5041786" y="2674275"/>
            <a:ext cx="3098400" cy="4062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Trispace"/>
              <a:buNone/>
              <a:defRPr sz="2000">
                <a:solidFill>
                  <a:schemeClr val="dk1"/>
                </a:solidFill>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5" name="Shape 725"/>
        <p:cNvGrpSpPr/>
        <p:nvPr/>
      </p:nvGrpSpPr>
      <p:grpSpPr>
        <a:xfrm>
          <a:off x="0" y="0"/>
          <a:ext cx="0" cy="0"/>
          <a:chOff x="0" y="0"/>
          <a:chExt cx="0" cy="0"/>
        </a:xfrm>
      </p:grpSpPr>
      <p:sp>
        <p:nvSpPr>
          <p:cNvPr id="726" name="Google Shape;726;p66"/>
          <p:cNvSpPr/>
          <p:nvPr/>
        </p:nvSpPr>
        <p:spPr>
          <a:xfrm rot="-6125281">
            <a:off x="6780953" y="-507545"/>
            <a:ext cx="4634067" cy="2824557"/>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66"/>
          <p:cNvSpPr/>
          <p:nvPr/>
        </p:nvSpPr>
        <p:spPr>
          <a:xfrm flipH="1">
            <a:off x="-1192290" y="3569975"/>
            <a:ext cx="5029983" cy="2068243"/>
          </a:xfrm>
          <a:custGeom>
            <a:rect b="b" l="l" r="r" t="t"/>
            <a:pathLst>
              <a:path extrusionOk="0" h="10483" w="22438">
                <a:moveTo>
                  <a:pt x="18307" y="1053"/>
                </a:moveTo>
                <a:cubicBezTo>
                  <a:pt x="17174" y="1740"/>
                  <a:pt x="16505" y="2560"/>
                  <a:pt x="15773" y="3640"/>
                </a:cubicBezTo>
                <a:lnTo>
                  <a:pt x="15773" y="3640"/>
                </a:lnTo>
                <a:cubicBezTo>
                  <a:pt x="15149" y="4550"/>
                  <a:pt x="14658" y="5593"/>
                  <a:pt x="13668" y="6164"/>
                </a:cubicBezTo>
                <a:lnTo>
                  <a:pt x="13668" y="6164"/>
                </a:lnTo>
                <a:cubicBezTo>
                  <a:pt x="12606" y="6762"/>
                  <a:pt x="11009" y="6896"/>
                  <a:pt x="9823" y="6539"/>
                </a:cubicBezTo>
                <a:lnTo>
                  <a:pt x="9823" y="6539"/>
                </a:lnTo>
                <a:cubicBezTo>
                  <a:pt x="8565" y="6156"/>
                  <a:pt x="7049" y="5906"/>
                  <a:pt x="5791" y="6477"/>
                </a:cubicBezTo>
                <a:lnTo>
                  <a:pt x="5791" y="6477"/>
                </a:lnTo>
                <a:cubicBezTo>
                  <a:pt x="4497" y="7057"/>
                  <a:pt x="3293" y="7931"/>
                  <a:pt x="2151" y="8752"/>
                </a:cubicBezTo>
                <a:lnTo>
                  <a:pt x="2151" y="8752"/>
                </a:lnTo>
                <a:cubicBezTo>
                  <a:pt x="1410" y="9296"/>
                  <a:pt x="670" y="9858"/>
                  <a:pt x="1" y="10482"/>
                </a:cubicBezTo>
                <a:lnTo>
                  <a:pt x="1" y="10482"/>
                </a:lnTo>
                <a:lnTo>
                  <a:pt x="22393" y="10482"/>
                </a:lnTo>
                <a:lnTo>
                  <a:pt x="22437" y="98"/>
                </a:lnTo>
                <a:cubicBezTo>
                  <a:pt x="22179" y="27"/>
                  <a:pt x="21902" y="0"/>
                  <a:pt x="21617" y="0"/>
                </a:cubicBezTo>
                <a:lnTo>
                  <a:pt x="21617" y="0"/>
                </a:lnTo>
                <a:cubicBezTo>
                  <a:pt x="20466" y="0"/>
                  <a:pt x="19208" y="517"/>
                  <a:pt x="18307" y="1053"/>
                </a:cubicBezTo>
                <a:close/>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8" name="Google Shape;728;p66"/>
          <p:cNvGrpSpPr/>
          <p:nvPr/>
        </p:nvGrpSpPr>
        <p:grpSpPr>
          <a:xfrm>
            <a:off x="53078" y="3519092"/>
            <a:ext cx="666922" cy="1553796"/>
            <a:chOff x="53078" y="3519092"/>
            <a:chExt cx="666922" cy="1553796"/>
          </a:xfrm>
        </p:grpSpPr>
        <p:sp>
          <p:nvSpPr>
            <p:cNvPr id="729" name="Google Shape;729;p66"/>
            <p:cNvSpPr/>
            <p:nvPr/>
          </p:nvSpPr>
          <p:spPr>
            <a:xfrm>
              <a:off x="53078" y="35190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66"/>
            <p:cNvSpPr/>
            <p:nvPr/>
          </p:nvSpPr>
          <p:spPr>
            <a:xfrm>
              <a:off x="251230" y="46040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66"/>
            <p:cNvSpPr/>
            <p:nvPr/>
          </p:nvSpPr>
          <p:spPr>
            <a:xfrm>
              <a:off x="148697" y="4326490"/>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FFFFFF">
                    <a:alpha val="50196"/>
                  </a:srgbClr>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2" name="Google Shape;732;p66"/>
          <p:cNvGrpSpPr/>
          <p:nvPr/>
        </p:nvGrpSpPr>
        <p:grpSpPr>
          <a:xfrm>
            <a:off x="7618822" y="111365"/>
            <a:ext cx="1576005" cy="1123414"/>
            <a:chOff x="7618822" y="111365"/>
            <a:chExt cx="1576005" cy="1123414"/>
          </a:xfrm>
        </p:grpSpPr>
        <p:sp>
          <p:nvSpPr>
            <p:cNvPr id="733" name="Google Shape;733;p66"/>
            <p:cNvSpPr/>
            <p:nvPr/>
          </p:nvSpPr>
          <p:spPr>
            <a:xfrm>
              <a:off x="8267398" y="11137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66"/>
            <p:cNvSpPr/>
            <p:nvPr/>
          </p:nvSpPr>
          <p:spPr>
            <a:xfrm>
              <a:off x="8534803" y="574679"/>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66"/>
            <p:cNvSpPr/>
            <p:nvPr/>
          </p:nvSpPr>
          <p:spPr>
            <a:xfrm>
              <a:off x="7618822" y="111365"/>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FFFFFF">
                    <a:alpha val="50196"/>
                  </a:srgbClr>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6" name="Google Shape;736;p66"/>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7" name="Shape 737"/>
        <p:cNvGrpSpPr/>
        <p:nvPr/>
      </p:nvGrpSpPr>
      <p:grpSpPr>
        <a:xfrm>
          <a:off x="0" y="0"/>
          <a:ext cx="0" cy="0"/>
          <a:chOff x="0" y="0"/>
          <a:chExt cx="0" cy="0"/>
        </a:xfrm>
      </p:grpSpPr>
      <p:sp>
        <p:nvSpPr>
          <p:cNvPr id="738" name="Google Shape;738;p67"/>
          <p:cNvSpPr/>
          <p:nvPr/>
        </p:nvSpPr>
        <p:spPr>
          <a:xfrm>
            <a:off x="4182350" y="2075876"/>
            <a:ext cx="5728043" cy="3491380"/>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67"/>
          <p:cNvSpPr/>
          <p:nvPr/>
        </p:nvSpPr>
        <p:spPr>
          <a:xfrm>
            <a:off x="5816848" y="3347141"/>
            <a:ext cx="4013990" cy="1875356"/>
          </a:xfrm>
          <a:custGeom>
            <a:rect b="b" l="l" r="r" t="t"/>
            <a:pathLst>
              <a:path extrusionOk="0" h="10483" w="22438">
                <a:moveTo>
                  <a:pt x="18307" y="1053"/>
                </a:moveTo>
                <a:cubicBezTo>
                  <a:pt x="17174" y="1740"/>
                  <a:pt x="16505" y="2560"/>
                  <a:pt x="15773" y="3640"/>
                </a:cubicBezTo>
                <a:lnTo>
                  <a:pt x="15773" y="3640"/>
                </a:lnTo>
                <a:cubicBezTo>
                  <a:pt x="15149" y="4550"/>
                  <a:pt x="14658" y="5593"/>
                  <a:pt x="13668" y="6164"/>
                </a:cubicBezTo>
                <a:lnTo>
                  <a:pt x="13668" y="6164"/>
                </a:lnTo>
                <a:cubicBezTo>
                  <a:pt x="12606" y="6762"/>
                  <a:pt x="11009" y="6896"/>
                  <a:pt x="9823" y="6539"/>
                </a:cubicBezTo>
                <a:lnTo>
                  <a:pt x="9823" y="6539"/>
                </a:lnTo>
                <a:cubicBezTo>
                  <a:pt x="8565" y="6156"/>
                  <a:pt x="7049" y="5906"/>
                  <a:pt x="5791" y="6477"/>
                </a:cubicBezTo>
                <a:lnTo>
                  <a:pt x="5791" y="6477"/>
                </a:lnTo>
                <a:cubicBezTo>
                  <a:pt x="4497" y="7057"/>
                  <a:pt x="3293" y="7931"/>
                  <a:pt x="2151" y="8752"/>
                </a:cubicBezTo>
                <a:lnTo>
                  <a:pt x="2151" y="8752"/>
                </a:lnTo>
                <a:cubicBezTo>
                  <a:pt x="1410" y="9296"/>
                  <a:pt x="670" y="9858"/>
                  <a:pt x="1" y="10482"/>
                </a:cubicBezTo>
                <a:lnTo>
                  <a:pt x="1" y="10482"/>
                </a:lnTo>
                <a:lnTo>
                  <a:pt x="22393" y="10482"/>
                </a:lnTo>
                <a:lnTo>
                  <a:pt x="22437" y="98"/>
                </a:lnTo>
                <a:cubicBezTo>
                  <a:pt x="22179" y="27"/>
                  <a:pt x="21902" y="0"/>
                  <a:pt x="21617" y="0"/>
                </a:cubicBezTo>
                <a:lnTo>
                  <a:pt x="21617" y="0"/>
                </a:lnTo>
                <a:cubicBezTo>
                  <a:pt x="20466" y="0"/>
                  <a:pt x="19208" y="517"/>
                  <a:pt x="18307" y="1053"/>
                </a:cubicBezTo>
                <a:close/>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67"/>
          <p:cNvSpPr/>
          <p:nvPr/>
        </p:nvSpPr>
        <p:spPr>
          <a:xfrm rot="-9720741">
            <a:off x="-717073" y="-1675999"/>
            <a:ext cx="5728060" cy="3491392"/>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1" name="Google Shape;741;p67"/>
          <p:cNvGrpSpPr/>
          <p:nvPr/>
        </p:nvGrpSpPr>
        <p:grpSpPr>
          <a:xfrm>
            <a:off x="531953" y="54192"/>
            <a:ext cx="2525032" cy="660100"/>
            <a:chOff x="531953" y="54192"/>
            <a:chExt cx="2525032" cy="660100"/>
          </a:xfrm>
        </p:grpSpPr>
        <p:sp>
          <p:nvSpPr>
            <p:cNvPr id="742" name="Google Shape;742;p67"/>
            <p:cNvSpPr/>
            <p:nvPr/>
          </p:nvSpPr>
          <p:spPr>
            <a:xfrm>
              <a:off x="531953" y="541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67"/>
            <p:cNvSpPr/>
            <p:nvPr/>
          </p:nvSpPr>
          <p:spPr>
            <a:xfrm>
              <a:off x="2311280" y="2454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67"/>
            <p:cNvSpPr/>
            <p:nvPr/>
          </p:nvSpPr>
          <p:spPr>
            <a:xfrm>
              <a:off x="1841797" y="164290"/>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FFFFFF">
                    <a:alpha val="50196"/>
                  </a:srgbClr>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67"/>
            <p:cNvSpPr/>
            <p:nvPr/>
          </p:nvSpPr>
          <p:spPr>
            <a:xfrm>
              <a:off x="2729973" y="542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6" name="Google Shape;746;p67"/>
          <p:cNvSpPr txBox="1"/>
          <p:nvPr>
            <p:ph idx="1" type="body"/>
          </p:nvPr>
        </p:nvSpPr>
        <p:spPr>
          <a:xfrm>
            <a:off x="713100" y="1850100"/>
            <a:ext cx="5135400" cy="20487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Char char="●"/>
              <a:defRPr/>
            </a:lvl1pPr>
            <a:lvl2pPr indent="-304800" lvl="1" marL="914400">
              <a:lnSpc>
                <a:spcPct val="115000"/>
              </a:lnSpc>
              <a:spcBef>
                <a:spcPts val="0"/>
              </a:spcBef>
              <a:spcAft>
                <a:spcPts val="0"/>
              </a:spcAft>
              <a:buSzPts val="1200"/>
              <a:buChar char="○"/>
              <a:defRPr/>
            </a:lvl2pPr>
            <a:lvl3pPr indent="-304800" lvl="2" marL="1371600">
              <a:lnSpc>
                <a:spcPct val="115000"/>
              </a:lnSpc>
              <a:spcBef>
                <a:spcPts val="1600"/>
              </a:spcBef>
              <a:spcAft>
                <a:spcPts val="0"/>
              </a:spcAft>
              <a:buSzPts val="1200"/>
              <a:buChar char="■"/>
              <a:defRPr/>
            </a:lvl3pPr>
            <a:lvl4pPr indent="-304800" lvl="3" marL="1828800">
              <a:lnSpc>
                <a:spcPct val="115000"/>
              </a:lnSpc>
              <a:spcBef>
                <a:spcPts val="1600"/>
              </a:spcBef>
              <a:spcAft>
                <a:spcPts val="0"/>
              </a:spcAft>
              <a:buSzPts val="1200"/>
              <a:buChar char="●"/>
              <a:defRPr/>
            </a:lvl4pPr>
            <a:lvl5pPr indent="-304800" lvl="4" marL="2286000">
              <a:lnSpc>
                <a:spcPct val="115000"/>
              </a:lnSpc>
              <a:spcBef>
                <a:spcPts val="1600"/>
              </a:spcBef>
              <a:spcAft>
                <a:spcPts val="0"/>
              </a:spcAft>
              <a:buSzPts val="1200"/>
              <a:buChar char="○"/>
              <a:defRPr/>
            </a:lvl5pPr>
            <a:lvl6pPr indent="-304800" lvl="5" marL="2743200">
              <a:lnSpc>
                <a:spcPct val="115000"/>
              </a:lnSpc>
              <a:spcBef>
                <a:spcPts val="1600"/>
              </a:spcBef>
              <a:spcAft>
                <a:spcPts val="0"/>
              </a:spcAft>
              <a:buSzPts val="1200"/>
              <a:buChar char="■"/>
              <a:defRPr/>
            </a:lvl6pPr>
            <a:lvl7pPr indent="-304800" lvl="6" marL="3200400">
              <a:lnSpc>
                <a:spcPct val="115000"/>
              </a:lnSpc>
              <a:spcBef>
                <a:spcPts val="1600"/>
              </a:spcBef>
              <a:spcAft>
                <a:spcPts val="0"/>
              </a:spcAft>
              <a:buSzPts val="1200"/>
              <a:buChar char="●"/>
              <a:defRPr/>
            </a:lvl7pPr>
            <a:lvl8pPr indent="-304800" lvl="7" marL="3657600">
              <a:lnSpc>
                <a:spcPct val="115000"/>
              </a:lnSpc>
              <a:spcBef>
                <a:spcPts val="1600"/>
              </a:spcBef>
              <a:spcAft>
                <a:spcPts val="0"/>
              </a:spcAft>
              <a:buSzPts val="1200"/>
              <a:buChar char="○"/>
              <a:defRPr/>
            </a:lvl8pPr>
            <a:lvl9pPr indent="-304800" lvl="8" marL="4114800">
              <a:lnSpc>
                <a:spcPct val="115000"/>
              </a:lnSpc>
              <a:spcBef>
                <a:spcPts val="1600"/>
              </a:spcBef>
              <a:spcAft>
                <a:spcPts val="1600"/>
              </a:spcAft>
              <a:buSzPts val="1200"/>
              <a:buChar char="■"/>
              <a:defRPr/>
            </a:lvl9pPr>
          </a:lstStyle>
          <a:p/>
        </p:txBody>
      </p:sp>
      <p:sp>
        <p:nvSpPr>
          <p:cNvPr id="747" name="Google Shape;747;p67"/>
          <p:cNvSpPr txBox="1"/>
          <p:nvPr>
            <p:ph type="title"/>
          </p:nvPr>
        </p:nvSpPr>
        <p:spPr>
          <a:xfrm>
            <a:off x="713100" y="1244700"/>
            <a:ext cx="5135400" cy="605400"/>
          </a:xfrm>
          <a:prstGeom prst="rect">
            <a:avLst/>
          </a:prstGeom>
        </p:spPr>
        <p:txBody>
          <a:bodyPr anchorCtr="0" anchor="b"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48" name="Shape 748"/>
        <p:cNvGrpSpPr/>
        <p:nvPr/>
      </p:nvGrpSpPr>
      <p:grpSpPr>
        <a:xfrm>
          <a:off x="0" y="0"/>
          <a:ext cx="0" cy="0"/>
          <a:chOff x="0" y="0"/>
          <a:chExt cx="0" cy="0"/>
        </a:xfrm>
      </p:grpSpPr>
      <p:sp>
        <p:nvSpPr>
          <p:cNvPr id="749" name="Google Shape;749;p68"/>
          <p:cNvSpPr/>
          <p:nvPr/>
        </p:nvSpPr>
        <p:spPr>
          <a:xfrm rot="-6419074">
            <a:off x="4830466" y="-402088"/>
            <a:ext cx="7138425" cy="3491376"/>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68"/>
          <p:cNvSpPr/>
          <p:nvPr/>
        </p:nvSpPr>
        <p:spPr>
          <a:xfrm rot="5868956">
            <a:off x="-2972528" y="1025449"/>
            <a:ext cx="7138386" cy="3491394"/>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1" name="Google Shape;751;p68"/>
          <p:cNvGrpSpPr/>
          <p:nvPr/>
        </p:nvGrpSpPr>
        <p:grpSpPr>
          <a:xfrm>
            <a:off x="8030823" y="254364"/>
            <a:ext cx="1324311" cy="1655928"/>
            <a:chOff x="8030823" y="254364"/>
            <a:chExt cx="1324311" cy="1655928"/>
          </a:xfrm>
        </p:grpSpPr>
        <p:sp>
          <p:nvSpPr>
            <p:cNvPr id="752" name="Google Shape;752;p68"/>
            <p:cNvSpPr/>
            <p:nvPr/>
          </p:nvSpPr>
          <p:spPr>
            <a:xfrm>
              <a:off x="8409504" y="254378"/>
              <a:ext cx="945630" cy="94573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68"/>
            <p:cNvSpPr/>
            <p:nvPr/>
          </p:nvSpPr>
          <p:spPr>
            <a:xfrm>
              <a:off x="8107053" y="12501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68"/>
            <p:cNvSpPr/>
            <p:nvPr/>
          </p:nvSpPr>
          <p:spPr>
            <a:xfrm>
              <a:off x="8030823" y="254364"/>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5" name="Google Shape;755;p68"/>
          <p:cNvGrpSpPr/>
          <p:nvPr/>
        </p:nvGrpSpPr>
        <p:grpSpPr>
          <a:xfrm>
            <a:off x="-137271" y="2581792"/>
            <a:ext cx="1510384" cy="2479841"/>
            <a:chOff x="-137271" y="2581792"/>
            <a:chExt cx="1510384" cy="2479841"/>
          </a:xfrm>
        </p:grpSpPr>
        <p:sp>
          <p:nvSpPr>
            <p:cNvPr id="756" name="Google Shape;756;p68"/>
            <p:cNvSpPr/>
            <p:nvPr/>
          </p:nvSpPr>
          <p:spPr>
            <a:xfrm>
              <a:off x="266653" y="25817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68"/>
            <p:cNvSpPr/>
            <p:nvPr/>
          </p:nvSpPr>
          <p:spPr>
            <a:xfrm>
              <a:off x="713090" y="39582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68"/>
            <p:cNvSpPr/>
            <p:nvPr/>
          </p:nvSpPr>
          <p:spPr>
            <a:xfrm>
              <a:off x="262648" y="3515377"/>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68"/>
            <p:cNvSpPr/>
            <p:nvPr/>
          </p:nvSpPr>
          <p:spPr>
            <a:xfrm>
              <a:off x="-137271" y="4115903"/>
              <a:ext cx="945630" cy="94573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0" name="Google Shape;760;p68"/>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7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61" name="Shape 761"/>
        <p:cNvGrpSpPr/>
        <p:nvPr/>
      </p:nvGrpSpPr>
      <p:grpSpPr>
        <a:xfrm>
          <a:off x="0" y="0"/>
          <a:ext cx="0" cy="0"/>
          <a:chOff x="0" y="0"/>
          <a:chExt cx="0" cy="0"/>
        </a:xfrm>
      </p:grpSpPr>
      <p:sp>
        <p:nvSpPr>
          <p:cNvPr id="762" name="Google Shape;762;p69"/>
          <p:cNvSpPr txBox="1"/>
          <p:nvPr>
            <p:ph type="title"/>
          </p:nvPr>
        </p:nvSpPr>
        <p:spPr>
          <a:xfrm>
            <a:off x="2241450" y="1520250"/>
            <a:ext cx="4661100" cy="841800"/>
          </a:xfrm>
          <a:prstGeom prst="rect">
            <a:avLst/>
          </a:prstGeom>
        </p:spPr>
        <p:txBody>
          <a:bodyPr anchorCtr="0" anchor="b" bIns="91425" lIns="91425" spcFirstLastPara="1" rIns="91425" wrap="square" tIns="91425">
            <a:noAutofit/>
          </a:bodyPr>
          <a:lstStyle>
            <a:lvl1pPr lvl="0" algn="ctr">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763" name="Google Shape;763;p69"/>
          <p:cNvSpPr txBox="1"/>
          <p:nvPr>
            <p:ph idx="1" type="subTitle"/>
          </p:nvPr>
        </p:nvSpPr>
        <p:spPr>
          <a:xfrm>
            <a:off x="2241550" y="2362050"/>
            <a:ext cx="4661100" cy="1261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sz="1400"/>
            </a:lvl2pPr>
            <a:lvl3pPr lvl="2" algn="ctr">
              <a:lnSpc>
                <a:spcPct val="100000"/>
              </a:lnSpc>
              <a:spcBef>
                <a:spcPts val="1600"/>
              </a:spcBef>
              <a:spcAft>
                <a:spcPts val="0"/>
              </a:spcAft>
              <a:buSzPts val="1400"/>
              <a:buNone/>
              <a:defRPr sz="1400"/>
            </a:lvl3pPr>
            <a:lvl4pPr lvl="3" algn="ctr">
              <a:lnSpc>
                <a:spcPct val="100000"/>
              </a:lnSpc>
              <a:spcBef>
                <a:spcPts val="1600"/>
              </a:spcBef>
              <a:spcAft>
                <a:spcPts val="0"/>
              </a:spcAft>
              <a:buSzPts val="1400"/>
              <a:buNone/>
              <a:defRPr sz="1400"/>
            </a:lvl4pPr>
            <a:lvl5pPr lvl="4" algn="ctr">
              <a:lnSpc>
                <a:spcPct val="100000"/>
              </a:lnSpc>
              <a:spcBef>
                <a:spcPts val="1600"/>
              </a:spcBef>
              <a:spcAft>
                <a:spcPts val="0"/>
              </a:spcAft>
              <a:buSzPts val="1400"/>
              <a:buNone/>
              <a:defRPr sz="1400"/>
            </a:lvl5pPr>
            <a:lvl6pPr lvl="5" algn="ctr">
              <a:lnSpc>
                <a:spcPct val="100000"/>
              </a:lnSpc>
              <a:spcBef>
                <a:spcPts val="1600"/>
              </a:spcBef>
              <a:spcAft>
                <a:spcPts val="0"/>
              </a:spcAft>
              <a:buSzPts val="1400"/>
              <a:buNone/>
              <a:defRPr sz="1400"/>
            </a:lvl6pPr>
            <a:lvl7pPr lvl="6" algn="ctr">
              <a:lnSpc>
                <a:spcPct val="100000"/>
              </a:lnSpc>
              <a:spcBef>
                <a:spcPts val="1600"/>
              </a:spcBef>
              <a:spcAft>
                <a:spcPts val="0"/>
              </a:spcAft>
              <a:buSzPts val="1400"/>
              <a:buNone/>
              <a:defRPr sz="1400"/>
            </a:lvl7pPr>
            <a:lvl8pPr lvl="7" algn="ctr">
              <a:lnSpc>
                <a:spcPct val="100000"/>
              </a:lnSpc>
              <a:spcBef>
                <a:spcPts val="1600"/>
              </a:spcBef>
              <a:spcAft>
                <a:spcPts val="0"/>
              </a:spcAft>
              <a:buSzPts val="1400"/>
              <a:buNone/>
              <a:defRPr sz="1400"/>
            </a:lvl8pPr>
            <a:lvl9pPr lvl="8" algn="ctr">
              <a:lnSpc>
                <a:spcPct val="100000"/>
              </a:lnSpc>
              <a:spcBef>
                <a:spcPts val="1600"/>
              </a:spcBef>
              <a:spcAft>
                <a:spcPts val="1600"/>
              </a:spcAft>
              <a:buSzPts val="1400"/>
              <a:buNone/>
              <a:defRPr sz="1400"/>
            </a:lvl9pPr>
          </a:lstStyle>
          <a:p/>
        </p:txBody>
      </p:sp>
      <p:sp>
        <p:nvSpPr>
          <p:cNvPr id="764" name="Google Shape;764;p69"/>
          <p:cNvSpPr/>
          <p:nvPr/>
        </p:nvSpPr>
        <p:spPr>
          <a:xfrm>
            <a:off x="4182350" y="2075876"/>
            <a:ext cx="5728043" cy="3491380"/>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69"/>
          <p:cNvSpPr/>
          <p:nvPr/>
        </p:nvSpPr>
        <p:spPr>
          <a:xfrm>
            <a:off x="5816848" y="3347141"/>
            <a:ext cx="4013990" cy="1875356"/>
          </a:xfrm>
          <a:custGeom>
            <a:rect b="b" l="l" r="r" t="t"/>
            <a:pathLst>
              <a:path extrusionOk="0" h="10483" w="22438">
                <a:moveTo>
                  <a:pt x="18307" y="1053"/>
                </a:moveTo>
                <a:cubicBezTo>
                  <a:pt x="17174" y="1740"/>
                  <a:pt x="16505" y="2560"/>
                  <a:pt x="15773" y="3640"/>
                </a:cubicBezTo>
                <a:lnTo>
                  <a:pt x="15773" y="3640"/>
                </a:lnTo>
                <a:cubicBezTo>
                  <a:pt x="15149" y="4550"/>
                  <a:pt x="14658" y="5593"/>
                  <a:pt x="13668" y="6164"/>
                </a:cubicBezTo>
                <a:lnTo>
                  <a:pt x="13668" y="6164"/>
                </a:lnTo>
                <a:cubicBezTo>
                  <a:pt x="12606" y="6762"/>
                  <a:pt x="11009" y="6896"/>
                  <a:pt x="9823" y="6539"/>
                </a:cubicBezTo>
                <a:lnTo>
                  <a:pt x="9823" y="6539"/>
                </a:lnTo>
                <a:cubicBezTo>
                  <a:pt x="8565" y="6156"/>
                  <a:pt x="7049" y="5906"/>
                  <a:pt x="5791" y="6477"/>
                </a:cubicBezTo>
                <a:lnTo>
                  <a:pt x="5791" y="6477"/>
                </a:lnTo>
                <a:cubicBezTo>
                  <a:pt x="4497" y="7057"/>
                  <a:pt x="3293" y="7931"/>
                  <a:pt x="2151" y="8752"/>
                </a:cubicBezTo>
                <a:lnTo>
                  <a:pt x="2151" y="8752"/>
                </a:lnTo>
                <a:cubicBezTo>
                  <a:pt x="1410" y="9296"/>
                  <a:pt x="670" y="9858"/>
                  <a:pt x="1" y="10482"/>
                </a:cubicBezTo>
                <a:lnTo>
                  <a:pt x="1" y="10482"/>
                </a:lnTo>
                <a:lnTo>
                  <a:pt x="22393" y="10482"/>
                </a:lnTo>
                <a:lnTo>
                  <a:pt x="22437" y="98"/>
                </a:lnTo>
                <a:cubicBezTo>
                  <a:pt x="22179" y="27"/>
                  <a:pt x="21902" y="0"/>
                  <a:pt x="21617" y="0"/>
                </a:cubicBezTo>
                <a:lnTo>
                  <a:pt x="21617" y="0"/>
                </a:lnTo>
                <a:cubicBezTo>
                  <a:pt x="20466" y="0"/>
                  <a:pt x="19208" y="517"/>
                  <a:pt x="18307" y="1053"/>
                </a:cubicBezTo>
                <a:close/>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69"/>
          <p:cNvSpPr/>
          <p:nvPr/>
        </p:nvSpPr>
        <p:spPr>
          <a:xfrm rot="-9720741">
            <a:off x="-717073" y="-1675999"/>
            <a:ext cx="5728060" cy="3491392"/>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7" name="Google Shape;767;p69"/>
          <p:cNvGrpSpPr/>
          <p:nvPr/>
        </p:nvGrpSpPr>
        <p:grpSpPr>
          <a:xfrm>
            <a:off x="531953" y="54192"/>
            <a:ext cx="2525032" cy="660100"/>
            <a:chOff x="531953" y="54192"/>
            <a:chExt cx="2525032" cy="660100"/>
          </a:xfrm>
        </p:grpSpPr>
        <p:sp>
          <p:nvSpPr>
            <p:cNvPr id="768" name="Google Shape;768;p69"/>
            <p:cNvSpPr/>
            <p:nvPr/>
          </p:nvSpPr>
          <p:spPr>
            <a:xfrm>
              <a:off x="531953" y="541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69"/>
            <p:cNvSpPr/>
            <p:nvPr/>
          </p:nvSpPr>
          <p:spPr>
            <a:xfrm>
              <a:off x="2311280" y="2454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69"/>
            <p:cNvSpPr/>
            <p:nvPr/>
          </p:nvSpPr>
          <p:spPr>
            <a:xfrm>
              <a:off x="1841797" y="164290"/>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FFFFFF">
                    <a:alpha val="50196"/>
                  </a:srgbClr>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69"/>
            <p:cNvSpPr/>
            <p:nvPr/>
          </p:nvSpPr>
          <p:spPr>
            <a:xfrm>
              <a:off x="2729973" y="542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72" name="Shape 772"/>
        <p:cNvGrpSpPr/>
        <p:nvPr/>
      </p:nvGrpSpPr>
      <p:grpSpPr>
        <a:xfrm>
          <a:off x="0" y="0"/>
          <a:ext cx="0" cy="0"/>
          <a:chOff x="0" y="0"/>
          <a:chExt cx="0" cy="0"/>
        </a:xfrm>
      </p:grpSpPr>
      <p:sp>
        <p:nvSpPr>
          <p:cNvPr id="773" name="Google Shape;773;p70"/>
          <p:cNvSpPr/>
          <p:nvPr>
            <p:ph idx="2" type="pic"/>
          </p:nvPr>
        </p:nvSpPr>
        <p:spPr>
          <a:xfrm>
            <a:off x="100" y="0"/>
            <a:ext cx="9144000" cy="5143500"/>
          </a:xfrm>
          <a:prstGeom prst="rect">
            <a:avLst/>
          </a:prstGeom>
          <a:noFill/>
          <a:ln>
            <a:noFill/>
          </a:ln>
        </p:spPr>
      </p:sp>
      <p:sp>
        <p:nvSpPr>
          <p:cNvPr id="774" name="Google Shape;774;p70"/>
          <p:cNvSpPr txBox="1"/>
          <p:nvPr>
            <p:ph type="title"/>
          </p:nvPr>
        </p:nvSpPr>
        <p:spPr>
          <a:xfrm>
            <a:off x="720000" y="3862050"/>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75" name="Shape 775"/>
        <p:cNvGrpSpPr/>
        <p:nvPr/>
      </p:nvGrpSpPr>
      <p:grpSpPr>
        <a:xfrm>
          <a:off x="0" y="0"/>
          <a:ext cx="0" cy="0"/>
          <a:chOff x="0" y="0"/>
          <a:chExt cx="0" cy="0"/>
        </a:xfrm>
      </p:grpSpPr>
      <p:sp>
        <p:nvSpPr>
          <p:cNvPr id="776" name="Google Shape;776;p71"/>
          <p:cNvSpPr/>
          <p:nvPr/>
        </p:nvSpPr>
        <p:spPr>
          <a:xfrm rot="-6419074">
            <a:off x="4830466" y="-402088"/>
            <a:ext cx="7138425" cy="3491376"/>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71"/>
          <p:cNvSpPr/>
          <p:nvPr/>
        </p:nvSpPr>
        <p:spPr>
          <a:xfrm rot="5868956">
            <a:off x="-2972528" y="1025449"/>
            <a:ext cx="7138386" cy="3491394"/>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8" name="Google Shape;778;p71"/>
          <p:cNvGrpSpPr/>
          <p:nvPr/>
        </p:nvGrpSpPr>
        <p:grpSpPr>
          <a:xfrm>
            <a:off x="8030823" y="254364"/>
            <a:ext cx="1324311" cy="1655928"/>
            <a:chOff x="8030823" y="254364"/>
            <a:chExt cx="1324311" cy="1655928"/>
          </a:xfrm>
        </p:grpSpPr>
        <p:sp>
          <p:nvSpPr>
            <p:cNvPr id="779" name="Google Shape;779;p71"/>
            <p:cNvSpPr/>
            <p:nvPr/>
          </p:nvSpPr>
          <p:spPr>
            <a:xfrm>
              <a:off x="8409504" y="254378"/>
              <a:ext cx="945630" cy="94573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71"/>
            <p:cNvSpPr/>
            <p:nvPr/>
          </p:nvSpPr>
          <p:spPr>
            <a:xfrm>
              <a:off x="8107053" y="12501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71"/>
            <p:cNvSpPr/>
            <p:nvPr/>
          </p:nvSpPr>
          <p:spPr>
            <a:xfrm>
              <a:off x="8030823" y="254364"/>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2" name="Google Shape;782;p71"/>
          <p:cNvGrpSpPr/>
          <p:nvPr/>
        </p:nvGrpSpPr>
        <p:grpSpPr>
          <a:xfrm>
            <a:off x="-137271" y="2581792"/>
            <a:ext cx="1510384" cy="2479841"/>
            <a:chOff x="-137271" y="2581792"/>
            <a:chExt cx="1510384" cy="2479841"/>
          </a:xfrm>
        </p:grpSpPr>
        <p:sp>
          <p:nvSpPr>
            <p:cNvPr id="783" name="Google Shape;783;p71"/>
            <p:cNvSpPr/>
            <p:nvPr/>
          </p:nvSpPr>
          <p:spPr>
            <a:xfrm>
              <a:off x="266653" y="25817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71"/>
            <p:cNvSpPr/>
            <p:nvPr/>
          </p:nvSpPr>
          <p:spPr>
            <a:xfrm>
              <a:off x="713090" y="39582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71"/>
            <p:cNvSpPr/>
            <p:nvPr/>
          </p:nvSpPr>
          <p:spPr>
            <a:xfrm>
              <a:off x="262648" y="3515377"/>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71"/>
            <p:cNvSpPr/>
            <p:nvPr/>
          </p:nvSpPr>
          <p:spPr>
            <a:xfrm>
              <a:off x="-137271" y="4115903"/>
              <a:ext cx="945630" cy="94573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7" name="Google Shape;787;p71"/>
          <p:cNvSpPr txBox="1"/>
          <p:nvPr>
            <p:ph hasCustomPrompt="1" type="title"/>
          </p:nvPr>
        </p:nvSpPr>
        <p:spPr>
          <a:xfrm>
            <a:off x="1373900" y="2994097"/>
            <a:ext cx="6396600" cy="978300"/>
          </a:xfrm>
          <a:prstGeom prst="rect">
            <a:avLst/>
          </a:prstGeom>
        </p:spPr>
        <p:txBody>
          <a:bodyPr anchorCtr="0" anchor="ctr" bIns="91425" lIns="91425" spcFirstLastPara="1" rIns="91425" wrap="square" tIns="91425">
            <a:noAutofit/>
          </a:bodyPr>
          <a:lstStyle>
            <a:lvl1pPr lvl="0" algn="ctr">
              <a:spcBef>
                <a:spcPts val="0"/>
              </a:spcBef>
              <a:spcAft>
                <a:spcPts val="0"/>
              </a:spcAft>
              <a:buSzPts val="9600"/>
              <a:buNone/>
              <a:defRPr sz="5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788" name="Google Shape;788;p71"/>
          <p:cNvSpPr txBox="1"/>
          <p:nvPr>
            <p:ph idx="1" type="subTitle"/>
          </p:nvPr>
        </p:nvSpPr>
        <p:spPr>
          <a:xfrm>
            <a:off x="3180375" y="3972588"/>
            <a:ext cx="2783700" cy="631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400">
                <a:solidFill>
                  <a:schemeClr val="dk1"/>
                </a:solidFill>
              </a:defRPr>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dk1"/>
        </a:solidFill>
      </p:bgPr>
    </p:bg>
    <p:spTree>
      <p:nvGrpSpPr>
        <p:cNvPr id="789" name="Shape 789"/>
        <p:cNvGrpSpPr/>
        <p:nvPr/>
      </p:nvGrpSpPr>
      <p:grpSpPr>
        <a:xfrm>
          <a:off x="0" y="0"/>
          <a:ext cx="0" cy="0"/>
          <a:chOff x="0" y="0"/>
          <a:chExt cx="0" cy="0"/>
        </a:xfrm>
      </p:grpSpPr>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790" name="Shape 790"/>
        <p:cNvGrpSpPr/>
        <p:nvPr/>
      </p:nvGrpSpPr>
      <p:grpSpPr>
        <a:xfrm>
          <a:off x="0" y="0"/>
          <a:ext cx="0" cy="0"/>
          <a:chOff x="0" y="0"/>
          <a:chExt cx="0" cy="0"/>
        </a:xfrm>
      </p:grpSpPr>
      <p:sp>
        <p:nvSpPr>
          <p:cNvPr id="791" name="Google Shape;791;p73"/>
          <p:cNvSpPr/>
          <p:nvPr/>
        </p:nvSpPr>
        <p:spPr>
          <a:xfrm>
            <a:off x="4176175" y="2967151"/>
            <a:ext cx="5728043" cy="3491380"/>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73"/>
          <p:cNvSpPr/>
          <p:nvPr/>
        </p:nvSpPr>
        <p:spPr>
          <a:xfrm rot="-10492926">
            <a:off x="-1478272" y="3333183"/>
            <a:ext cx="3817099" cy="3985333"/>
          </a:xfrm>
          <a:custGeom>
            <a:rect b="b" l="l" r="r" t="t"/>
            <a:pathLst>
              <a:path extrusionOk="0" h="29882" w="28620">
                <a:moveTo>
                  <a:pt x="9332" y="0"/>
                </a:moveTo>
                <a:cubicBezTo>
                  <a:pt x="8101" y="0"/>
                  <a:pt x="6861" y="562"/>
                  <a:pt x="5978" y="1437"/>
                </a:cubicBezTo>
                <a:cubicBezTo>
                  <a:pt x="5210" y="2195"/>
                  <a:pt x="4693" y="3149"/>
                  <a:pt x="4363" y="4166"/>
                </a:cubicBezTo>
                <a:cubicBezTo>
                  <a:pt x="4042" y="5192"/>
                  <a:pt x="3961" y="6272"/>
                  <a:pt x="3560" y="7280"/>
                </a:cubicBezTo>
                <a:cubicBezTo>
                  <a:pt x="2721" y="9341"/>
                  <a:pt x="750" y="10554"/>
                  <a:pt x="295" y="12829"/>
                </a:cubicBezTo>
                <a:cubicBezTo>
                  <a:pt x="0" y="14310"/>
                  <a:pt x="331" y="15933"/>
                  <a:pt x="1312" y="17084"/>
                </a:cubicBezTo>
                <a:cubicBezTo>
                  <a:pt x="1963" y="17842"/>
                  <a:pt x="2846" y="18360"/>
                  <a:pt x="3783" y="18708"/>
                </a:cubicBezTo>
                <a:cubicBezTo>
                  <a:pt x="4247" y="18877"/>
                  <a:pt x="4720" y="18993"/>
                  <a:pt x="5192" y="19100"/>
                </a:cubicBezTo>
                <a:cubicBezTo>
                  <a:pt x="5549" y="19189"/>
                  <a:pt x="5915" y="19261"/>
                  <a:pt x="6272" y="19350"/>
                </a:cubicBezTo>
                <a:cubicBezTo>
                  <a:pt x="6879" y="19511"/>
                  <a:pt x="7423" y="19957"/>
                  <a:pt x="7878" y="20385"/>
                </a:cubicBezTo>
                <a:cubicBezTo>
                  <a:pt x="8913" y="21339"/>
                  <a:pt x="9671" y="22579"/>
                  <a:pt x="10331" y="23811"/>
                </a:cubicBezTo>
                <a:cubicBezTo>
                  <a:pt x="11009" y="25086"/>
                  <a:pt x="11518" y="26398"/>
                  <a:pt x="12508" y="27468"/>
                </a:cubicBezTo>
                <a:cubicBezTo>
                  <a:pt x="13418" y="28458"/>
                  <a:pt x="14577" y="29217"/>
                  <a:pt x="15871" y="29600"/>
                </a:cubicBezTo>
                <a:cubicBezTo>
                  <a:pt x="16506" y="29788"/>
                  <a:pt x="17169" y="29882"/>
                  <a:pt x="17832" y="29882"/>
                </a:cubicBezTo>
                <a:cubicBezTo>
                  <a:pt x="19368" y="29882"/>
                  <a:pt x="20902" y="29380"/>
                  <a:pt x="22080" y="28396"/>
                </a:cubicBezTo>
                <a:cubicBezTo>
                  <a:pt x="22928" y="27700"/>
                  <a:pt x="23614" y="26665"/>
                  <a:pt x="23498" y="25577"/>
                </a:cubicBezTo>
                <a:cubicBezTo>
                  <a:pt x="23427" y="24836"/>
                  <a:pt x="22990" y="24176"/>
                  <a:pt x="22446" y="23677"/>
                </a:cubicBezTo>
                <a:cubicBezTo>
                  <a:pt x="21732" y="23025"/>
                  <a:pt x="20822" y="22695"/>
                  <a:pt x="20153" y="22000"/>
                </a:cubicBezTo>
                <a:cubicBezTo>
                  <a:pt x="19074" y="20867"/>
                  <a:pt x="18797" y="19038"/>
                  <a:pt x="19502" y="17637"/>
                </a:cubicBezTo>
                <a:cubicBezTo>
                  <a:pt x="20233" y="16192"/>
                  <a:pt x="21625" y="15648"/>
                  <a:pt x="23133" y="15541"/>
                </a:cubicBezTo>
                <a:cubicBezTo>
                  <a:pt x="24623" y="15434"/>
                  <a:pt x="26219" y="14443"/>
                  <a:pt x="27156" y="13302"/>
                </a:cubicBezTo>
                <a:cubicBezTo>
                  <a:pt x="28182" y="12053"/>
                  <a:pt x="28619" y="10277"/>
                  <a:pt x="28075" y="8752"/>
                </a:cubicBezTo>
                <a:cubicBezTo>
                  <a:pt x="27754" y="7851"/>
                  <a:pt x="27058" y="7084"/>
                  <a:pt x="26202" y="6647"/>
                </a:cubicBezTo>
                <a:cubicBezTo>
                  <a:pt x="25635" y="6363"/>
                  <a:pt x="25044" y="6284"/>
                  <a:pt x="24441" y="6284"/>
                </a:cubicBezTo>
                <a:cubicBezTo>
                  <a:pt x="24077" y="6284"/>
                  <a:pt x="23708" y="6313"/>
                  <a:pt x="23338" y="6343"/>
                </a:cubicBezTo>
                <a:cubicBezTo>
                  <a:pt x="22809" y="6381"/>
                  <a:pt x="22275" y="6405"/>
                  <a:pt x="21741" y="6405"/>
                </a:cubicBezTo>
                <a:cubicBezTo>
                  <a:pt x="19781" y="6405"/>
                  <a:pt x="17823" y="6089"/>
                  <a:pt x="16112" y="5023"/>
                </a:cubicBezTo>
                <a:cubicBezTo>
                  <a:pt x="14988" y="4327"/>
                  <a:pt x="14158" y="3274"/>
                  <a:pt x="13293" y="2293"/>
                </a:cubicBezTo>
                <a:cubicBezTo>
                  <a:pt x="12508" y="1401"/>
                  <a:pt x="11607" y="536"/>
                  <a:pt x="10474" y="179"/>
                </a:cubicBezTo>
                <a:cubicBezTo>
                  <a:pt x="10099" y="54"/>
                  <a:pt x="9715" y="0"/>
                  <a:pt x="9332" y="0"/>
                </a:cubicBezTo>
                <a:close/>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3" name="Google Shape;793;p73"/>
          <p:cNvGrpSpPr/>
          <p:nvPr/>
        </p:nvGrpSpPr>
        <p:grpSpPr>
          <a:xfrm>
            <a:off x="-54470" y="2967153"/>
            <a:ext cx="774471" cy="1912390"/>
            <a:chOff x="-54470" y="2967153"/>
            <a:chExt cx="774471" cy="1912390"/>
          </a:xfrm>
        </p:grpSpPr>
        <p:sp>
          <p:nvSpPr>
            <p:cNvPr id="794" name="Google Shape;794;p73"/>
            <p:cNvSpPr/>
            <p:nvPr/>
          </p:nvSpPr>
          <p:spPr>
            <a:xfrm>
              <a:off x="59978" y="421944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73"/>
            <p:cNvSpPr/>
            <p:nvPr/>
          </p:nvSpPr>
          <p:spPr>
            <a:xfrm>
              <a:off x="-54470" y="347431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73"/>
            <p:cNvSpPr/>
            <p:nvPr/>
          </p:nvSpPr>
          <p:spPr>
            <a:xfrm>
              <a:off x="338511" y="296715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73"/>
            <p:cNvSpPr/>
            <p:nvPr/>
          </p:nvSpPr>
          <p:spPr>
            <a:xfrm>
              <a:off x="338511" y="383087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8" name="Google Shape;798;p73"/>
          <p:cNvGrpSpPr/>
          <p:nvPr/>
        </p:nvGrpSpPr>
        <p:grpSpPr>
          <a:xfrm>
            <a:off x="7524578" y="2640103"/>
            <a:ext cx="1523397" cy="2294040"/>
            <a:chOff x="7524578" y="2640103"/>
            <a:chExt cx="1523397" cy="2294040"/>
          </a:xfrm>
        </p:grpSpPr>
        <p:sp>
          <p:nvSpPr>
            <p:cNvPr id="799" name="Google Shape;799;p73"/>
            <p:cNvSpPr/>
            <p:nvPr/>
          </p:nvSpPr>
          <p:spPr>
            <a:xfrm>
              <a:off x="7524578" y="427404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73"/>
            <p:cNvSpPr/>
            <p:nvPr/>
          </p:nvSpPr>
          <p:spPr>
            <a:xfrm>
              <a:off x="8430905" y="425356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73"/>
            <p:cNvSpPr/>
            <p:nvPr/>
          </p:nvSpPr>
          <p:spPr>
            <a:xfrm>
              <a:off x="8478061" y="26401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73"/>
            <p:cNvSpPr/>
            <p:nvPr/>
          </p:nvSpPr>
          <p:spPr>
            <a:xfrm>
              <a:off x="8151036" y="37764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73"/>
            <p:cNvSpPr/>
            <p:nvPr/>
          </p:nvSpPr>
          <p:spPr>
            <a:xfrm>
              <a:off x="8579205" y="33075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04" name="Google Shape;804;p73"/>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05" name="Google Shape;805;p73"/>
          <p:cNvSpPr txBox="1"/>
          <p:nvPr>
            <p:ph hasCustomPrompt="1" idx="2" type="title"/>
          </p:nvPr>
        </p:nvSpPr>
        <p:spPr>
          <a:xfrm>
            <a:off x="1255644" y="1753825"/>
            <a:ext cx="1044900" cy="657600"/>
          </a:xfrm>
          <a:prstGeom prst="rect">
            <a:avLst/>
          </a:prstGeom>
        </p:spPr>
        <p:txBody>
          <a:bodyPr anchorCtr="0" anchor="ctr" bIns="91425" lIns="91425" spcFirstLastPara="1" rIns="91425" wrap="square" tIns="91425">
            <a:noAutofit/>
          </a:bodyPr>
          <a:lstStyle>
            <a:lvl1pPr lvl="0" algn="ctr">
              <a:spcBef>
                <a:spcPts val="0"/>
              </a:spcBef>
              <a:spcAft>
                <a:spcPts val="0"/>
              </a:spcAft>
              <a:buSzPts val="2400"/>
              <a:buNone/>
              <a:defRPr b="0" sz="3600">
                <a:solidFill>
                  <a:schemeClr val="dk2"/>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a:r>
              <a:t>xx%</a:t>
            </a:r>
          </a:p>
        </p:txBody>
      </p:sp>
      <p:sp>
        <p:nvSpPr>
          <p:cNvPr id="806" name="Google Shape;806;p73"/>
          <p:cNvSpPr txBox="1"/>
          <p:nvPr>
            <p:ph hasCustomPrompt="1" idx="3" type="title"/>
          </p:nvPr>
        </p:nvSpPr>
        <p:spPr>
          <a:xfrm>
            <a:off x="1255644" y="3258829"/>
            <a:ext cx="1044900" cy="657600"/>
          </a:xfrm>
          <a:prstGeom prst="rect">
            <a:avLst/>
          </a:prstGeom>
        </p:spPr>
        <p:txBody>
          <a:bodyPr anchorCtr="0" anchor="ctr" bIns="91425" lIns="91425" spcFirstLastPara="1" rIns="91425" wrap="square" tIns="91425">
            <a:noAutofit/>
          </a:bodyPr>
          <a:lstStyle>
            <a:lvl1pPr lvl="0" algn="ctr">
              <a:spcBef>
                <a:spcPts val="0"/>
              </a:spcBef>
              <a:spcAft>
                <a:spcPts val="0"/>
              </a:spcAft>
              <a:buSzPts val="2400"/>
              <a:buNone/>
              <a:defRPr b="0" sz="3600">
                <a:solidFill>
                  <a:schemeClr val="dk2"/>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a:r>
              <a:t>xx%</a:t>
            </a:r>
          </a:p>
        </p:txBody>
      </p:sp>
      <p:sp>
        <p:nvSpPr>
          <p:cNvPr id="807" name="Google Shape;807;p73"/>
          <p:cNvSpPr txBox="1"/>
          <p:nvPr>
            <p:ph hasCustomPrompt="1" idx="4" type="title"/>
          </p:nvPr>
        </p:nvSpPr>
        <p:spPr>
          <a:xfrm>
            <a:off x="4684638" y="1753829"/>
            <a:ext cx="1044900" cy="657600"/>
          </a:xfrm>
          <a:prstGeom prst="rect">
            <a:avLst/>
          </a:prstGeom>
        </p:spPr>
        <p:txBody>
          <a:bodyPr anchorCtr="0" anchor="ctr" bIns="91425" lIns="91425" spcFirstLastPara="1" rIns="91425" wrap="square" tIns="91425">
            <a:noAutofit/>
          </a:bodyPr>
          <a:lstStyle>
            <a:lvl1pPr lvl="0" algn="ctr">
              <a:spcBef>
                <a:spcPts val="0"/>
              </a:spcBef>
              <a:spcAft>
                <a:spcPts val="0"/>
              </a:spcAft>
              <a:buSzPts val="2400"/>
              <a:buNone/>
              <a:defRPr b="0" sz="3600">
                <a:solidFill>
                  <a:schemeClr val="dk2"/>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a:r>
              <a:t>xx%</a:t>
            </a:r>
          </a:p>
        </p:txBody>
      </p:sp>
      <p:sp>
        <p:nvSpPr>
          <p:cNvPr id="808" name="Google Shape;808;p73"/>
          <p:cNvSpPr txBox="1"/>
          <p:nvPr>
            <p:ph hasCustomPrompt="1" idx="5" type="title"/>
          </p:nvPr>
        </p:nvSpPr>
        <p:spPr>
          <a:xfrm>
            <a:off x="4684638" y="3258829"/>
            <a:ext cx="1044900" cy="657600"/>
          </a:xfrm>
          <a:prstGeom prst="rect">
            <a:avLst/>
          </a:prstGeom>
        </p:spPr>
        <p:txBody>
          <a:bodyPr anchorCtr="0" anchor="ctr" bIns="91425" lIns="91425" spcFirstLastPara="1" rIns="91425" wrap="square" tIns="91425">
            <a:noAutofit/>
          </a:bodyPr>
          <a:lstStyle>
            <a:lvl1pPr lvl="0" algn="ctr">
              <a:spcBef>
                <a:spcPts val="0"/>
              </a:spcBef>
              <a:spcAft>
                <a:spcPts val="0"/>
              </a:spcAft>
              <a:buSzPts val="2400"/>
              <a:buNone/>
              <a:defRPr b="0" sz="3600">
                <a:solidFill>
                  <a:schemeClr val="dk2"/>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a:r>
              <a:t>xx%</a:t>
            </a:r>
          </a:p>
        </p:txBody>
      </p:sp>
      <p:sp>
        <p:nvSpPr>
          <p:cNvPr id="809" name="Google Shape;809;p73"/>
          <p:cNvSpPr txBox="1"/>
          <p:nvPr>
            <p:ph idx="1" type="subTitle"/>
          </p:nvPr>
        </p:nvSpPr>
        <p:spPr>
          <a:xfrm>
            <a:off x="2307450" y="1753825"/>
            <a:ext cx="2151900" cy="65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Bebas Neue"/>
              <a:buNone/>
              <a:defRPr sz="2000">
                <a:solidFill>
                  <a:schemeClr val="dk1"/>
                </a:solidFill>
                <a:latin typeface="Trispace"/>
                <a:ea typeface="Trispace"/>
                <a:cs typeface="Trispace"/>
                <a:sym typeface="Trispace"/>
              </a:defRPr>
            </a:lvl1pPr>
            <a:lvl2pPr lvl="1">
              <a:lnSpc>
                <a:spcPct val="100000"/>
              </a:lnSpc>
              <a:spcBef>
                <a:spcPts val="0"/>
              </a:spcBef>
              <a:spcAft>
                <a:spcPts val="0"/>
              </a:spcAft>
              <a:buSzPts val="2000"/>
              <a:buFont typeface="Bebas Neue"/>
              <a:buNone/>
              <a:defRPr sz="2000">
                <a:latin typeface="Bebas Neue"/>
                <a:ea typeface="Bebas Neue"/>
                <a:cs typeface="Bebas Neue"/>
                <a:sym typeface="Bebas Neue"/>
              </a:defRPr>
            </a:lvl2pPr>
            <a:lvl3pPr lvl="2">
              <a:lnSpc>
                <a:spcPct val="100000"/>
              </a:lnSpc>
              <a:spcBef>
                <a:spcPts val="0"/>
              </a:spcBef>
              <a:spcAft>
                <a:spcPts val="0"/>
              </a:spcAft>
              <a:buSzPts val="2000"/>
              <a:buFont typeface="Bebas Neue"/>
              <a:buNone/>
              <a:defRPr sz="2000">
                <a:latin typeface="Bebas Neue"/>
                <a:ea typeface="Bebas Neue"/>
                <a:cs typeface="Bebas Neue"/>
                <a:sym typeface="Bebas Neue"/>
              </a:defRPr>
            </a:lvl3pPr>
            <a:lvl4pPr lvl="3">
              <a:lnSpc>
                <a:spcPct val="100000"/>
              </a:lnSpc>
              <a:spcBef>
                <a:spcPts val="0"/>
              </a:spcBef>
              <a:spcAft>
                <a:spcPts val="0"/>
              </a:spcAft>
              <a:buSzPts val="2000"/>
              <a:buFont typeface="Bebas Neue"/>
              <a:buNone/>
              <a:defRPr sz="2000">
                <a:latin typeface="Bebas Neue"/>
                <a:ea typeface="Bebas Neue"/>
                <a:cs typeface="Bebas Neue"/>
                <a:sym typeface="Bebas Neue"/>
              </a:defRPr>
            </a:lvl4pPr>
            <a:lvl5pPr lvl="4">
              <a:lnSpc>
                <a:spcPct val="100000"/>
              </a:lnSpc>
              <a:spcBef>
                <a:spcPts val="0"/>
              </a:spcBef>
              <a:spcAft>
                <a:spcPts val="0"/>
              </a:spcAft>
              <a:buSzPts val="2000"/>
              <a:buFont typeface="Bebas Neue"/>
              <a:buNone/>
              <a:defRPr sz="2000">
                <a:latin typeface="Bebas Neue"/>
                <a:ea typeface="Bebas Neue"/>
                <a:cs typeface="Bebas Neue"/>
                <a:sym typeface="Bebas Neue"/>
              </a:defRPr>
            </a:lvl5pPr>
            <a:lvl6pPr lvl="5">
              <a:lnSpc>
                <a:spcPct val="100000"/>
              </a:lnSpc>
              <a:spcBef>
                <a:spcPts val="0"/>
              </a:spcBef>
              <a:spcAft>
                <a:spcPts val="0"/>
              </a:spcAft>
              <a:buSzPts val="2000"/>
              <a:buFont typeface="Bebas Neue"/>
              <a:buNone/>
              <a:defRPr sz="2000">
                <a:latin typeface="Bebas Neue"/>
                <a:ea typeface="Bebas Neue"/>
                <a:cs typeface="Bebas Neue"/>
                <a:sym typeface="Bebas Neue"/>
              </a:defRPr>
            </a:lvl6pPr>
            <a:lvl7pPr lvl="6">
              <a:lnSpc>
                <a:spcPct val="100000"/>
              </a:lnSpc>
              <a:spcBef>
                <a:spcPts val="0"/>
              </a:spcBef>
              <a:spcAft>
                <a:spcPts val="0"/>
              </a:spcAft>
              <a:buSzPts val="2000"/>
              <a:buFont typeface="Bebas Neue"/>
              <a:buNone/>
              <a:defRPr sz="2000">
                <a:latin typeface="Bebas Neue"/>
                <a:ea typeface="Bebas Neue"/>
                <a:cs typeface="Bebas Neue"/>
                <a:sym typeface="Bebas Neue"/>
              </a:defRPr>
            </a:lvl7pPr>
            <a:lvl8pPr lvl="7">
              <a:lnSpc>
                <a:spcPct val="100000"/>
              </a:lnSpc>
              <a:spcBef>
                <a:spcPts val="0"/>
              </a:spcBef>
              <a:spcAft>
                <a:spcPts val="0"/>
              </a:spcAft>
              <a:buSzPts val="2000"/>
              <a:buFont typeface="Bebas Neue"/>
              <a:buNone/>
              <a:defRPr sz="2000">
                <a:latin typeface="Bebas Neue"/>
                <a:ea typeface="Bebas Neue"/>
                <a:cs typeface="Bebas Neue"/>
                <a:sym typeface="Bebas Neue"/>
              </a:defRPr>
            </a:lvl8pPr>
            <a:lvl9pPr lvl="8">
              <a:lnSpc>
                <a:spcPct val="100000"/>
              </a:lnSpc>
              <a:spcBef>
                <a:spcPts val="0"/>
              </a:spcBef>
              <a:spcAft>
                <a:spcPts val="0"/>
              </a:spcAft>
              <a:buSzPts val="2000"/>
              <a:buFont typeface="Bebas Neue"/>
              <a:buNone/>
              <a:defRPr sz="2000">
                <a:latin typeface="Bebas Neue"/>
                <a:ea typeface="Bebas Neue"/>
                <a:cs typeface="Bebas Neue"/>
                <a:sym typeface="Bebas Neue"/>
              </a:defRPr>
            </a:lvl9pPr>
          </a:lstStyle>
          <a:p/>
        </p:txBody>
      </p:sp>
      <p:sp>
        <p:nvSpPr>
          <p:cNvPr id="810" name="Google Shape;810;p73"/>
          <p:cNvSpPr txBox="1"/>
          <p:nvPr>
            <p:ph idx="6" type="subTitle"/>
          </p:nvPr>
        </p:nvSpPr>
        <p:spPr>
          <a:xfrm>
            <a:off x="5736450" y="1753825"/>
            <a:ext cx="2151900" cy="65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Bebas Neue"/>
              <a:buNone/>
              <a:defRPr sz="2000">
                <a:solidFill>
                  <a:schemeClr val="dk1"/>
                </a:solidFill>
                <a:latin typeface="Trispace"/>
                <a:ea typeface="Trispace"/>
                <a:cs typeface="Trispace"/>
                <a:sym typeface="Trispace"/>
              </a:defRPr>
            </a:lvl1pPr>
            <a:lvl2pPr lvl="1">
              <a:lnSpc>
                <a:spcPct val="100000"/>
              </a:lnSpc>
              <a:spcBef>
                <a:spcPts val="0"/>
              </a:spcBef>
              <a:spcAft>
                <a:spcPts val="0"/>
              </a:spcAft>
              <a:buSzPts val="2000"/>
              <a:buFont typeface="Bebas Neue"/>
              <a:buNone/>
              <a:defRPr sz="2000">
                <a:latin typeface="Bebas Neue"/>
                <a:ea typeface="Bebas Neue"/>
                <a:cs typeface="Bebas Neue"/>
                <a:sym typeface="Bebas Neue"/>
              </a:defRPr>
            </a:lvl2pPr>
            <a:lvl3pPr lvl="2">
              <a:lnSpc>
                <a:spcPct val="100000"/>
              </a:lnSpc>
              <a:spcBef>
                <a:spcPts val="0"/>
              </a:spcBef>
              <a:spcAft>
                <a:spcPts val="0"/>
              </a:spcAft>
              <a:buSzPts val="2000"/>
              <a:buFont typeface="Bebas Neue"/>
              <a:buNone/>
              <a:defRPr sz="2000">
                <a:latin typeface="Bebas Neue"/>
                <a:ea typeface="Bebas Neue"/>
                <a:cs typeface="Bebas Neue"/>
                <a:sym typeface="Bebas Neue"/>
              </a:defRPr>
            </a:lvl3pPr>
            <a:lvl4pPr lvl="3">
              <a:lnSpc>
                <a:spcPct val="100000"/>
              </a:lnSpc>
              <a:spcBef>
                <a:spcPts val="0"/>
              </a:spcBef>
              <a:spcAft>
                <a:spcPts val="0"/>
              </a:spcAft>
              <a:buSzPts val="2000"/>
              <a:buFont typeface="Bebas Neue"/>
              <a:buNone/>
              <a:defRPr sz="2000">
                <a:latin typeface="Bebas Neue"/>
                <a:ea typeface="Bebas Neue"/>
                <a:cs typeface="Bebas Neue"/>
                <a:sym typeface="Bebas Neue"/>
              </a:defRPr>
            </a:lvl4pPr>
            <a:lvl5pPr lvl="4">
              <a:lnSpc>
                <a:spcPct val="100000"/>
              </a:lnSpc>
              <a:spcBef>
                <a:spcPts val="0"/>
              </a:spcBef>
              <a:spcAft>
                <a:spcPts val="0"/>
              </a:spcAft>
              <a:buSzPts val="2000"/>
              <a:buFont typeface="Bebas Neue"/>
              <a:buNone/>
              <a:defRPr sz="2000">
                <a:latin typeface="Bebas Neue"/>
                <a:ea typeface="Bebas Neue"/>
                <a:cs typeface="Bebas Neue"/>
                <a:sym typeface="Bebas Neue"/>
              </a:defRPr>
            </a:lvl5pPr>
            <a:lvl6pPr lvl="5">
              <a:lnSpc>
                <a:spcPct val="100000"/>
              </a:lnSpc>
              <a:spcBef>
                <a:spcPts val="0"/>
              </a:spcBef>
              <a:spcAft>
                <a:spcPts val="0"/>
              </a:spcAft>
              <a:buSzPts val="2000"/>
              <a:buFont typeface="Bebas Neue"/>
              <a:buNone/>
              <a:defRPr sz="2000">
                <a:latin typeface="Bebas Neue"/>
                <a:ea typeface="Bebas Neue"/>
                <a:cs typeface="Bebas Neue"/>
                <a:sym typeface="Bebas Neue"/>
              </a:defRPr>
            </a:lvl6pPr>
            <a:lvl7pPr lvl="6">
              <a:lnSpc>
                <a:spcPct val="100000"/>
              </a:lnSpc>
              <a:spcBef>
                <a:spcPts val="0"/>
              </a:spcBef>
              <a:spcAft>
                <a:spcPts val="0"/>
              </a:spcAft>
              <a:buSzPts val="2000"/>
              <a:buFont typeface="Bebas Neue"/>
              <a:buNone/>
              <a:defRPr sz="2000">
                <a:latin typeface="Bebas Neue"/>
                <a:ea typeface="Bebas Neue"/>
                <a:cs typeface="Bebas Neue"/>
                <a:sym typeface="Bebas Neue"/>
              </a:defRPr>
            </a:lvl7pPr>
            <a:lvl8pPr lvl="7">
              <a:lnSpc>
                <a:spcPct val="100000"/>
              </a:lnSpc>
              <a:spcBef>
                <a:spcPts val="0"/>
              </a:spcBef>
              <a:spcAft>
                <a:spcPts val="0"/>
              </a:spcAft>
              <a:buSzPts val="2000"/>
              <a:buFont typeface="Bebas Neue"/>
              <a:buNone/>
              <a:defRPr sz="2000">
                <a:latin typeface="Bebas Neue"/>
                <a:ea typeface="Bebas Neue"/>
                <a:cs typeface="Bebas Neue"/>
                <a:sym typeface="Bebas Neue"/>
              </a:defRPr>
            </a:lvl8pPr>
            <a:lvl9pPr lvl="8">
              <a:lnSpc>
                <a:spcPct val="100000"/>
              </a:lnSpc>
              <a:spcBef>
                <a:spcPts val="0"/>
              </a:spcBef>
              <a:spcAft>
                <a:spcPts val="0"/>
              </a:spcAft>
              <a:buSzPts val="2000"/>
              <a:buFont typeface="Bebas Neue"/>
              <a:buNone/>
              <a:defRPr sz="2000">
                <a:latin typeface="Bebas Neue"/>
                <a:ea typeface="Bebas Neue"/>
                <a:cs typeface="Bebas Neue"/>
                <a:sym typeface="Bebas Neue"/>
              </a:defRPr>
            </a:lvl9pPr>
          </a:lstStyle>
          <a:p/>
        </p:txBody>
      </p:sp>
      <p:sp>
        <p:nvSpPr>
          <p:cNvPr id="811" name="Google Shape;811;p73"/>
          <p:cNvSpPr txBox="1"/>
          <p:nvPr>
            <p:ph idx="7" type="subTitle"/>
          </p:nvPr>
        </p:nvSpPr>
        <p:spPr>
          <a:xfrm>
            <a:off x="2307450" y="3258824"/>
            <a:ext cx="2151900" cy="65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Bebas Neue"/>
              <a:buNone/>
              <a:defRPr sz="2000">
                <a:solidFill>
                  <a:schemeClr val="dk1"/>
                </a:solidFill>
                <a:latin typeface="Trispace"/>
                <a:ea typeface="Trispace"/>
                <a:cs typeface="Trispace"/>
                <a:sym typeface="Trispace"/>
              </a:defRPr>
            </a:lvl1pPr>
            <a:lvl2pPr lvl="1">
              <a:lnSpc>
                <a:spcPct val="100000"/>
              </a:lnSpc>
              <a:spcBef>
                <a:spcPts val="0"/>
              </a:spcBef>
              <a:spcAft>
                <a:spcPts val="0"/>
              </a:spcAft>
              <a:buSzPts val="2000"/>
              <a:buFont typeface="Bebas Neue"/>
              <a:buNone/>
              <a:defRPr sz="2000">
                <a:latin typeface="Bebas Neue"/>
                <a:ea typeface="Bebas Neue"/>
                <a:cs typeface="Bebas Neue"/>
                <a:sym typeface="Bebas Neue"/>
              </a:defRPr>
            </a:lvl2pPr>
            <a:lvl3pPr lvl="2">
              <a:lnSpc>
                <a:spcPct val="100000"/>
              </a:lnSpc>
              <a:spcBef>
                <a:spcPts val="0"/>
              </a:spcBef>
              <a:spcAft>
                <a:spcPts val="0"/>
              </a:spcAft>
              <a:buSzPts val="2000"/>
              <a:buFont typeface="Bebas Neue"/>
              <a:buNone/>
              <a:defRPr sz="2000">
                <a:latin typeface="Bebas Neue"/>
                <a:ea typeface="Bebas Neue"/>
                <a:cs typeface="Bebas Neue"/>
                <a:sym typeface="Bebas Neue"/>
              </a:defRPr>
            </a:lvl3pPr>
            <a:lvl4pPr lvl="3">
              <a:lnSpc>
                <a:spcPct val="100000"/>
              </a:lnSpc>
              <a:spcBef>
                <a:spcPts val="0"/>
              </a:spcBef>
              <a:spcAft>
                <a:spcPts val="0"/>
              </a:spcAft>
              <a:buSzPts val="2000"/>
              <a:buFont typeface="Bebas Neue"/>
              <a:buNone/>
              <a:defRPr sz="2000">
                <a:latin typeface="Bebas Neue"/>
                <a:ea typeface="Bebas Neue"/>
                <a:cs typeface="Bebas Neue"/>
                <a:sym typeface="Bebas Neue"/>
              </a:defRPr>
            </a:lvl4pPr>
            <a:lvl5pPr lvl="4">
              <a:lnSpc>
                <a:spcPct val="100000"/>
              </a:lnSpc>
              <a:spcBef>
                <a:spcPts val="0"/>
              </a:spcBef>
              <a:spcAft>
                <a:spcPts val="0"/>
              </a:spcAft>
              <a:buSzPts val="2000"/>
              <a:buFont typeface="Bebas Neue"/>
              <a:buNone/>
              <a:defRPr sz="2000">
                <a:latin typeface="Bebas Neue"/>
                <a:ea typeface="Bebas Neue"/>
                <a:cs typeface="Bebas Neue"/>
                <a:sym typeface="Bebas Neue"/>
              </a:defRPr>
            </a:lvl5pPr>
            <a:lvl6pPr lvl="5">
              <a:lnSpc>
                <a:spcPct val="100000"/>
              </a:lnSpc>
              <a:spcBef>
                <a:spcPts val="0"/>
              </a:spcBef>
              <a:spcAft>
                <a:spcPts val="0"/>
              </a:spcAft>
              <a:buSzPts val="2000"/>
              <a:buFont typeface="Bebas Neue"/>
              <a:buNone/>
              <a:defRPr sz="2000">
                <a:latin typeface="Bebas Neue"/>
                <a:ea typeface="Bebas Neue"/>
                <a:cs typeface="Bebas Neue"/>
                <a:sym typeface="Bebas Neue"/>
              </a:defRPr>
            </a:lvl6pPr>
            <a:lvl7pPr lvl="6">
              <a:lnSpc>
                <a:spcPct val="100000"/>
              </a:lnSpc>
              <a:spcBef>
                <a:spcPts val="0"/>
              </a:spcBef>
              <a:spcAft>
                <a:spcPts val="0"/>
              </a:spcAft>
              <a:buSzPts val="2000"/>
              <a:buFont typeface="Bebas Neue"/>
              <a:buNone/>
              <a:defRPr sz="2000">
                <a:latin typeface="Bebas Neue"/>
                <a:ea typeface="Bebas Neue"/>
                <a:cs typeface="Bebas Neue"/>
                <a:sym typeface="Bebas Neue"/>
              </a:defRPr>
            </a:lvl7pPr>
            <a:lvl8pPr lvl="7">
              <a:lnSpc>
                <a:spcPct val="100000"/>
              </a:lnSpc>
              <a:spcBef>
                <a:spcPts val="0"/>
              </a:spcBef>
              <a:spcAft>
                <a:spcPts val="0"/>
              </a:spcAft>
              <a:buSzPts val="2000"/>
              <a:buFont typeface="Bebas Neue"/>
              <a:buNone/>
              <a:defRPr sz="2000">
                <a:latin typeface="Bebas Neue"/>
                <a:ea typeface="Bebas Neue"/>
                <a:cs typeface="Bebas Neue"/>
                <a:sym typeface="Bebas Neue"/>
              </a:defRPr>
            </a:lvl8pPr>
            <a:lvl9pPr lvl="8">
              <a:lnSpc>
                <a:spcPct val="100000"/>
              </a:lnSpc>
              <a:spcBef>
                <a:spcPts val="0"/>
              </a:spcBef>
              <a:spcAft>
                <a:spcPts val="0"/>
              </a:spcAft>
              <a:buSzPts val="2000"/>
              <a:buFont typeface="Bebas Neue"/>
              <a:buNone/>
              <a:defRPr sz="2000">
                <a:latin typeface="Bebas Neue"/>
                <a:ea typeface="Bebas Neue"/>
                <a:cs typeface="Bebas Neue"/>
                <a:sym typeface="Bebas Neue"/>
              </a:defRPr>
            </a:lvl9pPr>
          </a:lstStyle>
          <a:p/>
        </p:txBody>
      </p:sp>
      <p:sp>
        <p:nvSpPr>
          <p:cNvPr id="812" name="Google Shape;812;p73"/>
          <p:cNvSpPr txBox="1"/>
          <p:nvPr>
            <p:ph idx="8" type="subTitle"/>
          </p:nvPr>
        </p:nvSpPr>
        <p:spPr>
          <a:xfrm>
            <a:off x="5736450" y="3258824"/>
            <a:ext cx="2151900" cy="65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Bebas Neue"/>
              <a:buNone/>
              <a:defRPr sz="2000">
                <a:solidFill>
                  <a:schemeClr val="dk1"/>
                </a:solidFill>
                <a:latin typeface="Trispace"/>
                <a:ea typeface="Trispace"/>
                <a:cs typeface="Trispace"/>
                <a:sym typeface="Trispace"/>
              </a:defRPr>
            </a:lvl1pPr>
            <a:lvl2pPr lvl="1">
              <a:lnSpc>
                <a:spcPct val="100000"/>
              </a:lnSpc>
              <a:spcBef>
                <a:spcPts val="0"/>
              </a:spcBef>
              <a:spcAft>
                <a:spcPts val="0"/>
              </a:spcAft>
              <a:buSzPts val="2000"/>
              <a:buFont typeface="Bebas Neue"/>
              <a:buNone/>
              <a:defRPr sz="2000">
                <a:latin typeface="Bebas Neue"/>
                <a:ea typeface="Bebas Neue"/>
                <a:cs typeface="Bebas Neue"/>
                <a:sym typeface="Bebas Neue"/>
              </a:defRPr>
            </a:lvl2pPr>
            <a:lvl3pPr lvl="2">
              <a:lnSpc>
                <a:spcPct val="100000"/>
              </a:lnSpc>
              <a:spcBef>
                <a:spcPts val="0"/>
              </a:spcBef>
              <a:spcAft>
                <a:spcPts val="0"/>
              </a:spcAft>
              <a:buSzPts val="2000"/>
              <a:buFont typeface="Bebas Neue"/>
              <a:buNone/>
              <a:defRPr sz="2000">
                <a:latin typeface="Bebas Neue"/>
                <a:ea typeface="Bebas Neue"/>
                <a:cs typeface="Bebas Neue"/>
                <a:sym typeface="Bebas Neue"/>
              </a:defRPr>
            </a:lvl3pPr>
            <a:lvl4pPr lvl="3">
              <a:lnSpc>
                <a:spcPct val="100000"/>
              </a:lnSpc>
              <a:spcBef>
                <a:spcPts val="0"/>
              </a:spcBef>
              <a:spcAft>
                <a:spcPts val="0"/>
              </a:spcAft>
              <a:buSzPts val="2000"/>
              <a:buFont typeface="Bebas Neue"/>
              <a:buNone/>
              <a:defRPr sz="2000">
                <a:latin typeface="Bebas Neue"/>
                <a:ea typeface="Bebas Neue"/>
                <a:cs typeface="Bebas Neue"/>
                <a:sym typeface="Bebas Neue"/>
              </a:defRPr>
            </a:lvl4pPr>
            <a:lvl5pPr lvl="4">
              <a:lnSpc>
                <a:spcPct val="100000"/>
              </a:lnSpc>
              <a:spcBef>
                <a:spcPts val="0"/>
              </a:spcBef>
              <a:spcAft>
                <a:spcPts val="0"/>
              </a:spcAft>
              <a:buSzPts val="2000"/>
              <a:buFont typeface="Bebas Neue"/>
              <a:buNone/>
              <a:defRPr sz="2000">
                <a:latin typeface="Bebas Neue"/>
                <a:ea typeface="Bebas Neue"/>
                <a:cs typeface="Bebas Neue"/>
                <a:sym typeface="Bebas Neue"/>
              </a:defRPr>
            </a:lvl5pPr>
            <a:lvl6pPr lvl="5">
              <a:lnSpc>
                <a:spcPct val="100000"/>
              </a:lnSpc>
              <a:spcBef>
                <a:spcPts val="0"/>
              </a:spcBef>
              <a:spcAft>
                <a:spcPts val="0"/>
              </a:spcAft>
              <a:buSzPts val="2000"/>
              <a:buFont typeface="Bebas Neue"/>
              <a:buNone/>
              <a:defRPr sz="2000">
                <a:latin typeface="Bebas Neue"/>
                <a:ea typeface="Bebas Neue"/>
                <a:cs typeface="Bebas Neue"/>
                <a:sym typeface="Bebas Neue"/>
              </a:defRPr>
            </a:lvl6pPr>
            <a:lvl7pPr lvl="6">
              <a:lnSpc>
                <a:spcPct val="100000"/>
              </a:lnSpc>
              <a:spcBef>
                <a:spcPts val="0"/>
              </a:spcBef>
              <a:spcAft>
                <a:spcPts val="0"/>
              </a:spcAft>
              <a:buSzPts val="2000"/>
              <a:buFont typeface="Bebas Neue"/>
              <a:buNone/>
              <a:defRPr sz="2000">
                <a:latin typeface="Bebas Neue"/>
                <a:ea typeface="Bebas Neue"/>
                <a:cs typeface="Bebas Neue"/>
                <a:sym typeface="Bebas Neue"/>
              </a:defRPr>
            </a:lvl7pPr>
            <a:lvl8pPr lvl="7">
              <a:lnSpc>
                <a:spcPct val="100000"/>
              </a:lnSpc>
              <a:spcBef>
                <a:spcPts val="0"/>
              </a:spcBef>
              <a:spcAft>
                <a:spcPts val="0"/>
              </a:spcAft>
              <a:buSzPts val="2000"/>
              <a:buFont typeface="Bebas Neue"/>
              <a:buNone/>
              <a:defRPr sz="2000">
                <a:latin typeface="Bebas Neue"/>
                <a:ea typeface="Bebas Neue"/>
                <a:cs typeface="Bebas Neue"/>
                <a:sym typeface="Bebas Neue"/>
              </a:defRPr>
            </a:lvl8pPr>
            <a:lvl9pPr lvl="8">
              <a:lnSpc>
                <a:spcPct val="100000"/>
              </a:lnSpc>
              <a:spcBef>
                <a:spcPts val="0"/>
              </a:spcBef>
              <a:spcAft>
                <a:spcPts val="0"/>
              </a:spcAft>
              <a:buSzPts val="2000"/>
              <a:buFont typeface="Bebas Neue"/>
              <a:buNone/>
              <a:defRPr sz="2000">
                <a:latin typeface="Bebas Neue"/>
                <a:ea typeface="Bebas Neue"/>
                <a:cs typeface="Bebas Neue"/>
                <a:sym typeface="Bebas Neue"/>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CUSTOM_4_1_1_2">
    <p:spTree>
      <p:nvGrpSpPr>
        <p:cNvPr id="813" name="Shape 813"/>
        <p:cNvGrpSpPr/>
        <p:nvPr/>
      </p:nvGrpSpPr>
      <p:grpSpPr>
        <a:xfrm>
          <a:off x="0" y="0"/>
          <a:ext cx="0" cy="0"/>
          <a:chOff x="0" y="0"/>
          <a:chExt cx="0" cy="0"/>
        </a:xfrm>
      </p:grpSpPr>
      <p:sp>
        <p:nvSpPr>
          <p:cNvPr id="814" name="Google Shape;814;p74"/>
          <p:cNvSpPr/>
          <p:nvPr/>
        </p:nvSpPr>
        <p:spPr>
          <a:xfrm flipH="1" rot="1292342">
            <a:off x="-3321456" y="1927346"/>
            <a:ext cx="6095930" cy="3491359"/>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74"/>
          <p:cNvSpPr/>
          <p:nvPr/>
        </p:nvSpPr>
        <p:spPr>
          <a:xfrm rot="4535783">
            <a:off x="6914450" y="2837966"/>
            <a:ext cx="3524110" cy="2396771"/>
          </a:xfrm>
          <a:custGeom>
            <a:rect b="b" l="l" r="r" t="t"/>
            <a:pathLst>
              <a:path extrusionOk="0" h="14034" w="20635">
                <a:moveTo>
                  <a:pt x="20635" y="687"/>
                </a:moveTo>
                <a:cubicBezTo>
                  <a:pt x="18637" y="687"/>
                  <a:pt x="16638" y="768"/>
                  <a:pt x="14649" y="643"/>
                </a:cubicBezTo>
                <a:cubicBezTo>
                  <a:pt x="12552" y="509"/>
                  <a:pt x="10492" y="224"/>
                  <a:pt x="8377" y="224"/>
                </a:cubicBezTo>
                <a:cubicBezTo>
                  <a:pt x="6879" y="224"/>
                  <a:pt x="5380" y="313"/>
                  <a:pt x="3899" y="313"/>
                </a:cubicBezTo>
                <a:cubicBezTo>
                  <a:pt x="3132" y="313"/>
                  <a:pt x="955" y="0"/>
                  <a:pt x="509" y="875"/>
                </a:cubicBezTo>
                <a:cubicBezTo>
                  <a:pt x="1" y="1883"/>
                  <a:pt x="2329" y="3792"/>
                  <a:pt x="2989" y="4300"/>
                </a:cubicBezTo>
                <a:cubicBezTo>
                  <a:pt x="4185" y="5228"/>
                  <a:pt x="5433" y="5335"/>
                  <a:pt x="6879" y="5549"/>
                </a:cubicBezTo>
                <a:cubicBezTo>
                  <a:pt x="8422" y="5781"/>
                  <a:pt x="9832" y="5995"/>
                  <a:pt x="11107" y="6941"/>
                </a:cubicBezTo>
                <a:cubicBezTo>
                  <a:pt x="12196" y="7762"/>
                  <a:pt x="12829" y="8966"/>
                  <a:pt x="13516" y="10099"/>
                </a:cubicBezTo>
                <a:cubicBezTo>
                  <a:pt x="14230" y="11268"/>
                  <a:pt x="15291" y="12151"/>
                  <a:pt x="16496" y="12775"/>
                </a:cubicBezTo>
                <a:cubicBezTo>
                  <a:pt x="17566" y="13320"/>
                  <a:pt x="19074" y="13998"/>
                  <a:pt x="20278" y="14033"/>
                </a:cubicBezTo>
                <a:cubicBezTo>
                  <a:pt x="20421" y="13221"/>
                  <a:pt x="20314" y="12383"/>
                  <a:pt x="20332" y="11562"/>
                </a:cubicBezTo>
                <a:cubicBezTo>
                  <a:pt x="20349" y="10732"/>
                  <a:pt x="20635" y="9930"/>
                  <a:pt x="20635" y="9109"/>
                </a:cubicBezTo>
                <a:cubicBezTo>
                  <a:pt x="20635" y="8252"/>
                  <a:pt x="20635" y="7387"/>
                  <a:pt x="20635" y="6531"/>
                </a:cubicBezTo>
                <a:lnTo>
                  <a:pt x="20635" y="1713"/>
                </a:lnTo>
                <a:close/>
              </a:path>
            </a:pathLst>
          </a:custGeom>
          <a:gradFill>
            <a:gsLst>
              <a:gs pos="0">
                <a:srgbClr val="8134EC">
                  <a:alpha val="70196"/>
                </a:srgbClr>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6" name="Google Shape;816;p74"/>
          <p:cNvGrpSpPr/>
          <p:nvPr/>
        </p:nvGrpSpPr>
        <p:grpSpPr>
          <a:xfrm rot="10800000">
            <a:off x="8514859" y="2937143"/>
            <a:ext cx="511267" cy="2017916"/>
            <a:chOff x="8552930" y="2910118"/>
            <a:chExt cx="511267" cy="2017916"/>
          </a:xfrm>
        </p:grpSpPr>
        <p:sp>
          <p:nvSpPr>
            <p:cNvPr id="817" name="Google Shape;817;p74"/>
            <p:cNvSpPr/>
            <p:nvPr/>
          </p:nvSpPr>
          <p:spPr>
            <a:xfrm>
              <a:off x="8737186" y="33506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74"/>
            <p:cNvSpPr/>
            <p:nvPr/>
          </p:nvSpPr>
          <p:spPr>
            <a:xfrm>
              <a:off x="8601061" y="4600990"/>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74"/>
            <p:cNvSpPr/>
            <p:nvPr/>
          </p:nvSpPr>
          <p:spPr>
            <a:xfrm>
              <a:off x="8552930" y="291011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0" name="Google Shape;820;p74"/>
          <p:cNvGrpSpPr/>
          <p:nvPr/>
        </p:nvGrpSpPr>
        <p:grpSpPr>
          <a:xfrm rot="7347507">
            <a:off x="134581" y="3888252"/>
            <a:ext cx="912282" cy="1615081"/>
            <a:chOff x="133086" y="3408328"/>
            <a:chExt cx="912262" cy="1615044"/>
          </a:xfrm>
        </p:grpSpPr>
        <p:sp>
          <p:nvSpPr>
            <p:cNvPr id="821" name="Google Shape;821;p74"/>
            <p:cNvSpPr/>
            <p:nvPr/>
          </p:nvSpPr>
          <p:spPr>
            <a:xfrm>
              <a:off x="265110" y="340832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74"/>
            <p:cNvSpPr/>
            <p:nvPr/>
          </p:nvSpPr>
          <p:spPr>
            <a:xfrm>
              <a:off x="385324" y="4098816"/>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74"/>
            <p:cNvSpPr/>
            <p:nvPr/>
          </p:nvSpPr>
          <p:spPr>
            <a:xfrm>
              <a:off x="133086" y="469632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4" name="Google Shape;824;p74"/>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25" name="Google Shape;825;p74"/>
          <p:cNvSpPr txBox="1"/>
          <p:nvPr>
            <p:ph idx="1" type="body"/>
          </p:nvPr>
        </p:nvSpPr>
        <p:spPr>
          <a:xfrm>
            <a:off x="720000" y="1215750"/>
            <a:ext cx="7704000" cy="11454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Char char="●"/>
              <a:defRPr sz="1200">
                <a:solidFill>
                  <a:schemeClr val="dk1"/>
                </a:solidFill>
              </a:defRPr>
            </a:lvl1pPr>
            <a:lvl2pPr indent="-304800" lvl="1" marL="914400">
              <a:lnSpc>
                <a:spcPct val="115000"/>
              </a:lnSpc>
              <a:spcBef>
                <a:spcPts val="1600"/>
              </a:spcBef>
              <a:spcAft>
                <a:spcPts val="0"/>
              </a:spcAft>
              <a:buClr>
                <a:schemeClr val="dk1"/>
              </a:buClr>
              <a:buSzPts val="1200"/>
              <a:buFont typeface="Roboto Condensed Light"/>
              <a:buChar char="○"/>
              <a:defRPr>
                <a:solidFill>
                  <a:schemeClr val="dk1"/>
                </a:solidFill>
              </a:defRPr>
            </a:lvl2pPr>
            <a:lvl3pPr indent="-304800" lvl="2" marL="1371600">
              <a:lnSpc>
                <a:spcPct val="115000"/>
              </a:lnSpc>
              <a:spcBef>
                <a:spcPts val="1600"/>
              </a:spcBef>
              <a:spcAft>
                <a:spcPts val="0"/>
              </a:spcAft>
              <a:buClr>
                <a:schemeClr val="dk1"/>
              </a:buClr>
              <a:buSzPts val="1200"/>
              <a:buFont typeface="Roboto Condensed Light"/>
              <a:buChar char="■"/>
              <a:defRPr>
                <a:solidFill>
                  <a:schemeClr val="dk1"/>
                </a:solidFill>
              </a:defRPr>
            </a:lvl3pPr>
            <a:lvl4pPr indent="-304800" lvl="3" marL="1828800">
              <a:lnSpc>
                <a:spcPct val="115000"/>
              </a:lnSpc>
              <a:spcBef>
                <a:spcPts val="1600"/>
              </a:spcBef>
              <a:spcAft>
                <a:spcPts val="0"/>
              </a:spcAft>
              <a:buClr>
                <a:schemeClr val="dk1"/>
              </a:buClr>
              <a:buSzPts val="1200"/>
              <a:buFont typeface="Roboto Condensed Light"/>
              <a:buChar char="●"/>
              <a:defRPr>
                <a:solidFill>
                  <a:schemeClr val="dk1"/>
                </a:solidFill>
              </a:defRPr>
            </a:lvl4pPr>
            <a:lvl5pPr indent="-304800" lvl="4" marL="2286000">
              <a:lnSpc>
                <a:spcPct val="115000"/>
              </a:lnSpc>
              <a:spcBef>
                <a:spcPts val="1600"/>
              </a:spcBef>
              <a:spcAft>
                <a:spcPts val="0"/>
              </a:spcAft>
              <a:buClr>
                <a:schemeClr val="dk1"/>
              </a:buClr>
              <a:buSzPts val="1200"/>
              <a:buFont typeface="Roboto Condensed Light"/>
              <a:buChar char="○"/>
              <a:defRPr>
                <a:solidFill>
                  <a:schemeClr val="dk1"/>
                </a:solidFill>
              </a:defRPr>
            </a:lvl5pPr>
            <a:lvl6pPr indent="-304800" lvl="5" marL="2743200">
              <a:lnSpc>
                <a:spcPct val="115000"/>
              </a:lnSpc>
              <a:spcBef>
                <a:spcPts val="1600"/>
              </a:spcBef>
              <a:spcAft>
                <a:spcPts val="0"/>
              </a:spcAft>
              <a:buClr>
                <a:schemeClr val="dk1"/>
              </a:buClr>
              <a:buSzPts val="1200"/>
              <a:buFont typeface="Roboto Condensed Light"/>
              <a:buChar char="■"/>
              <a:defRPr>
                <a:solidFill>
                  <a:schemeClr val="dk1"/>
                </a:solidFill>
              </a:defRPr>
            </a:lvl6pPr>
            <a:lvl7pPr indent="-304800" lvl="6" marL="3200400">
              <a:lnSpc>
                <a:spcPct val="115000"/>
              </a:lnSpc>
              <a:spcBef>
                <a:spcPts val="1600"/>
              </a:spcBef>
              <a:spcAft>
                <a:spcPts val="0"/>
              </a:spcAft>
              <a:buClr>
                <a:schemeClr val="dk1"/>
              </a:buClr>
              <a:buSzPts val="1200"/>
              <a:buFont typeface="Roboto Condensed Light"/>
              <a:buChar char="●"/>
              <a:defRPr>
                <a:solidFill>
                  <a:schemeClr val="dk1"/>
                </a:solidFill>
              </a:defRPr>
            </a:lvl7pPr>
            <a:lvl8pPr indent="-304800" lvl="7" marL="3657600">
              <a:lnSpc>
                <a:spcPct val="115000"/>
              </a:lnSpc>
              <a:spcBef>
                <a:spcPts val="1600"/>
              </a:spcBef>
              <a:spcAft>
                <a:spcPts val="0"/>
              </a:spcAft>
              <a:buClr>
                <a:schemeClr val="dk1"/>
              </a:buClr>
              <a:buSzPts val="1200"/>
              <a:buFont typeface="Roboto Condensed Light"/>
              <a:buChar char="○"/>
              <a:defRPr>
                <a:solidFill>
                  <a:schemeClr val="dk1"/>
                </a:solidFill>
              </a:defRPr>
            </a:lvl8pPr>
            <a:lvl9pPr indent="-304800" lvl="8" marL="4114800">
              <a:lnSpc>
                <a:spcPct val="115000"/>
              </a:lnSpc>
              <a:spcBef>
                <a:spcPts val="1600"/>
              </a:spcBef>
              <a:spcAft>
                <a:spcPts val="1600"/>
              </a:spcAft>
              <a:buClr>
                <a:schemeClr val="dk1"/>
              </a:buClr>
              <a:buSzPts val="1200"/>
              <a:buFont typeface="Roboto Condensed Light"/>
              <a:buChar char="■"/>
              <a:defRPr>
                <a:solidFill>
                  <a:schemeClr val="dk1"/>
                </a:solidFill>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_3">
    <p:spTree>
      <p:nvGrpSpPr>
        <p:cNvPr id="826" name="Shape 826"/>
        <p:cNvGrpSpPr/>
        <p:nvPr/>
      </p:nvGrpSpPr>
      <p:grpSpPr>
        <a:xfrm>
          <a:off x="0" y="0"/>
          <a:ext cx="0" cy="0"/>
          <a:chOff x="0" y="0"/>
          <a:chExt cx="0" cy="0"/>
        </a:xfrm>
      </p:grpSpPr>
      <p:sp>
        <p:nvSpPr>
          <p:cNvPr id="827" name="Google Shape;827;p75"/>
          <p:cNvSpPr/>
          <p:nvPr/>
        </p:nvSpPr>
        <p:spPr>
          <a:xfrm flipH="1">
            <a:off x="-3429082" y="2598063"/>
            <a:ext cx="6095899" cy="3491380"/>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75"/>
          <p:cNvSpPr/>
          <p:nvPr/>
        </p:nvSpPr>
        <p:spPr>
          <a:xfrm rot="-542519">
            <a:off x="6823253" y="-353355"/>
            <a:ext cx="2625360" cy="1785525"/>
          </a:xfrm>
          <a:custGeom>
            <a:rect b="b" l="l" r="r" t="t"/>
            <a:pathLst>
              <a:path extrusionOk="0" h="14034" w="20635">
                <a:moveTo>
                  <a:pt x="20635" y="687"/>
                </a:moveTo>
                <a:cubicBezTo>
                  <a:pt x="18637" y="687"/>
                  <a:pt x="16638" y="768"/>
                  <a:pt x="14649" y="643"/>
                </a:cubicBezTo>
                <a:cubicBezTo>
                  <a:pt x="12552" y="509"/>
                  <a:pt x="10492" y="224"/>
                  <a:pt x="8377" y="224"/>
                </a:cubicBezTo>
                <a:cubicBezTo>
                  <a:pt x="6879" y="224"/>
                  <a:pt x="5380" y="313"/>
                  <a:pt x="3899" y="313"/>
                </a:cubicBezTo>
                <a:cubicBezTo>
                  <a:pt x="3132" y="313"/>
                  <a:pt x="955" y="0"/>
                  <a:pt x="509" y="875"/>
                </a:cubicBezTo>
                <a:cubicBezTo>
                  <a:pt x="1" y="1883"/>
                  <a:pt x="2329" y="3792"/>
                  <a:pt x="2989" y="4300"/>
                </a:cubicBezTo>
                <a:cubicBezTo>
                  <a:pt x="4185" y="5228"/>
                  <a:pt x="5433" y="5335"/>
                  <a:pt x="6879" y="5549"/>
                </a:cubicBezTo>
                <a:cubicBezTo>
                  <a:pt x="8422" y="5781"/>
                  <a:pt x="9832" y="5995"/>
                  <a:pt x="11107" y="6941"/>
                </a:cubicBezTo>
                <a:cubicBezTo>
                  <a:pt x="12196" y="7762"/>
                  <a:pt x="12829" y="8966"/>
                  <a:pt x="13516" y="10099"/>
                </a:cubicBezTo>
                <a:cubicBezTo>
                  <a:pt x="14230" y="11268"/>
                  <a:pt x="15291" y="12151"/>
                  <a:pt x="16496" y="12775"/>
                </a:cubicBezTo>
                <a:cubicBezTo>
                  <a:pt x="17566" y="13320"/>
                  <a:pt x="19074" y="13998"/>
                  <a:pt x="20278" y="14033"/>
                </a:cubicBezTo>
                <a:cubicBezTo>
                  <a:pt x="20421" y="13221"/>
                  <a:pt x="20314" y="12383"/>
                  <a:pt x="20332" y="11562"/>
                </a:cubicBezTo>
                <a:cubicBezTo>
                  <a:pt x="20349" y="10732"/>
                  <a:pt x="20635" y="9930"/>
                  <a:pt x="20635" y="9109"/>
                </a:cubicBezTo>
                <a:cubicBezTo>
                  <a:pt x="20635" y="8252"/>
                  <a:pt x="20635" y="7387"/>
                  <a:pt x="20635" y="6531"/>
                </a:cubicBezTo>
                <a:lnTo>
                  <a:pt x="20635" y="1713"/>
                </a:lnTo>
                <a:close/>
              </a:path>
            </a:pathLst>
          </a:custGeom>
          <a:gradFill>
            <a:gsLst>
              <a:gs pos="0">
                <a:srgbClr val="8134EC">
                  <a:alpha val="70196"/>
                </a:srgbClr>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9" name="Google Shape;829;p75"/>
          <p:cNvGrpSpPr/>
          <p:nvPr/>
        </p:nvGrpSpPr>
        <p:grpSpPr>
          <a:xfrm>
            <a:off x="7560023" y="54840"/>
            <a:ext cx="1504175" cy="1244157"/>
            <a:chOff x="7560023" y="2814490"/>
            <a:chExt cx="1504175" cy="1244157"/>
          </a:xfrm>
        </p:grpSpPr>
        <p:sp>
          <p:nvSpPr>
            <p:cNvPr id="830" name="Google Shape;830;p75"/>
            <p:cNvSpPr/>
            <p:nvPr/>
          </p:nvSpPr>
          <p:spPr>
            <a:xfrm>
              <a:off x="7560023" y="2814490"/>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75"/>
            <p:cNvSpPr/>
            <p:nvPr/>
          </p:nvSpPr>
          <p:spPr>
            <a:xfrm>
              <a:off x="8737186" y="37316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75"/>
            <p:cNvSpPr/>
            <p:nvPr/>
          </p:nvSpPr>
          <p:spPr>
            <a:xfrm>
              <a:off x="8552936" y="342187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75"/>
            <p:cNvSpPr/>
            <p:nvPr/>
          </p:nvSpPr>
          <p:spPr>
            <a:xfrm>
              <a:off x="8552930" y="291011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4" name="Google Shape;834;p75"/>
          <p:cNvGrpSpPr/>
          <p:nvPr/>
        </p:nvGrpSpPr>
        <p:grpSpPr>
          <a:xfrm>
            <a:off x="-33427" y="3476090"/>
            <a:ext cx="682702" cy="1547282"/>
            <a:chOff x="-33427" y="3476090"/>
            <a:chExt cx="682702" cy="1547282"/>
          </a:xfrm>
        </p:grpSpPr>
        <p:sp>
          <p:nvSpPr>
            <p:cNvPr id="835" name="Google Shape;835;p75"/>
            <p:cNvSpPr/>
            <p:nvPr/>
          </p:nvSpPr>
          <p:spPr>
            <a:xfrm>
              <a:off x="180505" y="42564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75"/>
            <p:cNvSpPr/>
            <p:nvPr/>
          </p:nvSpPr>
          <p:spPr>
            <a:xfrm>
              <a:off x="-33427" y="3476090"/>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75"/>
            <p:cNvSpPr/>
            <p:nvPr/>
          </p:nvSpPr>
          <p:spPr>
            <a:xfrm>
              <a:off x="133086" y="469632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8" name="Google Shape;838;p75"/>
          <p:cNvSpPr txBox="1"/>
          <p:nvPr>
            <p:ph type="title"/>
          </p:nvPr>
        </p:nvSpPr>
        <p:spPr>
          <a:xfrm>
            <a:off x="720075" y="539400"/>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39" name="Google Shape;839;p75"/>
          <p:cNvSpPr txBox="1"/>
          <p:nvPr>
            <p:ph idx="1" type="subTitle"/>
          </p:nvPr>
        </p:nvSpPr>
        <p:spPr>
          <a:xfrm>
            <a:off x="814550" y="2992900"/>
            <a:ext cx="2394900" cy="1452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400"/>
              <a:buNone/>
              <a:defRPr>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1600"/>
              </a:spcBef>
              <a:spcAft>
                <a:spcPts val="0"/>
              </a:spcAft>
              <a:buClr>
                <a:schemeClr val="dk1"/>
              </a:buClr>
              <a:buSzPts val="1200"/>
              <a:buNone/>
              <a:defRPr>
                <a:solidFill>
                  <a:schemeClr val="dk1"/>
                </a:solidFill>
              </a:defRPr>
            </a:lvl3pPr>
            <a:lvl4pPr lvl="3" algn="ctr">
              <a:lnSpc>
                <a:spcPct val="100000"/>
              </a:lnSpc>
              <a:spcBef>
                <a:spcPts val="1600"/>
              </a:spcBef>
              <a:spcAft>
                <a:spcPts val="0"/>
              </a:spcAft>
              <a:buClr>
                <a:schemeClr val="dk1"/>
              </a:buClr>
              <a:buSzPts val="1200"/>
              <a:buNone/>
              <a:defRPr>
                <a:solidFill>
                  <a:schemeClr val="dk1"/>
                </a:solidFill>
              </a:defRPr>
            </a:lvl4pPr>
            <a:lvl5pPr lvl="4" algn="ctr">
              <a:lnSpc>
                <a:spcPct val="100000"/>
              </a:lnSpc>
              <a:spcBef>
                <a:spcPts val="1600"/>
              </a:spcBef>
              <a:spcAft>
                <a:spcPts val="0"/>
              </a:spcAft>
              <a:buClr>
                <a:schemeClr val="dk1"/>
              </a:buClr>
              <a:buSzPts val="1200"/>
              <a:buNone/>
              <a:defRPr>
                <a:solidFill>
                  <a:schemeClr val="dk1"/>
                </a:solidFill>
              </a:defRPr>
            </a:lvl5pPr>
            <a:lvl6pPr lvl="5" algn="ctr">
              <a:lnSpc>
                <a:spcPct val="100000"/>
              </a:lnSpc>
              <a:spcBef>
                <a:spcPts val="1600"/>
              </a:spcBef>
              <a:spcAft>
                <a:spcPts val="0"/>
              </a:spcAft>
              <a:buClr>
                <a:schemeClr val="dk1"/>
              </a:buClr>
              <a:buSzPts val="1200"/>
              <a:buNone/>
              <a:defRPr>
                <a:solidFill>
                  <a:schemeClr val="dk1"/>
                </a:solidFill>
              </a:defRPr>
            </a:lvl6pPr>
            <a:lvl7pPr lvl="6" algn="ctr">
              <a:lnSpc>
                <a:spcPct val="100000"/>
              </a:lnSpc>
              <a:spcBef>
                <a:spcPts val="1600"/>
              </a:spcBef>
              <a:spcAft>
                <a:spcPts val="0"/>
              </a:spcAft>
              <a:buClr>
                <a:schemeClr val="dk1"/>
              </a:buClr>
              <a:buSzPts val="1200"/>
              <a:buNone/>
              <a:defRPr>
                <a:solidFill>
                  <a:schemeClr val="dk1"/>
                </a:solidFill>
              </a:defRPr>
            </a:lvl7pPr>
            <a:lvl8pPr lvl="7" algn="ctr">
              <a:lnSpc>
                <a:spcPct val="100000"/>
              </a:lnSpc>
              <a:spcBef>
                <a:spcPts val="1600"/>
              </a:spcBef>
              <a:spcAft>
                <a:spcPts val="0"/>
              </a:spcAft>
              <a:buClr>
                <a:schemeClr val="dk1"/>
              </a:buClr>
              <a:buSzPts val="1200"/>
              <a:buNone/>
              <a:defRPr>
                <a:solidFill>
                  <a:schemeClr val="dk1"/>
                </a:solidFill>
              </a:defRPr>
            </a:lvl8pPr>
            <a:lvl9pPr lvl="8" algn="ctr">
              <a:lnSpc>
                <a:spcPct val="100000"/>
              </a:lnSpc>
              <a:spcBef>
                <a:spcPts val="1600"/>
              </a:spcBef>
              <a:spcAft>
                <a:spcPts val="1600"/>
              </a:spcAft>
              <a:buClr>
                <a:schemeClr val="dk1"/>
              </a:buClr>
              <a:buSzPts val="1200"/>
              <a:buNone/>
              <a:defRPr>
                <a:solidFill>
                  <a:schemeClr val="dk1"/>
                </a:solidFill>
              </a:defRPr>
            </a:lvl9pPr>
          </a:lstStyle>
          <a:p/>
        </p:txBody>
      </p:sp>
      <p:sp>
        <p:nvSpPr>
          <p:cNvPr id="840" name="Google Shape;840;p75"/>
          <p:cNvSpPr txBox="1"/>
          <p:nvPr>
            <p:ph idx="2" type="subTitle"/>
          </p:nvPr>
        </p:nvSpPr>
        <p:spPr>
          <a:xfrm>
            <a:off x="3374720" y="2992900"/>
            <a:ext cx="2394900" cy="1452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400"/>
              <a:buNone/>
              <a:defRPr>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1600"/>
              </a:spcBef>
              <a:spcAft>
                <a:spcPts val="0"/>
              </a:spcAft>
              <a:buClr>
                <a:schemeClr val="dk1"/>
              </a:buClr>
              <a:buSzPts val="1200"/>
              <a:buNone/>
              <a:defRPr>
                <a:solidFill>
                  <a:schemeClr val="dk1"/>
                </a:solidFill>
              </a:defRPr>
            </a:lvl3pPr>
            <a:lvl4pPr lvl="3" algn="ctr">
              <a:lnSpc>
                <a:spcPct val="100000"/>
              </a:lnSpc>
              <a:spcBef>
                <a:spcPts val="1600"/>
              </a:spcBef>
              <a:spcAft>
                <a:spcPts val="0"/>
              </a:spcAft>
              <a:buClr>
                <a:schemeClr val="dk1"/>
              </a:buClr>
              <a:buSzPts val="1200"/>
              <a:buNone/>
              <a:defRPr>
                <a:solidFill>
                  <a:schemeClr val="dk1"/>
                </a:solidFill>
              </a:defRPr>
            </a:lvl4pPr>
            <a:lvl5pPr lvl="4" algn="ctr">
              <a:lnSpc>
                <a:spcPct val="100000"/>
              </a:lnSpc>
              <a:spcBef>
                <a:spcPts val="1600"/>
              </a:spcBef>
              <a:spcAft>
                <a:spcPts val="0"/>
              </a:spcAft>
              <a:buClr>
                <a:schemeClr val="dk1"/>
              </a:buClr>
              <a:buSzPts val="1200"/>
              <a:buNone/>
              <a:defRPr>
                <a:solidFill>
                  <a:schemeClr val="dk1"/>
                </a:solidFill>
              </a:defRPr>
            </a:lvl5pPr>
            <a:lvl6pPr lvl="5" algn="ctr">
              <a:lnSpc>
                <a:spcPct val="100000"/>
              </a:lnSpc>
              <a:spcBef>
                <a:spcPts val="1600"/>
              </a:spcBef>
              <a:spcAft>
                <a:spcPts val="0"/>
              </a:spcAft>
              <a:buClr>
                <a:schemeClr val="dk1"/>
              </a:buClr>
              <a:buSzPts val="1200"/>
              <a:buNone/>
              <a:defRPr>
                <a:solidFill>
                  <a:schemeClr val="dk1"/>
                </a:solidFill>
              </a:defRPr>
            </a:lvl6pPr>
            <a:lvl7pPr lvl="6" algn="ctr">
              <a:lnSpc>
                <a:spcPct val="100000"/>
              </a:lnSpc>
              <a:spcBef>
                <a:spcPts val="1600"/>
              </a:spcBef>
              <a:spcAft>
                <a:spcPts val="0"/>
              </a:spcAft>
              <a:buClr>
                <a:schemeClr val="dk1"/>
              </a:buClr>
              <a:buSzPts val="1200"/>
              <a:buNone/>
              <a:defRPr>
                <a:solidFill>
                  <a:schemeClr val="dk1"/>
                </a:solidFill>
              </a:defRPr>
            </a:lvl7pPr>
            <a:lvl8pPr lvl="7" algn="ctr">
              <a:lnSpc>
                <a:spcPct val="100000"/>
              </a:lnSpc>
              <a:spcBef>
                <a:spcPts val="1600"/>
              </a:spcBef>
              <a:spcAft>
                <a:spcPts val="0"/>
              </a:spcAft>
              <a:buClr>
                <a:schemeClr val="dk1"/>
              </a:buClr>
              <a:buSzPts val="1200"/>
              <a:buNone/>
              <a:defRPr>
                <a:solidFill>
                  <a:schemeClr val="dk1"/>
                </a:solidFill>
              </a:defRPr>
            </a:lvl8pPr>
            <a:lvl9pPr lvl="8" algn="ctr">
              <a:lnSpc>
                <a:spcPct val="100000"/>
              </a:lnSpc>
              <a:spcBef>
                <a:spcPts val="1600"/>
              </a:spcBef>
              <a:spcAft>
                <a:spcPts val="1600"/>
              </a:spcAft>
              <a:buClr>
                <a:schemeClr val="dk1"/>
              </a:buClr>
              <a:buSzPts val="1200"/>
              <a:buNone/>
              <a:defRPr>
                <a:solidFill>
                  <a:schemeClr val="dk1"/>
                </a:solidFill>
              </a:defRPr>
            </a:lvl9pPr>
          </a:lstStyle>
          <a:p/>
        </p:txBody>
      </p:sp>
      <p:sp>
        <p:nvSpPr>
          <p:cNvPr id="841" name="Google Shape;841;p75"/>
          <p:cNvSpPr txBox="1"/>
          <p:nvPr>
            <p:ph idx="3" type="subTitle"/>
          </p:nvPr>
        </p:nvSpPr>
        <p:spPr>
          <a:xfrm>
            <a:off x="5934871" y="2992900"/>
            <a:ext cx="2394900" cy="1452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400"/>
              <a:buNone/>
              <a:defRPr>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1600"/>
              </a:spcBef>
              <a:spcAft>
                <a:spcPts val="0"/>
              </a:spcAft>
              <a:buClr>
                <a:schemeClr val="dk1"/>
              </a:buClr>
              <a:buSzPts val="1200"/>
              <a:buNone/>
              <a:defRPr>
                <a:solidFill>
                  <a:schemeClr val="dk1"/>
                </a:solidFill>
              </a:defRPr>
            </a:lvl3pPr>
            <a:lvl4pPr lvl="3" algn="ctr">
              <a:lnSpc>
                <a:spcPct val="100000"/>
              </a:lnSpc>
              <a:spcBef>
                <a:spcPts val="1600"/>
              </a:spcBef>
              <a:spcAft>
                <a:spcPts val="0"/>
              </a:spcAft>
              <a:buClr>
                <a:schemeClr val="dk1"/>
              </a:buClr>
              <a:buSzPts val="1200"/>
              <a:buNone/>
              <a:defRPr>
                <a:solidFill>
                  <a:schemeClr val="dk1"/>
                </a:solidFill>
              </a:defRPr>
            </a:lvl4pPr>
            <a:lvl5pPr lvl="4" algn="ctr">
              <a:lnSpc>
                <a:spcPct val="100000"/>
              </a:lnSpc>
              <a:spcBef>
                <a:spcPts val="1600"/>
              </a:spcBef>
              <a:spcAft>
                <a:spcPts val="0"/>
              </a:spcAft>
              <a:buClr>
                <a:schemeClr val="dk1"/>
              </a:buClr>
              <a:buSzPts val="1200"/>
              <a:buNone/>
              <a:defRPr>
                <a:solidFill>
                  <a:schemeClr val="dk1"/>
                </a:solidFill>
              </a:defRPr>
            </a:lvl5pPr>
            <a:lvl6pPr lvl="5" algn="ctr">
              <a:lnSpc>
                <a:spcPct val="100000"/>
              </a:lnSpc>
              <a:spcBef>
                <a:spcPts val="1600"/>
              </a:spcBef>
              <a:spcAft>
                <a:spcPts val="0"/>
              </a:spcAft>
              <a:buClr>
                <a:schemeClr val="dk1"/>
              </a:buClr>
              <a:buSzPts val="1200"/>
              <a:buNone/>
              <a:defRPr>
                <a:solidFill>
                  <a:schemeClr val="dk1"/>
                </a:solidFill>
              </a:defRPr>
            </a:lvl6pPr>
            <a:lvl7pPr lvl="6" algn="ctr">
              <a:lnSpc>
                <a:spcPct val="100000"/>
              </a:lnSpc>
              <a:spcBef>
                <a:spcPts val="1600"/>
              </a:spcBef>
              <a:spcAft>
                <a:spcPts val="0"/>
              </a:spcAft>
              <a:buClr>
                <a:schemeClr val="dk1"/>
              </a:buClr>
              <a:buSzPts val="1200"/>
              <a:buNone/>
              <a:defRPr>
                <a:solidFill>
                  <a:schemeClr val="dk1"/>
                </a:solidFill>
              </a:defRPr>
            </a:lvl7pPr>
            <a:lvl8pPr lvl="7" algn="ctr">
              <a:lnSpc>
                <a:spcPct val="100000"/>
              </a:lnSpc>
              <a:spcBef>
                <a:spcPts val="1600"/>
              </a:spcBef>
              <a:spcAft>
                <a:spcPts val="0"/>
              </a:spcAft>
              <a:buClr>
                <a:schemeClr val="dk1"/>
              </a:buClr>
              <a:buSzPts val="1200"/>
              <a:buNone/>
              <a:defRPr>
                <a:solidFill>
                  <a:schemeClr val="dk1"/>
                </a:solidFill>
              </a:defRPr>
            </a:lvl8pPr>
            <a:lvl9pPr lvl="8" algn="ctr">
              <a:lnSpc>
                <a:spcPct val="100000"/>
              </a:lnSpc>
              <a:spcBef>
                <a:spcPts val="1600"/>
              </a:spcBef>
              <a:spcAft>
                <a:spcPts val="1600"/>
              </a:spcAft>
              <a:buClr>
                <a:schemeClr val="dk1"/>
              </a:buClr>
              <a:buSzPts val="1200"/>
              <a:buNone/>
              <a:defRPr>
                <a:solidFill>
                  <a:schemeClr val="dk1"/>
                </a:solidFill>
              </a:defRPr>
            </a:lvl9pPr>
          </a:lstStyle>
          <a:p/>
        </p:txBody>
      </p:sp>
      <p:sp>
        <p:nvSpPr>
          <p:cNvPr id="842" name="Google Shape;842;p75"/>
          <p:cNvSpPr txBox="1"/>
          <p:nvPr>
            <p:ph idx="4" type="subTitle"/>
          </p:nvPr>
        </p:nvSpPr>
        <p:spPr>
          <a:xfrm>
            <a:off x="814550" y="2674275"/>
            <a:ext cx="2394900" cy="4062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Trispace"/>
              <a:buNone/>
              <a:defRPr sz="2000">
                <a:solidFill>
                  <a:schemeClr val="dk1"/>
                </a:solidFill>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843" name="Google Shape;843;p75"/>
          <p:cNvSpPr txBox="1"/>
          <p:nvPr>
            <p:ph idx="5" type="subTitle"/>
          </p:nvPr>
        </p:nvSpPr>
        <p:spPr>
          <a:xfrm>
            <a:off x="3374721" y="2674275"/>
            <a:ext cx="2394900" cy="4062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Trispace"/>
              <a:buNone/>
              <a:defRPr sz="2000">
                <a:solidFill>
                  <a:schemeClr val="dk1"/>
                </a:solidFill>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844" name="Google Shape;844;p75"/>
          <p:cNvSpPr txBox="1"/>
          <p:nvPr>
            <p:ph idx="6" type="subTitle"/>
          </p:nvPr>
        </p:nvSpPr>
        <p:spPr>
          <a:xfrm>
            <a:off x="5934864" y="2674275"/>
            <a:ext cx="2394900" cy="4062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Trispace"/>
              <a:buNone/>
              <a:defRPr sz="2000">
                <a:solidFill>
                  <a:schemeClr val="dk1"/>
                </a:solidFill>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845" name="Shape 845"/>
        <p:cNvGrpSpPr/>
        <p:nvPr/>
      </p:nvGrpSpPr>
      <p:grpSpPr>
        <a:xfrm>
          <a:off x="0" y="0"/>
          <a:ext cx="0" cy="0"/>
          <a:chOff x="0" y="0"/>
          <a:chExt cx="0" cy="0"/>
        </a:xfrm>
      </p:grpSpPr>
      <p:sp>
        <p:nvSpPr>
          <p:cNvPr id="846" name="Google Shape;846;p76"/>
          <p:cNvSpPr/>
          <p:nvPr/>
        </p:nvSpPr>
        <p:spPr>
          <a:xfrm flipH="1" rot="4372063">
            <a:off x="-3257636" y="1228893"/>
            <a:ext cx="6095914" cy="3491344"/>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76"/>
          <p:cNvSpPr/>
          <p:nvPr/>
        </p:nvSpPr>
        <p:spPr>
          <a:xfrm rot="5400000">
            <a:off x="6668857" y="3202942"/>
            <a:ext cx="3524097" cy="2396762"/>
          </a:xfrm>
          <a:custGeom>
            <a:rect b="b" l="l" r="r" t="t"/>
            <a:pathLst>
              <a:path extrusionOk="0" h="14034" w="20635">
                <a:moveTo>
                  <a:pt x="20635" y="687"/>
                </a:moveTo>
                <a:cubicBezTo>
                  <a:pt x="18637" y="687"/>
                  <a:pt x="16638" y="768"/>
                  <a:pt x="14649" y="643"/>
                </a:cubicBezTo>
                <a:cubicBezTo>
                  <a:pt x="12552" y="509"/>
                  <a:pt x="10492" y="224"/>
                  <a:pt x="8377" y="224"/>
                </a:cubicBezTo>
                <a:cubicBezTo>
                  <a:pt x="6879" y="224"/>
                  <a:pt x="5380" y="313"/>
                  <a:pt x="3899" y="313"/>
                </a:cubicBezTo>
                <a:cubicBezTo>
                  <a:pt x="3132" y="313"/>
                  <a:pt x="955" y="0"/>
                  <a:pt x="509" y="875"/>
                </a:cubicBezTo>
                <a:cubicBezTo>
                  <a:pt x="1" y="1883"/>
                  <a:pt x="2329" y="3792"/>
                  <a:pt x="2989" y="4300"/>
                </a:cubicBezTo>
                <a:cubicBezTo>
                  <a:pt x="4185" y="5228"/>
                  <a:pt x="5433" y="5335"/>
                  <a:pt x="6879" y="5549"/>
                </a:cubicBezTo>
                <a:cubicBezTo>
                  <a:pt x="8422" y="5781"/>
                  <a:pt x="9832" y="5995"/>
                  <a:pt x="11107" y="6941"/>
                </a:cubicBezTo>
                <a:cubicBezTo>
                  <a:pt x="12196" y="7762"/>
                  <a:pt x="12829" y="8966"/>
                  <a:pt x="13516" y="10099"/>
                </a:cubicBezTo>
                <a:cubicBezTo>
                  <a:pt x="14230" y="11268"/>
                  <a:pt x="15291" y="12151"/>
                  <a:pt x="16496" y="12775"/>
                </a:cubicBezTo>
                <a:cubicBezTo>
                  <a:pt x="17566" y="13320"/>
                  <a:pt x="19074" y="13998"/>
                  <a:pt x="20278" y="14033"/>
                </a:cubicBezTo>
                <a:cubicBezTo>
                  <a:pt x="20421" y="13221"/>
                  <a:pt x="20314" y="12383"/>
                  <a:pt x="20332" y="11562"/>
                </a:cubicBezTo>
                <a:cubicBezTo>
                  <a:pt x="20349" y="10732"/>
                  <a:pt x="20635" y="9930"/>
                  <a:pt x="20635" y="9109"/>
                </a:cubicBezTo>
                <a:cubicBezTo>
                  <a:pt x="20635" y="8252"/>
                  <a:pt x="20635" y="7387"/>
                  <a:pt x="20635" y="6531"/>
                </a:cubicBezTo>
                <a:lnTo>
                  <a:pt x="20635" y="1713"/>
                </a:lnTo>
                <a:close/>
              </a:path>
            </a:pathLst>
          </a:custGeom>
          <a:gradFill>
            <a:gsLst>
              <a:gs pos="0">
                <a:srgbClr val="8134EC">
                  <a:alpha val="70196"/>
                </a:srgbClr>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8" name="Google Shape;848;p76"/>
          <p:cNvGrpSpPr/>
          <p:nvPr/>
        </p:nvGrpSpPr>
        <p:grpSpPr>
          <a:xfrm>
            <a:off x="8496523" y="2763543"/>
            <a:ext cx="660023" cy="2167591"/>
            <a:chOff x="8457298" y="2910118"/>
            <a:chExt cx="660023" cy="2167591"/>
          </a:xfrm>
        </p:grpSpPr>
        <p:sp>
          <p:nvSpPr>
            <p:cNvPr id="849" name="Google Shape;849;p76"/>
            <p:cNvSpPr/>
            <p:nvPr/>
          </p:nvSpPr>
          <p:spPr>
            <a:xfrm>
              <a:off x="8457298" y="4052540"/>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76"/>
            <p:cNvSpPr/>
            <p:nvPr/>
          </p:nvSpPr>
          <p:spPr>
            <a:xfrm>
              <a:off x="8737186" y="37316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76"/>
            <p:cNvSpPr/>
            <p:nvPr/>
          </p:nvSpPr>
          <p:spPr>
            <a:xfrm>
              <a:off x="8505186" y="4750665"/>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76"/>
            <p:cNvSpPr/>
            <p:nvPr/>
          </p:nvSpPr>
          <p:spPr>
            <a:xfrm>
              <a:off x="8552930" y="291011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3" name="Google Shape;853;p76"/>
          <p:cNvGrpSpPr/>
          <p:nvPr/>
        </p:nvGrpSpPr>
        <p:grpSpPr>
          <a:xfrm rot="-10548838">
            <a:off x="-121196" y="1001518"/>
            <a:ext cx="682748" cy="1547387"/>
            <a:chOff x="-33427" y="3476090"/>
            <a:chExt cx="682702" cy="1547282"/>
          </a:xfrm>
        </p:grpSpPr>
        <p:sp>
          <p:nvSpPr>
            <p:cNvPr id="854" name="Google Shape;854;p76"/>
            <p:cNvSpPr/>
            <p:nvPr/>
          </p:nvSpPr>
          <p:spPr>
            <a:xfrm>
              <a:off x="180505" y="42564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76"/>
            <p:cNvSpPr/>
            <p:nvPr/>
          </p:nvSpPr>
          <p:spPr>
            <a:xfrm>
              <a:off x="-33427" y="3476090"/>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76"/>
            <p:cNvSpPr/>
            <p:nvPr/>
          </p:nvSpPr>
          <p:spPr>
            <a:xfrm>
              <a:off x="133086" y="469632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57" name="Google Shape;857;p76"/>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58" name="Google Shape;858;p76"/>
          <p:cNvSpPr txBox="1"/>
          <p:nvPr>
            <p:ph idx="1" type="subTitle"/>
          </p:nvPr>
        </p:nvSpPr>
        <p:spPr>
          <a:xfrm>
            <a:off x="3815975" y="1241705"/>
            <a:ext cx="4443300" cy="628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59" name="Google Shape;859;p76"/>
          <p:cNvSpPr txBox="1"/>
          <p:nvPr>
            <p:ph idx="2" type="subTitle"/>
          </p:nvPr>
        </p:nvSpPr>
        <p:spPr>
          <a:xfrm>
            <a:off x="3815984" y="2135039"/>
            <a:ext cx="4443300" cy="628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60" name="Google Shape;860;p76"/>
          <p:cNvSpPr txBox="1"/>
          <p:nvPr>
            <p:ph idx="3" type="subTitle"/>
          </p:nvPr>
        </p:nvSpPr>
        <p:spPr>
          <a:xfrm>
            <a:off x="3815984" y="3028372"/>
            <a:ext cx="4443300" cy="628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61" name="Google Shape;861;p76"/>
          <p:cNvSpPr txBox="1"/>
          <p:nvPr>
            <p:ph idx="4" type="subTitle"/>
          </p:nvPr>
        </p:nvSpPr>
        <p:spPr>
          <a:xfrm>
            <a:off x="3815984" y="3921705"/>
            <a:ext cx="4443300" cy="628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62" name="Google Shape;862;p76"/>
          <p:cNvSpPr txBox="1"/>
          <p:nvPr>
            <p:ph idx="5" type="subTitle"/>
          </p:nvPr>
        </p:nvSpPr>
        <p:spPr>
          <a:xfrm>
            <a:off x="1697075" y="1241705"/>
            <a:ext cx="2118900" cy="628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Trispace"/>
              <a:buNone/>
              <a:defRPr sz="2000">
                <a:solidFill>
                  <a:schemeClr val="dk1"/>
                </a:solidFill>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863" name="Google Shape;863;p76"/>
          <p:cNvSpPr txBox="1"/>
          <p:nvPr>
            <p:ph idx="6" type="subTitle"/>
          </p:nvPr>
        </p:nvSpPr>
        <p:spPr>
          <a:xfrm>
            <a:off x="1697075" y="2135039"/>
            <a:ext cx="2118900" cy="628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Trispace"/>
              <a:buNone/>
              <a:defRPr sz="2000">
                <a:solidFill>
                  <a:schemeClr val="dk1"/>
                </a:solidFill>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864" name="Google Shape;864;p76"/>
          <p:cNvSpPr txBox="1"/>
          <p:nvPr>
            <p:ph idx="7" type="subTitle"/>
          </p:nvPr>
        </p:nvSpPr>
        <p:spPr>
          <a:xfrm>
            <a:off x="1697075" y="3028372"/>
            <a:ext cx="2118900" cy="628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Trispace"/>
              <a:buNone/>
              <a:defRPr sz="2000">
                <a:solidFill>
                  <a:schemeClr val="dk1"/>
                </a:solidFill>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865" name="Google Shape;865;p76"/>
          <p:cNvSpPr txBox="1"/>
          <p:nvPr>
            <p:ph idx="8" type="subTitle"/>
          </p:nvPr>
        </p:nvSpPr>
        <p:spPr>
          <a:xfrm>
            <a:off x="1697075" y="3921705"/>
            <a:ext cx="2118900" cy="628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Trispace"/>
              <a:buNone/>
              <a:defRPr sz="2000">
                <a:solidFill>
                  <a:schemeClr val="dk1"/>
                </a:solidFill>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866" name="Shape 866"/>
        <p:cNvGrpSpPr/>
        <p:nvPr/>
      </p:nvGrpSpPr>
      <p:grpSpPr>
        <a:xfrm>
          <a:off x="0" y="0"/>
          <a:ext cx="0" cy="0"/>
          <a:chOff x="0" y="0"/>
          <a:chExt cx="0" cy="0"/>
        </a:xfrm>
      </p:grpSpPr>
      <p:sp>
        <p:nvSpPr>
          <p:cNvPr id="867" name="Google Shape;867;p77"/>
          <p:cNvSpPr/>
          <p:nvPr/>
        </p:nvSpPr>
        <p:spPr>
          <a:xfrm rot="-6125281">
            <a:off x="6780953" y="-507545"/>
            <a:ext cx="4634067" cy="2824557"/>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77"/>
          <p:cNvSpPr/>
          <p:nvPr/>
        </p:nvSpPr>
        <p:spPr>
          <a:xfrm flipH="1">
            <a:off x="-1192290" y="3569975"/>
            <a:ext cx="5029983" cy="2068243"/>
          </a:xfrm>
          <a:custGeom>
            <a:rect b="b" l="l" r="r" t="t"/>
            <a:pathLst>
              <a:path extrusionOk="0" h="10483" w="22438">
                <a:moveTo>
                  <a:pt x="18307" y="1053"/>
                </a:moveTo>
                <a:cubicBezTo>
                  <a:pt x="17174" y="1740"/>
                  <a:pt x="16505" y="2560"/>
                  <a:pt x="15773" y="3640"/>
                </a:cubicBezTo>
                <a:lnTo>
                  <a:pt x="15773" y="3640"/>
                </a:lnTo>
                <a:cubicBezTo>
                  <a:pt x="15149" y="4550"/>
                  <a:pt x="14658" y="5593"/>
                  <a:pt x="13668" y="6164"/>
                </a:cubicBezTo>
                <a:lnTo>
                  <a:pt x="13668" y="6164"/>
                </a:lnTo>
                <a:cubicBezTo>
                  <a:pt x="12606" y="6762"/>
                  <a:pt x="11009" y="6896"/>
                  <a:pt x="9823" y="6539"/>
                </a:cubicBezTo>
                <a:lnTo>
                  <a:pt x="9823" y="6539"/>
                </a:lnTo>
                <a:cubicBezTo>
                  <a:pt x="8565" y="6156"/>
                  <a:pt x="7049" y="5906"/>
                  <a:pt x="5791" y="6477"/>
                </a:cubicBezTo>
                <a:lnTo>
                  <a:pt x="5791" y="6477"/>
                </a:lnTo>
                <a:cubicBezTo>
                  <a:pt x="4497" y="7057"/>
                  <a:pt x="3293" y="7931"/>
                  <a:pt x="2151" y="8752"/>
                </a:cubicBezTo>
                <a:lnTo>
                  <a:pt x="2151" y="8752"/>
                </a:lnTo>
                <a:cubicBezTo>
                  <a:pt x="1410" y="9296"/>
                  <a:pt x="670" y="9858"/>
                  <a:pt x="1" y="10482"/>
                </a:cubicBezTo>
                <a:lnTo>
                  <a:pt x="1" y="10482"/>
                </a:lnTo>
                <a:lnTo>
                  <a:pt x="22393" y="10482"/>
                </a:lnTo>
                <a:lnTo>
                  <a:pt x="22437" y="98"/>
                </a:lnTo>
                <a:cubicBezTo>
                  <a:pt x="22179" y="27"/>
                  <a:pt x="21902" y="0"/>
                  <a:pt x="21617" y="0"/>
                </a:cubicBezTo>
                <a:lnTo>
                  <a:pt x="21617" y="0"/>
                </a:lnTo>
                <a:cubicBezTo>
                  <a:pt x="20466" y="0"/>
                  <a:pt x="19208" y="517"/>
                  <a:pt x="18307" y="1053"/>
                </a:cubicBezTo>
                <a:close/>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9" name="Google Shape;869;p77"/>
          <p:cNvGrpSpPr/>
          <p:nvPr/>
        </p:nvGrpSpPr>
        <p:grpSpPr>
          <a:xfrm>
            <a:off x="53078" y="3519092"/>
            <a:ext cx="666922" cy="1553796"/>
            <a:chOff x="53078" y="3519092"/>
            <a:chExt cx="666922" cy="1553796"/>
          </a:xfrm>
        </p:grpSpPr>
        <p:sp>
          <p:nvSpPr>
            <p:cNvPr id="870" name="Google Shape;870;p77"/>
            <p:cNvSpPr/>
            <p:nvPr/>
          </p:nvSpPr>
          <p:spPr>
            <a:xfrm>
              <a:off x="53078" y="35190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77"/>
            <p:cNvSpPr/>
            <p:nvPr/>
          </p:nvSpPr>
          <p:spPr>
            <a:xfrm>
              <a:off x="251230" y="46040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77"/>
            <p:cNvSpPr/>
            <p:nvPr/>
          </p:nvSpPr>
          <p:spPr>
            <a:xfrm>
              <a:off x="148697" y="4326490"/>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FFFFFF">
                    <a:alpha val="50196"/>
                  </a:srgbClr>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3" name="Google Shape;873;p77"/>
          <p:cNvGrpSpPr/>
          <p:nvPr/>
        </p:nvGrpSpPr>
        <p:grpSpPr>
          <a:xfrm>
            <a:off x="7618822" y="111365"/>
            <a:ext cx="1576005" cy="1123414"/>
            <a:chOff x="7618822" y="111365"/>
            <a:chExt cx="1576005" cy="1123414"/>
          </a:xfrm>
        </p:grpSpPr>
        <p:sp>
          <p:nvSpPr>
            <p:cNvPr id="874" name="Google Shape;874;p77"/>
            <p:cNvSpPr/>
            <p:nvPr/>
          </p:nvSpPr>
          <p:spPr>
            <a:xfrm>
              <a:off x="8267398" y="11137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77"/>
            <p:cNvSpPr/>
            <p:nvPr/>
          </p:nvSpPr>
          <p:spPr>
            <a:xfrm>
              <a:off x="8534803" y="574679"/>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77"/>
            <p:cNvSpPr/>
            <p:nvPr/>
          </p:nvSpPr>
          <p:spPr>
            <a:xfrm>
              <a:off x="7618822" y="111365"/>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FFFFFF">
                    <a:alpha val="50196"/>
                  </a:srgbClr>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77" name="Google Shape;877;p77"/>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78" name="Google Shape;878;p77"/>
          <p:cNvSpPr txBox="1"/>
          <p:nvPr>
            <p:ph idx="1" type="subTitle"/>
          </p:nvPr>
        </p:nvSpPr>
        <p:spPr>
          <a:xfrm>
            <a:off x="835000" y="1713901"/>
            <a:ext cx="2155500" cy="1052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79" name="Google Shape;879;p77"/>
          <p:cNvSpPr txBox="1"/>
          <p:nvPr>
            <p:ph idx="2" type="subTitle"/>
          </p:nvPr>
        </p:nvSpPr>
        <p:spPr>
          <a:xfrm>
            <a:off x="3494193" y="1713901"/>
            <a:ext cx="2155500" cy="1052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80" name="Google Shape;880;p77"/>
          <p:cNvSpPr txBox="1"/>
          <p:nvPr>
            <p:ph idx="3" type="subTitle"/>
          </p:nvPr>
        </p:nvSpPr>
        <p:spPr>
          <a:xfrm>
            <a:off x="835000" y="3551699"/>
            <a:ext cx="2155500" cy="1052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81" name="Google Shape;881;p77"/>
          <p:cNvSpPr txBox="1"/>
          <p:nvPr>
            <p:ph idx="4" type="subTitle"/>
          </p:nvPr>
        </p:nvSpPr>
        <p:spPr>
          <a:xfrm>
            <a:off x="3494250" y="3551699"/>
            <a:ext cx="2155500" cy="1052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82" name="Google Shape;882;p77"/>
          <p:cNvSpPr txBox="1"/>
          <p:nvPr>
            <p:ph idx="5" type="subTitle"/>
          </p:nvPr>
        </p:nvSpPr>
        <p:spPr>
          <a:xfrm>
            <a:off x="6153328" y="1713901"/>
            <a:ext cx="2155500" cy="1052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83" name="Google Shape;883;p77"/>
          <p:cNvSpPr txBox="1"/>
          <p:nvPr>
            <p:ph idx="6" type="subTitle"/>
          </p:nvPr>
        </p:nvSpPr>
        <p:spPr>
          <a:xfrm>
            <a:off x="6153449" y="3551699"/>
            <a:ext cx="2155500" cy="1052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84" name="Google Shape;884;p77"/>
          <p:cNvSpPr txBox="1"/>
          <p:nvPr>
            <p:ph idx="7" type="subTitle"/>
          </p:nvPr>
        </p:nvSpPr>
        <p:spPr>
          <a:xfrm>
            <a:off x="3494172" y="1112100"/>
            <a:ext cx="2155500" cy="6894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000"/>
              <a:buFont typeface="Trispace"/>
              <a:buNone/>
              <a:defRPr sz="2000">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885" name="Google Shape;885;p77"/>
          <p:cNvSpPr txBox="1"/>
          <p:nvPr>
            <p:ph idx="8" type="subTitle"/>
          </p:nvPr>
        </p:nvSpPr>
        <p:spPr>
          <a:xfrm>
            <a:off x="3494172" y="2949898"/>
            <a:ext cx="2155500" cy="6894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000"/>
              <a:buFont typeface="Trispace"/>
              <a:buNone/>
              <a:defRPr sz="2000">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886" name="Google Shape;886;p77"/>
          <p:cNvSpPr txBox="1"/>
          <p:nvPr>
            <p:ph idx="9" type="subTitle"/>
          </p:nvPr>
        </p:nvSpPr>
        <p:spPr>
          <a:xfrm>
            <a:off x="6153497" y="1112100"/>
            <a:ext cx="2155500" cy="6894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000"/>
              <a:buFont typeface="Trispace"/>
              <a:buNone/>
              <a:defRPr sz="2000">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887" name="Google Shape;887;p77"/>
          <p:cNvSpPr txBox="1"/>
          <p:nvPr>
            <p:ph idx="13" type="subTitle"/>
          </p:nvPr>
        </p:nvSpPr>
        <p:spPr>
          <a:xfrm>
            <a:off x="6153497" y="2949898"/>
            <a:ext cx="2155500" cy="6894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000"/>
              <a:buFont typeface="Trispace"/>
              <a:buNone/>
              <a:defRPr sz="2000">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888" name="Google Shape;888;p77"/>
          <p:cNvSpPr txBox="1"/>
          <p:nvPr>
            <p:ph idx="14" type="subTitle"/>
          </p:nvPr>
        </p:nvSpPr>
        <p:spPr>
          <a:xfrm>
            <a:off x="835000" y="1112100"/>
            <a:ext cx="2155500" cy="6894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000"/>
              <a:buFont typeface="Trispace"/>
              <a:buNone/>
              <a:defRPr sz="2000">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889" name="Google Shape;889;p77"/>
          <p:cNvSpPr txBox="1"/>
          <p:nvPr>
            <p:ph idx="15" type="subTitle"/>
          </p:nvPr>
        </p:nvSpPr>
        <p:spPr>
          <a:xfrm>
            <a:off x="835000" y="2949898"/>
            <a:ext cx="2155500" cy="6894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000"/>
              <a:buFont typeface="Trispace"/>
              <a:buNone/>
              <a:defRPr sz="2000">
                <a:latin typeface="Trispace"/>
                <a:ea typeface="Trispace"/>
                <a:cs typeface="Trispace"/>
                <a:sym typeface="Trispace"/>
              </a:defRPr>
            </a:lvl1pPr>
            <a:lvl2pPr lvl="1"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890" name="Shape 890"/>
        <p:cNvGrpSpPr/>
        <p:nvPr/>
      </p:nvGrpSpPr>
      <p:grpSpPr>
        <a:xfrm>
          <a:off x="0" y="0"/>
          <a:ext cx="0" cy="0"/>
          <a:chOff x="0" y="0"/>
          <a:chExt cx="0" cy="0"/>
        </a:xfrm>
      </p:grpSpPr>
      <p:sp>
        <p:nvSpPr>
          <p:cNvPr id="891" name="Google Shape;891;p78"/>
          <p:cNvSpPr/>
          <p:nvPr/>
        </p:nvSpPr>
        <p:spPr>
          <a:xfrm flipH="1" rot="1292342">
            <a:off x="-2419456" y="2200421"/>
            <a:ext cx="6095930" cy="3491359"/>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78"/>
          <p:cNvSpPr/>
          <p:nvPr/>
        </p:nvSpPr>
        <p:spPr>
          <a:xfrm rot="5400000">
            <a:off x="6537482" y="2747717"/>
            <a:ext cx="3524097" cy="2396762"/>
          </a:xfrm>
          <a:custGeom>
            <a:rect b="b" l="l" r="r" t="t"/>
            <a:pathLst>
              <a:path extrusionOk="0" h="14034" w="20635">
                <a:moveTo>
                  <a:pt x="20635" y="687"/>
                </a:moveTo>
                <a:cubicBezTo>
                  <a:pt x="18637" y="687"/>
                  <a:pt x="16638" y="768"/>
                  <a:pt x="14649" y="643"/>
                </a:cubicBezTo>
                <a:cubicBezTo>
                  <a:pt x="12552" y="509"/>
                  <a:pt x="10492" y="224"/>
                  <a:pt x="8377" y="224"/>
                </a:cubicBezTo>
                <a:cubicBezTo>
                  <a:pt x="6879" y="224"/>
                  <a:pt x="5380" y="313"/>
                  <a:pt x="3899" y="313"/>
                </a:cubicBezTo>
                <a:cubicBezTo>
                  <a:pt x="3132" y="313"/>
                  <a:pt x="955" y="0"/>
                  <a:pt x="509" y="875"/>
                </a:cubicBezTo>
                <a:cubicBezTo>
                  <a:pt x="1" y="1883"/>
                  <a:pt x="2329" y="3792"/>
                  <a:pt x="2989" y="4300"/>
                </a:cubicBezTo>
                <a:cubicBezTo>
                  <a:pt x="4185" y="5228"/>
                  <a:pt x="5433" y="5335"/>
                  <a:pt x="6879" y="5549"/>
                </a:cubicBezTo>
                <a:cubicBezTo>
                  <a:pt x="8422" y="5781"/>
                  <a:pt x="9832" y="5995"/>
                  <a:pt x="11107" y="6941"/>
                </a:cubicBezTo>
                <a:cubicBezTo>
                  <a:pt x="12196" y="7762"/>
                  <a:pt x="12829" y="8966"/>
                  <a:pt x="13516" y="10099"/>
                </a:cubicBezTo>
                <a:cubicBezTo>
                  <a:pt x="14230" y="11268"/>
                  <a:pt x="15291" y="12151"/>
                  <a:pt x="16496" y="12775"/>
                </a:cubicBezTo>
                <a:cubicBezTo>
                  <a:pt x="17566" y="13320"/>
                  <a:pt x="19074" y="13998"/>
                  <a:pt x="20278" y="14033"/>
                </a:cubicBezTo>
                <a:cubicBezTo>
                  <a:pt x="20421" y="13221"/>
                  <a:pt x="20314" y="12383"/>
                  <a:pt x="20332" y="11562"/>
                </a:cubicBezTo>
                <a:cubicBezTo>
                  <a:pt x="20349" y="10732"/>
                  <a:pt x="20635" y="9930"/>
                  <a:pt x="20635" y="9109"/>
                </a:cubicBezTo>
                <a:cubicBezTo>
                  <a:pt x="20635" y="8252"/>
                  <a:pt x="20635" y="7387"/>
                  <a:pt x="20635" y="6531"/>
                </a:cubicBezTo>
                <a:lnTo>
                  <a:pt x="20635" y="1713"/>
                </a:lnTo>
                <a:close/>
              </a:path>
            </a:pathLst>
          </a:custGeom>
          <a:gradFill>
            <a:gsLst>
              <a:gs pos="0">
                <a:srgbClr val="8134EC">
                  <a:alpha val="70196"/>
                </a:srgbClr>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93" name="Google Shape;893;p78"/>
          <p:cNvGrpSpPr/>
          <p:nvPr/>
        </p:nvGrpSpPr>
        <p:grpSpPr>
          <a:xfrm>
            <a:off x="8209011" y="2860943"/>
            <a:ext cx="934985" cy="2170316"/>
            <a:chOff x="8220061" y="2910118"/>
            <a:chExt cx="934985" cy="2170316"/>
          </a:xfrm>
        </p:grpSpPr>
        <p:sp>
          <p:nvSpPr>
            <p:cNvPr id="894" name="Google Shape;894;p78"/>
            <p:cNvSpPr/>
            <p:nvPr/>
          </p:nvSpPr>
          <p:spPr>
            <a:xfrm>
              <a:off x="8495023" y="4363315"/>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78"/>
            <p:cNvSpPr/>
            <p:nvPr/>
          </p:nvSpPr>
          <p:spPr>
            <a:xfrm>
              <a:off x="8737186" y="37316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78"/>
            <p:cNvSpPr/>
            <p:nvPr/>
          </p:nvSpPr>
          <p:spPr>
            <a:xfrm>
              <a:off x="8220061" y="4753390"/>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78"/>
            <p:cNvSpPr/>
            <p:nvPr/>
          </p:nvSpPr>
          <p:spPr>
            <a:xfrm>
              <a:off x="8552930" y="291011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8" name="Google Shape;898;p78"/>
          <p:cNvGrpSpPr/>
          <p:nvPr/>
        </p:nvGrpSpPr>
        <p:grpSpPr>
          <a:xfrm rot="7347507">
            <a:off x="371745" y="3666596"/>
            <a:ext cx="682717" cy="1547317"/>
            <a:chOff x="-33427" y="3476090"/>
            <a:chExt cx="682702" cy="1547282"/>
          </a:xfrm>
        </p:grpSpPr>
        <p:sp>
          <p:nvSpPr>
            <p:cNvPr id="899" name="Google Shape;899;p78"/>
            <p:cNvSpPr/>
            <p:nvPr/>
          </p:nvSpPr>
          <p:spPr>
            <a:xfrm>
              <a:off x="180505" y="42564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78"/>
            <p:cNvSpPr/>
            <p:nvPr/>
          </p:nvSpPr>
          <p:spPr>
            <a:xfrm>
              <a:off x="-33427" y="3476090"/>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78"/>
            <p:cNvSpPr/>
            <p:nvPr/>
          </p:nvSpPr>
          <p:spPr>
            <a:xfrm>
              <a:off x="133086" y="469632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02" name="Google Shape;902;p78"/>
          <p:cNvSpPr txBox="1"/>
          <p:nvPr>
            <p:ph hasCustomPrompt="1" type="title"/>
          </p:nvPr>
        </p:nvSpPr>
        <p:spPr>
          <a:xfrm>
            <a:off x="2437775" y="704675"/>
            <a:ext cx="4268400" cy="6456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45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903" name="Google Shape;903;p78"/>
          <p:cNvSpPr txBox="1"/>
          <p:nvPr>
            <p:ph idx="1" type="subTitle"/>
          </p:nvPr>
        </p:nvSpPr>
        <p:spPr>
          <a:xfrm>
            <a:off x="2437775" y="1350176"/>
            <a:ext cx="4268400" cy="405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Font typeface="PT Sans"/>
              <a:buNone/>
              <a:defRPr>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904" name="Google Shape;904;p78"/>
          <p:cNvSpPr txBox="1"/>
          <p:nvPr>
            <p:ph hasCustomPrompt="1" idx="2" type="title"/>
          </p:nvPr>
        </p:nvSpPr>
        <p:spPr>
          <a:xfrm>
            <a:off x="2437775" y="2015963"/>
            <a:ext cx="4268400" cy="6456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45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905" name="Google Shape;905;p78"/>
          <p:cNvSpPr txBox="1"/>
          <p:nvPr>
            <p:ph idx="3" type="subTitle"/>
          </p:nvPr>
        </p:nvSpPr>
        <p:spPr>
          <a:xfrm>
            <a:off x="2437775" y="2660650"/>
            <a:ext cx="4268400" cy="405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Font typeface="PT Sans"/>
              <a:buNone/>
              <a:defRPr>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906" name="Google Shape;906;p78"/>
          <p:cNvSpPr txBox="1"/>
          <p:nvPr>
            <p:ph hasCustomPrompt="1" idx="4" type="title"/>
          </p:nvPr>
        </p:nvSpPr>
        <p:spPr>
          <a:xfrm>
            <a:off x="2437775" y="3327300"/>
            <a:ext cx="4268400" cy="6456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45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907" name="Google Shape;907;p78"/>
          <p:cNvSpPr txBox="1"/>
          <p:nvPr>
            <p:ph idx="5" type="subTitle"/>
          </p:nvPr>
        </p:nvSpPr>
        <p:spPr>
          <a:xfrm>
            <a:off x="2437775" y="3971075"/>
            <a:ext cx="4268400" cy="405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Font typeface="PT Sans"/>
              <a:buNone/>
              <a:defRPr>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2">
    <p:spTree>
      <p:nvGrpSpPr>
        <p:cNvPr id="908" name="Shape 908"/>
        <p:cNvGrpSpPr/>
        <p:nvPr/>
      </p:nvGrpSpPr>
      <p:grpSpPr>
        <a:xfrm>
          <a:off x="0" y="0"/>
          <a:ext cx="0" cy="0"/>
          <a:chOff x="0" y="0"/>
          <a:chExt cx="0" cy="0"/>
        </a:xfrm>
      </p:grpSpPr>
      <p:sp>
        <p:nvSpPr>
          <p:cNvPr id="909" name="Google Shape;909;p79"/>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pic>
        <p:nvPicPr>
          <p:cNvPr id="910" name="Google Shape;910;p79"/>
          <p:cNvPicPr preferRelativeResize="0"/>
          <p:nvPr/>
        </p:nvPicPr>
        <p:blipFill>
          <a:blip r:embed="rId2">
            <a:alphaModFix/>
          </a:blip>
          <a:stretch>
            <a:fillRect/>
          </a:stretch>
        </p:blipFill>
        <p:spPr>
          <a:xfrm>
            <a:off x="388400" y="405475"/>
            <a:ext cx="1220961" cy="522900"/>
          </a:xfrm>
          <a:prstGeom prst="rect">
            <a:avLst/>
          </a:prstGeom>
          <a:noFill/>
          <a:ln>
            <a:noFill/>
          </a:ln>
        </p:spPr>
      </p:pic>
      <p:grpSp>
        <p:nvGrpSpPr>
          <p:cNvPr id="911" name="Google Shape;911;p79"/>
          <p:cNvGrpSpPr/>
          <p:nvPr/>
        </p:nvGrpSpPr>
        <p:grpSpPr>
          <a:xfrm>
            <a:off x="388400" y="4554000"/>
            <a:ext cx="2236996" cy="400826"/>
            <a:chOff x="388400" y="4554000"/>
            <a:chExt cx="2236996" cy="400826"/>
          </a:xfrm>
        </p:grpSpPr>
        <p:pic>
          <p:nvPicPr>
            <p:cNvPr id="912" name="Google Shape;912;p79"/>
            <p:cNvPicPr preferRelativeResize="0"/>
            <p:nvPr/>
          </p:nvPicPr>
          <p:blipFill rotWithShape="1">
            <a:blip r:embed="rId3">
              <a:alphaModFix/>
            </a:blip>
            <a:srcRect b="32197" l="15494" r="15487" t="32197"/>
            <a:stretch/>
          </p:blipFill>
          <p:spPr>
            <a:xfrm>
              <a:off x="388400" y="4554001"/>
              <a:ext cx="1118505" cy="400825"/>
            </a:xfrm>
            <a:prstGeom prst="rect">
              <a:avLst/>
            </a:prstGeom>
            <a:noFill/>
            <a:ln>
              <a:noFill/>
            </a:ln>
          </p:spPr>
        </p:pic>
        <p:pic>
          <p:nvPicPr>
            <p:cNvPr id="913" name="Google Shape;913;p79"/>
            <p:cNvPicPr preferRelativeResize="0"/>
            <p:nvPr/>
          </p:nvPicPr>
          <p:blipFill rotWithShape="1">
            <a:blip r:embed="rId4">
              <a:alphaModFix/>
            </a:blip>
            <a:srcRect b="-14933" l="-11787" r="-11775" t="-14920"/>
            <a:stretch/>
          </p:blipFill>
          <p:spPr>
            <a:xfrm>
              <a:off x="1506897" y="4554000"/>
              <a:ext cx="1118499" cy="400825"/>
            </a:xfrm>
            <a:prstGeom prst="rect">
              <a:avLst/>
            </a:prstGeom>
            <a:noFill/>
            <a:ln>
              <a:noFill/>
            </a:ln>
          </p:spPr>
        </p:pic>
      </p:gr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2_1">
    <p:spTree>
      <p:nvGrpSpPr>
        <p:cNvPr id="914" name="Shape 914"/>
        <p:cNvGrpSpPr/>
        <p:nvPr/>
      </p:nvGrpSpPr>
      <p:grpSpPr>
        <a:xfrm>
          <a:off x="0" y="0"/>
          <a:ext cx="0" cy="0"/>
          <a:chOff x="0" y="0"/>
          <a:chExt cx="0" cy="0"/>
        </a:xfrm>
      </p:grpSpPr>
      <p:sp>
        <p:nvSpPr>
          <p:cNvPr id="915" name="Google Shape;915;p80"/>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916" name="Google Shape;916;p80"/>
          <p:cNvSpPr/>
          <p:nvPr/>
        </p:nvSpPr>
        <p:spPr>
          <a:xfrm>
            <a:off x="5052478" y="3569975"/>
            <a:ext cx="5371040" cy="2068243"/>
          </a:xfrm>
          <a:custGeom>
            <a:rect b="b" l="l" r="r" t="t"/>
            <a:pathLst>
              <a:path extrusionOk="0" h="10483" w="22438">
                <a:moveTo>
                  <a:pt x="18307" y="1053"/>
                </a:moveTo>
                <a:cubicBezTo>
                  <a:pt x="17174" y="1740"/>
                  <a:pt x="16505" y="2560"/>
                  <a:pt x="15773" y="3640"/>
                </a:cubicBezTo>
                <a:lnTo>
                  <a:pt x="15773" y="3640"/>
                </a:lnTo>
                <a:cubicBezTo>
                  <a:pt x="15149" y="4550"/>
                  <a:pt x="14658" y="5593"/>
                  <a:pt x="13668" y="6164"/>
                </a:cubicBezTo>
                <a:lnTo>
                  <a:pt x="13668" y="6164"/>
                </a:lnTo>
                <a:cubicBezTo>
                  <a:pt x="12606" y="6762"/>
                  <a:pt x="11009" y="6896"/>
                  <a:pt x="9823" y="6539"/>
                </a:cubicBezTo>
                <a:lnTo>
                  <a:pt x="9823" y="6539"/>
                </a:lnTo>
                <a:cubicBezTo>
                  <a:pt x="8565" y="6156"/>
                  <a:pt x="7049" y="5906"/>
                  <a:pt x="5791" y="6477"/>
                </a:cubicBezTo>
                <a:lnTo>
                  <a:pt x="5791" y="6477"/>
                </a:lnTo>
                <a:cubicBezTo>
                  <a:pt x="4497" y="7057"/>
                  <a:pt x="3293" y="7931"/>
                  <a:pt x="2151" y="8752"/>
                </a:cubicBezTo>
                <a:lnTo>
                  <a:pt x="2151" y="8752"/>
                </a:lnTo>
                <a:cubicBezTo>
                  <a:pt x="1410" y="9296"/>
                  <a:pt x="670" y="9858"/>
                  <a:pt x="1" y="10482"/>
                </a:cubicBezTo>
                <a:lnTo>
                  <a:pt x="1" y="10482"/>
                </a:lnTo>
                <a:lnTo>
                  <a:pt x="22393" y="10482"/>
                </a:lnTo>
                <a:lnTo>
                  <a:pt x="22437" y="98"/>
                </a:lnTo>
                <a:cubicBezTo>
                  <a:pt x="22179" y="27"/>
                  <a:pt x="21902" y="0"/>
                  <a:pt x="21617" y="0"/>
                </a:cubicBezTo>
                <a:lnTo>
                  <a:pt x="21617" y="0"/>
                </a:lnTo>
                <a:cubicBezTo>
                  <a:pt x="20466" y="0"/>
                  <a:pt x="19208" y="517"/>
                  <a:pt x="18307" y="1053"/>
                </a:cubicBezTo>
                <a:close/>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80"/>
          <p:cNvSpPr/>
          <p:nvPr/>
        </p:nvSpPr>
        <p:spPr>
          <a:xfrm rot="10644777">
            <a:off x="-1048849" y="-1303280"/>
            <a:ext cx="4634055" cy="2824556"/>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18" name="Google Shape;918;p80"/>
          <p:cNvGrpSpPr/>
          <p:nvPr/>
        </p:nvGrpSpPr>
        <p:grpSpPr>
          <a:xfrm>
            <a:off x="-62147" y="4"/>
            <a:ext cx="1648457" cy="1491382"/>
            <a:chOff x="-62147" y="4"/>
            <a:chExt cx="1648457" cy="1491382"/>
          </a:xfrm>
        </p:grpSpPr>
        <p:sp>
          <p:nvSpPr>
            <p:cNvPr id="919" name="Google Shape;919;p80"/>
            <p:cNvSpPr/>
            <p:nvPr/>
          </p:nvSpPr>
          <p:spPr>
            <a:xfrm>
              <a:off x="187398" y="83602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80"/>
            <p:cNvSpPr/>
            <p:nvPr/>
          </p:nvSpPr>
          <p:spPr>
            <a:xfrm>
              <a:off x="53072" y="1253015"/>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80"/>
            <p:cNvSpPr/>
            <p:nvPr/>
          </p:nvSpPr>
          <p:spPr>
            <a:xfrm>
              <a:off x="1259298" y="6702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80"/>
            <p:cNvSpPr/>
            <p:nvPr/>
          </p:nvSpPr>
          <p:spPr>
            <a:xfrm>
              <a:off x="-62147" y="4"/>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3" name="Google Shape;923;p80"/>
          <p:cNvGrpSpPr/>
          <p:nvPr/>
        </p:nvGrpSpPr>
        <p:grpSpPr>
          <a:xfrm>
            <a:off x="6635180" y="3519093"/>
            <a:ext cx="2455746" cy="1624395"/>
            <a:chOff x="6635180" y="3519093"/>
            <a:chExt cx="2455746" cy="1624395"/>
          </a:xfrm>
        </p:grpSpPr>
        <p:sp>
          <p:nvSpPr>
            <p:cNvPr id="924" name="Google Shape;924;p80"/>
            <p:cNvSpPr/>
            <p:nvPr/>
          </p:nvSpPr>
          <p:spPr>
            <a:xfrm>
              <a:off x="8430903" y="39439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80"/>
            <p:cNvSpPr/>
            <p:nvPr/>
          </p:nvSpPr>
          <p:spPr>
            <a:xfrm>
              <a:off x="8622155" y="35190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80"/>
            <p:cNvSpPr/>
            <p:nvPr/>
          </p:nvSpPr>
          <p:spPr>
            <a:xfrm>
              <a:off x="6635180" y="46746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80"/>
            <p:cNvSpPr/>
            <p:nvPr/>
          </p:nvSpPr>
          <p:spPr>
            <a:xfrm>
              <a:off x="8185647" y="4789915"/>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928" name="Shape 928"/>
        <p:cNvGrpSpPr/>
        <p:nvPr/>
      </p:nvGrpSpPr>
      <p:grpSpPr>
        <a:xfrm>
          <a:off x="0" y="0"/>
          <a:ext cx="0" cy="0"/>
          <a:chOff x="0" y="0"/>
          <a:chExt cx="0" cy="0"/>
        </a:xfrm>
      </p:grpSpPr>
      <p:sp>
        <p:nvSpPr>
          <p:cNvPr id="929" name="Google Shape;929;p81"/>
          <p:cNvSpPr/>
          <p:nvPr/>
        </p:nvSpPr>
        <p:spPr>
          <a:xfrm>
            <a:off x="2718684" y="2188525"/>
            <a:ext cx="7138396" cy="3491380"/>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81"/>
          <p:cNvSpPr/>
          <p:nvPr/>
        </p:nvSpPr>
        <p:spPr>
          <a:xfrm>
            <a:off x="5510909" y="2530450"/>
            <a:ext cx="7138396" cy="3491380"/>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81"/>
          <p:cNvSpPr txBox="1"/>
          <p:nvPr>
            <p:ph type="title"/>
          </p:nvPr>
        </p:nvSpPr>
        <p:spPr>
          <a:xfrm>
            <a:off x="713100" y="650000"/>
            <a:ext cx="3728700" cy="873000"/>
          </a:xfrm>
          <a:prstGeom prst="rect">
            <a:avLst/>
          </a:prstGeom>
        </p:spPr>
        <p:txBody>
          <a:bodyPr anchorCtr="0" anchor="b" bIns="91425" lIns="91425" spcFirstLastPara="1" rIns="91425" wrap="square" tIns="91425">
            <a:noAutofit/>
          </a:bodyPr>
          <a:lstStyle>
            <a:lvl1pPr lvl="0">
              <a:spcBef>
                <a:spcPts val="0"/>
              </a:spcBef>
              <a:spcAft>
                <a:spcPts val="0"/>
              </a:spcAft>
              <a:buSzPts val="2800"/>
              <a:buNone/>
              <a:defRPr sz="5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32" name="Google Shape;932;p81"/>
          <p:cNvSpPr txBox="1"/>
          <p:nvPr>
            <p:ph idx="1" type="subTitle"/>
          </p:nvPr>
        </p:nvSpPr>
        <p:spPr>
          <a:xfrm>
            <a:off x="713100" y="1523000"/>
            <a:ext cx="3728700" cy="1331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sz="1400"/>
            </a:lvl1pPr>
            <a:lvl2pPr lvl="1" algn="ctr">
              <a:lnSpc>
                <a:spcPct val="100000"/>
              </a:lnSpc>
              <a:spcBef>
                <a:spcPts val="0"/>
              </a:spcBef>
              <a:spcAft>
                <a:spcPts val="0"/>
              </a:spcAft>
              <a:buSzPts val="1000"/>
              <a:buNone/>
              <a:defRPr sz="1000"/>
            </a:lvl2pPr>
            <a:lvl3pPr lvl="2" algn="ctr">
              <a:lnSpc>
                <a:spcPct val="100000"/>
              </a:lnSpc>
              <a:spcBef>
                <a:spcPts val="1600"/>
              </a:spcBef>
              <a:spcAft>
                <a:spcPts val="0"/>
              </a:spcAft>
              <a:buSzPts val="1000"/>
              <a:buNone/>
              <a:defRPr sz="1000"/>
            </a:lvl3pPr>
            <a:lvl4pPr lvl="3" algn="ctr">
              <a:lnSpc>
                <a:spcPct val="100000"/>
              </a:lnSpc>
              <a:spcBef>
                <a:spcPts val="1600"/>
              </a:spcBef>
              <a:spcAft>
                <a:spcPts val="0"/>
              </a:spcAft>
              <a:buSzPts val="1000"/>
              <a:buNone/>
              <a:defRPr sz="1000"/>
            </a:lvl4pPr>
            <a:lvl5pPr lvl="4" algn="ctr">
              <a:lnSpc>
                <a:spcPct val="100000"/>
              </a:lnSpc>
              <a:spcBef>
                <a:spcPts val="1600"/>
              </a:spcBef>
              <a:spcAft>
                <a:spcPts val="0"/>
              </a:spcAft>
              <a:buSzPts val="1000"/>
              <a:buNone/>
              <a:defRPr sz="1000"/>
            </a:lvl5pPr>
            <a:lvl6pPr lvl="5" algn="ctr">
              <a:lnSpc>
                <a:spcPct val="100000"/>
              </a:lnSpc>
              <a:spcBef>
                <a:spcPts val="1600"/>
              </a:spcBef>
              <a:spcAft>
                <a:spcPts val="0"/>
              </a:spcAft>
              <a:buSzPts val="1000"/>
              <a:buNone/>
              <a:defRPr sz="1000"/>
            </a:lvl6pPr>
            <a:lvl7pPr lvl="6" algn="ctr">
              <a:lnSpc>
                <a:spcPct val="100000"/>
              </a:lnSpc>
              <a:spcBef>
                <a:spcPts val="1600"/>
              </a:spcBef>
              <a:spcAft>
                <a:spcPts val="0"/>
              </a:spcAft>
              <a:buSzPts val="1000"/>
              <a:buNone/>
              <a:defRPr sz="1000"/>
            </a:lvl7pPr>
            <a:lvl8pPr lvl="7" algn="ctr">
              <a:lnSpc>
                <a:spcPct val="100000"/>
              </a:lnSpc>
              <a:spcBef>
                <a:spcPts val="1600"/>
              </a:spcBef>
              <a:spcAft>
                <a:spcPts val="0"/>
              </a:spcAft>
              <a:buSzPts val="1000"/>
              <a:buNone/>
              <a:defRPr sz="1000"/>
            </a:lvl8pPr>
            <a:lvl9pPr lvl="8" algn="ctr">
              <a:lnSpc>
                <a:spcPct val="100000"/>
              </a:lnSpc>
              <a:spcBef>
                <a:spcPts val="1600"/>
              </a:spcBef>
              <a:spcAft>
                <a:spcPts val="1600"/>
              </a:spcAft>
              <a:buSzPts val="1000"/>
              <a:buNone/>
              <a:defRPr sz="1000"/>
            </a:lvl9pPr>
          </a:lstStyle>
          <a:p/>
        </p:txBody>
      </p:sp>
      <p:sp>
        <p:nvSpPr>
          <p:cNvPr id="933" name="Google Shape;933;p81"/>
          <p:cNvSpPr txBox="1"/>
          <p:nvPr/>
        </p:nvSpPr>
        <p:spPr>
          <a:xfrm>
            <a:off x="713100" y="3385450"/>
            <a:ext cx="3000000" cy="615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300"/>
              </a:spcBef>
              <a:spcAft>
                <a:spcPts val="0"/>
              </a:spcAft>
              <a:buNone/>
            </a:pPr>
            <a:r>
              <a:rPr lang="ar" sz="1000">
                <a:solidFill>
                  <a:schemeClr val="dk1"/>
                </a:solidFill>
                <a:latin typeface="Maven Pro"/>
                <a:ea typeface="Maven Pro"/>
                <a:cs typeface="Maven Pro"/>
                <a:sym typeface="Maven Pro"/>
              </a:rPr>
              <a:t>CREDITS: This presentation template was created by </a:t>
            </a:r>
            <a:r>
              <a:rPr b="1" lang="ar" sz="1000" u="sng">
                <a:solidFill>
                  <a:schemeClr val="dk2"/>
                </a:solidFill>
                <a:latin typeface="Maven Pro"/>
                <a:ea typeface="Maven Pro"/>
                <a:cs typeface="Maven Pro"/>
                <a:sym typeface="Maven Pro"/>
                <a:hlinkClick r:id="rId2">
                  <a:extLst>
                    <a:ext uri="{A12FA001-AC4F-418D-AE19-62706E023703}">
                      <ahyp:hlinkClr val="tx"/>
                    </a:ext>
                  </a:extLst>
                </a:hlinkClick>
              </a:rPr>
              <a:t>Slidesgo</a:t>
            </a:r>
            <a:r>
              <a:rPr lang="ar" sz="1000">
                <a:solidFill>
                  <a:schemeClr val="dk1"/>
                </a:solidFill>
                <a:latin typeface="Maven Pro"/>
                <a:ea typeface="Maven Pro"/>
                <a:cs typeface="Maven Pro"/>
                <a:sym typeface="Maven Pro"/>
              </a:rPr>
              <a:t>, and includes icons by </a:t>
            </a:r>
            <a:r>
              <a:rPr b="1" lang="ar" sz="1000" u="sng">
                <a:solidFill>
                  <a:schemeClr val="dk2"/>
                </a:solidFill>
                <a:latin typeface="Maven Pro"/>
                <a:ea typeface="Maven Pro"/>
                <a:cs typeface="Maven Pro"/>
                <a:sym typeface="Maven Pro"/>
                <a:hlinkClick r:id="rId3">
                  <a:extLst>
                    <a:ext uri="{A12FA001-AC4F-418D-AE19-62706E023703}">
                      <ahyp:hlinkClr val="tx"/>
                    </a:ext>
                  </a:extLst>
                </a:hlinkClick>
              </a:rPr>
              <a:t>Flaticon</a:t>
            </a:r>
            <a:r>
              <a:rPr b="1" lang="ar" sz="1000">
                <a:solidFill>
                  <a:schemeClr val="dk2"/>
                </a:solidFill>
                <a:latin typeface="Maven Pro"/>
                <a:ea typeface="Maven Pro"/>
                <a:cs typeface="Maven Pro"/>
                <a:sym typeface="Maven Pro"/>
              </a:rPr>
              <a:t> </a:t>
            </a:r>
            <a:r>
              <a:rPr lang="ar" sz="1000">
                <a:solidFill>
                  <a:schemeClr val="dk1"/>
                </a:solidFill>
                <a:latin typeface="Maven Pro"/>
                <a:ea typeface="Maven Pro"/>
                <a:cs typeface="Maven Pro"/>
                <a:sym typeface="Maven Pro"/>
              </a:rPr>
              <a:t>and infographics &amp; images by </a:t>
            </a:r>
            <a:r>
              <a:rPr b="1" lang="ar" sz="1000" u="sng">
                <a:solidFill>
                  <a:schemeClr val="dk2"/>
                </a:solidFill>
                <a:latin typeface="Maven Pro"/>
                <a:ea typeface="Maven Pro"/>
                <a:cs typeface="Maven Pro"/>
                <a:sym typeface="Maven Pro"/>
                <a:hlinkClick r:id="rId4">
                  <a:extLst>
                    <a:ext uri="{A12FA001-AC4F-418D-AE19-62706E023703}">
                      <ahyp:hlinkClr val="tx"/>
                    </a:ext>
                  </a:extLst>
                </a:hlinkClick>
              </a:rPr>
              <a:t>Freepik</a:t>
            </a:r>
            <a:endParaRPr b="1" sz="1000" u="sng">
              <a:solidFill>
                <a:schemeClr val="dk2"/>
              </a:solidFill>
              <a:latin typeface="Maven Pro"/>
              <a:ea typeface="Maven Pro"/>
              <a:cs typeface="Maven Pro"/>
              <a:sym typeface="Maven Pro"/>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934" name="Shape 934"/>
        <p:cNvGrpSpPr/>
        <p:nvPr/>
      </p:nvGrpSpPr>
      <p:grpSpPr>
        <a:xfrm>
          <a:off x="0" y="0"/>
          <a:ext cx="0" cy="0"/>
          <a:chOff x="0" y="0"/>
          <a:chExt cx="0" cy="0"/>
        </a:xfrm>
      </p:grpSpPr>
      <p:sp>
        <p:nvSpPr>
          <p:cNvPr id="935" name="Google Shape;935;p82"/>
          <p:cNvSpPr/>
          <p:nvPr/>
        </p:nvSpPr>
        <p:spPr>
          <a:xfrm rot="-6125281">
            <a:off x="6780953" y="-507545"/>
            <a:ext cx="4634067" cy="2824557"/>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82"/>
          <p:cNvSpPr/>
          <p:nvPr/>
        </p:nvSpPr>
        <p:spPr>
          <a:xfrm flipH="1">
            <a:off x="-1192290" y="3569975"/>
            <a:ext cx="5029983" cy="2068243"/>
          </a:xfrm>
          <a:custGeom>
            <a:rect b="b" l="l" r="r" t="t"/>
            <a:pathLst>
              <a:path extrusionOk="0" h="10483" w="22438">
                <a:moveTo>
                  <a:pt x="18307" y="1053"/>
                </a:moveTo>
                <a:cubicBezTo>
                  <a:pt x="17174" y="1740"/>
                  <a:pt x="16505" y="2560"/>
                  <a:pt x="15773" y="3640"/>
                </a:cubicBezTo>
                <a:lnTo>
                  <a:pt x="15773" y="3640"/>
                </a:lnTo>
                <a:cubicBezTo>
                  <a:pt x="15149" y="4550"/>
                  <a:pt x="14658" y="5593"/>
                  <a:pt x="13668" y="6164"/>
                </a:cubicBezTo>
                <a:lnTo>
                  <a:pt x="13668" y="6164"/>
                </a:lnTo>
                <a:cubicBezTo>
                  <a:pt x="12606" y="6762"/>
                  <a:pt x="11009" y="6896"/>
                  <a:pt x="9823" y="6539"/>
                </a:cubicBezTo>
                <a:lnTo>
                  <a:pt x="9823" y="6539"/>
                </a:lnTo>
                <a:cubicBezTo>
                  <a:pt x="8565" y="6156"/>
                  <a:pt x="7049" y="5906"/>
                  <a:pt x="5791" y="6477"/>
                </a:cubicBezTo>
                <a:lnTo>
                  <a:pt x="5791" y="6477"/>
                </a:lnTo>
                <a:cubicBezTo>
                  <a:pt x="4497" y="7057"/>
                  <a:pt x="3293" y="7931"/>
                  <a:pt x="2151" y="8752"/>
                </a:cubicBezTo>
                <a:lnTo>
                  <a:pt x="2151" y="8752"/>
                </a:lnTo>
                <a:cubicBezTo>
                  <a:pt x="1410" y="9296"/>
                  <a:pt x="670" y="9858"/>
                  <a:pt x="1" y="10482"/>
                </a:cubicBezTo>
                <a:lnTo>
                  <a:pt x="1" y="10482"/>
                </a:lnTo>
                <a:lnTo>
                  <a:pt x="22393" y="10482"/>
                </a:lnTo>
                <a:lnTo>
                  <a:pt x="22437" y="98"/>
                </a:lnTo>
                <a:cubicBezTo>
                  <a:pt x="22179" y="27"/>
                  <a:pt x="21902" y="0"/>
                  <a:pt x="21617" y="0"/>
                </a:cubicBezTo>
                <a:lnTo>
                  <a:pt x="21617" y="0"/>
                </a:lnTo>
                <a:cubicBezTo>
                  <a:pt x="20466" y="0"/>
                  <a:pt x="19208" y="517"/>
                  <a:pt x="18307" y="1053"/>
                </a:cubicBezTo>
                <a:close/>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37" name="Google Shape;937;p82"/>
          <p:cNvGrpSpPr/>
          <p:nvPr/>
        </p:nvGrpSpPr>
        <p:grpSpPr>
          <a:xfrm>
            <a:off x="53078" y="3519092"/>
            <a:ext cx="666922" cy="1553796"/>
            <a:chOff x="53078" y="3519092"/>
            <a:chExt cx="666922" cy="1553796"/>
          </a:xfrm>
        </p:grpSpPr>
        <p:sp>
          <p:nvSpPr>
            <p:cNvPr id="938" name="Google Shape;938;p82"/>
            <p:cNvSpPr/>
            <p:nvPr/>
          </p:nvSpPr>
          <p:spPr>
            <a:xfrm>
              <a:off x="53078" y="35190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82"/>
            <p:cNvSpPr/>
            <p:nvPr/>
          </p:nvSpPr>
          <p:spPr>
            <a:xfrm>
              <a:off x="251230" y="46040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82"/>
            <p:cNvSpPr/>
            <p:nvPr/>
          </p:nvSpPr>
          <p:spPr>
            <a:xfrm>
              <a:off x="148697" y="4326490"/>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FFFFFF">
                    <a:alpha val="50196"/>
                  </a:srgbClr>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1" name="Google Shape;941;p82"/>
          <p:cNvGrpSpPr/>
          <p:nvPr/>
        </p:nvGrpSpPr>
        <p:grpSpPr>
          <a:xfrm>
            <a:off x="7618822" y="111365"/>
            <a:ext cx="1576005" cy="1123414"/>
            <a:chOff x="7618822" y="111365"/>
            <a:chExt cx="1576005" cy="1123414"/>
          </a:xfrm>
        </p:grpSpPr>
        <p:sp>
          <p:nvSpPr>
            <p:cNvPr id="942" name="Google Shape;942;p82"/>
            <p:cNvSpPr/>
            <p:nvPr/>
          </p:nvSpPr>
          <p:spPr>
            <a:xfrm>
              <a:off x="8267398" y="11137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82"/>
            <p:cNvSpPr/>
            <p:nvPr/>
          </p:nvSpPr>
          <p:spPr>
            <a:xfrm>
              <a:off x="8534803" y="574679"/>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82"/>
            <p:cNvSpPr/>
            <p:nvPr/>
          </p:nvSpPr>
          <p:spPr>
            <a:xfrm>
              <a:off x="7618822" y="111365"/>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FFFFFF">
                    <a:alpha val="50196"/>
                  </a:srgbClr>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945" name="Shape 945"/>
        <p:cNvGrpSpPr/>
        <p:nvPr/>
      </p:nvGrpSpPr>
      <p:grpSpPr>
        <a:xfrm>
          <a:off x="0" y="0"/>
          <a:ext cx="0" cy="0"/>
          <a:chOff x="0" y="0"/>
          <a:chExt cx="0" cy="0"/>
        </a:xfrm>
      </p:grpSpPr>
      <p:sp>
        <p:nvSpPr>
          <p:cNvPr id="946" name="Google Shape;946;p83"/>
          <p:cNvSpPr/>
          <p:nvPr/>
        </p:nvSpPr>
        <p:spPr>
          <a:xfrm>
            <a:off x="4182350" y="2075876"/>
            <a:ext cx="5728043" cy="3491380"/>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83"/>
          <p:cNvSpPr/>
          <p:nvPr/>
        </p:nvSpPr>
        <p:spPr>
          <a:xfrm>
            <a:off x="5816848" y="3347141"/>
            <a:ext cx="4013990" cy="1875356"/>
          </a:xfrm>
          <a:custGeom>
            <a:rect b="b" l="l" r="r" t="t"/>
            <a:pathLst>
              <a:path extrusionOk="0" h="10483" w="22438">
                <a:moveTo>
                  <a:pt x="18307" y="1053"/>
                </a:moveTo>
                <a:cubicBezTo>
                  <a:pt x="17174" y="1740"/>
                  <a:pt x="16505" y="2560"/>
                  <a:pt x="15773" y="3640"/>
                </a:cubicBezTo>
                <a:lnTo>
                  <a:pt x="15773" y="3640"/>
                </a:lnTo>
                <a:cubicBezTo>
                  <a:pt x="15149" y="4550"/>
                  <a:pt x="14658" y="5593"/>
                  <a:pt x="13668" y="6164"/>
                </a:cubicBezTo>
                <a:lnTo>
                  <a:pt x="13668" y="6164"/>
                </a:lnTo>
                <a:cubicBezTo>
                  <a:pt x="12606" y="6762"/>
                  <a:pt x="11009" y="6896"/>
                  <a:pt x="9823" y="6539"/>
                </a:cubicBezTo>
                <a:lnTo>
                  <a:pt x="9823" y="6539"/>
                </a:lnTo>
                <a:cubicBezTo>
                  <a:pt x="8565" y="6156"/>
                  <a:pt x="7049" y="5906"/>
                  <a:pt x="5791" y="6477"/>
                </a:cubicBezTo>
                <a:lnTo>
                  <a:pt x="5791" y="6477"/>
                </a:lnTo>
                <a:cubicBezTo>
                  <a:pt x="4497" y="7057"/>
                  <a:pt x="3293" y="7931"/>
                  <a:pt x="2151" y="8752"/>
                </a:cubicBezTo>
                <a:lnTo>
                  <a:pt x="2151" y="8752"/>
                </a:lnTo>
                <a:cubicBezTo>
                  <a:pt x="1410" y="9296"/>
                  <a:pt x="670" y="9858"/>
                  <a:pt x="1" y="10482"/>
                </a:cubicBezTo>
                <a:lnTo>
                  <a:pt x="1" y="10482"/>
                </a:lnTo>
                <a:lnTo>
                  <a:pt x="22393" y="10482"/>
                </a:lnTo>
                <a:lnTo>
                  <a:pt x="22437" y="98"/>
                </a:lnTo>
                <a:cubicBezTo>
                  <a:pt x="22179" y="27"/>
                  <a:pt x="21902" y="0"/>
                  <a:pt x="21617" y="0"/>
                </a:cubicBezTo>
                <a:lnTo>
                  <a:pt x="21617" y="0"/>
                </a:lnTo>
                <a:cubicBezTo>
                  <a:pt x="20466" y="0"/>
                  <a:pt x="19208" y="517"/>
                  <a:pt x="18307" y="1053"/>
                </a:cubicBezTo>
                <a:close/>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83"/>
          <p:cNvSpPr/>
          <p:nvPr/>
        </p:nvSpPr>
        <p:spPr>
          <a:xfrm rot="-9720741">
            <a:off x="-717073" y="-1675999"/>
            <a:ext cx="5728060" cy="3491392"/>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49" name="Google Shape;949;p83"/>
          <p:cNvGrpSpPr/>
          <p:nvPr/>
        </p:nvGrpSpPr>
        <p:grpSpPr>
          <a:xfrm>
            <a:off x="531953" y="54192"/>
            <a:ext cx="2525032" cy="660100"/>
            <a:chOff x="531953" y="54192"/>
            <a:chExt cx="2525032" cy="660100"/>
          </a:xfrm>
        </p:grpSpPr>
        <p:sp>
          <p:nvSpPr>
            <p:cNvPr id="950" name="Google Shape;950;p83"/>
            <p:cNvSpPr/>
            <p:nvPr/>
          </p:nvSpPr>
          <p:spPr>
            <a:xfrm>
              <a:off x="531953" y="541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83"/>
            <p:cNvSpPr/>
            <p:nvPr/>
          </p:nvSpPr>
          <p:spPr>
            <a:xfrm>
              <a:off x="2311280" y="2454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83"/>
            <p:cNvSpPr/>
            <p:nvPr/>
          </p:nvSpPr>
          <p:spPr>
            <a:xfrm>
              <a:off x="1841797" y="164290"/>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FFFFFF">
                    <a:alpha val="50196"/>
                  </a:srgbClr>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83"/>
            <p:cNvSpPr/>
            <p:nvPr/>
          </p:nvSpPr>
          <p:spPr>
            <a:xfrm>
              <a:off x="2729973" y="542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9_2">
    <p:spTree>
      <p:nvGrpSpPr>
        <p:cNvPr id="954" name="Shape 954"/>
        <p:cNvGrpSpPr/>
        <p:nvPr/>
      </p:nvGrpSpPr>
      <p:grpSpPr>
        <a:xfrm>
          <a:off x="0" y="0"/>
          <a:ext cx="0" cy="0"/>
          <a:chOff x="0" y="0"/>
          <a:chExt cx="0" cy="0"/>
        </a:xfrm>
      </p:grpSpPr>
      <p:sp>
        <p:nvSpPr>
          <p:cNvPr id="955" name="Google Shape;955;p84"/>
          <p:cNvSpPr/>
          <p:nvPr/>
        </p:nvSpPr>
        <p:spPr>
          <a:xfrm flipH="1" rot="1292342">
            <a:off x="-2419456" y="2200421"/>
            <a:ext cx="6095930" cy="3491359"/>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8134EC">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84"/>
          <p:cNvSpPr/>
          <p:nvPr/>
        </p:nvSpPr>
        <p:spPr>
          <a:xfrm rot="5400000">
            <a:off x="6537482" y="2747717"/>
            <a:ext cx="3524097" cy="2396762"/>
          </a:xfrm>
          <a:custGeom>
            <a:rect b="b" l="l" r="r" t="t"/>
            <a:pathLst>
              <a:path extrusionOk="0" h="14034" w="20635">
                <a:moveTo>
                  <a:pt x="20635" y="687"/>
                </a:moveTo>
                <a:cubicBezTo>
                  <a:pt x="18637" y="687"/>
                  <a:pt x="16638" y="768"/>
                  <a:pt x="14649" y="643"/>
                </a:cubicBezTo>
                <a:cubicBezTo>
                  <a:pt x="12552" y="509"/>
                  <a:pt x="10492" y="224"/>
                  <a:pt x="8377" y="224"/>
                </a:cubicBezTo>
                <a:cubicBezTo>
                  <a:pt x="6879" y="224"/>
                  <a:pt x="5380" y="313"/>
                  <a:pt x="3899" y="313"/>
                </a:cubicBezTo>
                <a:cubicBezTo>
                  <a:pt x="3132" y="313"/>
                  <a:pt x="955" y="0"/>
                  <a:pt x="509" y="875"/>
                </a:cubicBezTo>
                <a:cubicBezTo>
                  <a:pt x="1" y="1883"/>
                  <a:pt x="2329" y="3792"/>
                  <a:pt x="2989" y="4300"/>
                </a:cubicBezTo>
                <a:cubicBezTo>
                  <a:pt x="4185" y="5228"/>
                  <a:pt x="5433" y="5335"/>
                  <a:pt x="6879" y="5549"/>
                </a:cubicBezTo>
                <a:cubicBezTo>
                  <a:pt x="8422" y="5781"/>
                  <a:pt x="9832" y="5995"/>
                  <a:pt x="11107" y="6941"/>
                </a:cubicBezTo>
                <a:cubicBezTo>
                  <a:pt x="12196" y="7762"/>
                  <a:pt x="12829" y="8966"/>
                  <a:pt x="13516" y="10099"/>
                </a:cubicBezTo>
                <a:cubicBezTo>
                  <a:pt x="14230" y="11268"/>
                  <a:pt x="15291" y="12151"/>
                  <a:pt x="16496" y="12775"/>
                </a:cubicBezTo>
                <a:cubicBezTo>
                  <a:pt x="17566" y="13320"/>
                  <a:pt x="19074" y="13998"/>
                  <a:pt x="20278" y="14033"/>
                </a:cubicBezTo>
                <a:cubicBezTo>
                  <a:pt x="20421" y="13221"/>
                  <a:pt x="20314" y="12383"/>
                  <a:pt x="20332" y="11562"/>
                </a:cubicBezTo>
                <a:cubicBezTo>
                  <a:pt x="20349" y="10732"/>
                  <a:pt x="20635" y="9930"/>
                  <a:pt x="20635" y="9109"/>
                </a:cubicBezTo>
                <a:cubicBezTo>
                  <a:pt x="20635" y="8252"/>
                  <a:pt x="20635" y="7387"/>
                  <a:pt x="20635" y="6531"/>
                </a:cubicBezTo>
                <a:lnTo>
                  <a:pt x="20635" y="1713"/>
                </a:lnTo>
                <a:close/>
              </a:path>
            </a:pathLst>
          </a:custGeom>
          <a:gradFill>
            <a:gsLst>
              <a:gs pos="0">
                <a:srgbClr val="8134EC">
                  <a:alpha val="70196"/>
                </a:srgbClr>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57" name="Google Shape;957;p84"/>
          <p:cNvGrpSpPr/>
          <p:nvPr/>
        </p:nvGrpSpPr>
        <p:grpSpPr>
          <a:xfrm>
            <a:off x="8209011" y="2860943"/>
            <a:ext cx="934985" cy="2170316"/>
            <a:chOff x="8220061" y="2910118"/>
            <a:chExt cx="934985" cy="2170316"/>
          </a:xfrm>
        </p:grpSpPr>
        <p:sp>
          <p:nvSpPr>
            <p:cNvPr id="958" name="Google Shape;958;p84"/>
            <p:cNvSpPr/>
            <p:nvPr/>
          </p:nvSpPr>
          <p:spPr>
            <a:xfrm>
              <a:off x="8495023" y="4363315"/>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84"/>
            <p:cNvSpPr/>
            <p:nvPr/>
          </p:nvSpPr>
          <p:spPr>
            <a:xfrm>
              <a:off x="8737186" y="37316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84"/>
            <p:cNvSpPr/>
            <p:nvPr/>
          </p:nvSpPr>
          <p:spPr>
            <a:xfrm>
              <a:off x="8220061" y="4753390"/>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84"/>
            <p:cNvSpPr/>
            <p:nvPr/>
          </p:nvSpPr>
          <p:spPr>
            <a:xfrm>
              <a:off x="8552930" y="291011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2" name="Google Shape;962;p84"/>
          <p:cNvGrpSpPr/>
          <p:nvPr/>
        </p:nvGrpSpPr>
        <p:grpSpPr>
          <a:xfrm rot="7347507">
            <a:off x="371745" y="3666596"/>
            <a:ext cx="682717" cy="1547317"/>
            <a:chOff x="-33427" y="3476090"/>
            <a:chExt cx="682702" cy="1547282"/>
          </a:xfrm>
        </p:grpSpPr>
        <p:sp>
          <p:nvSpPr>
            <p:cNvPr id="963" name="Google Shape;963;p84"/>
            <p:cNvSpPr/>
            <p:nvPr/>
          </p:nvSpPr>
          <p:spPr>
            <a:xfrm>
              <a:off x="180505" y="42564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84"/>
            <p:cNvSpPr/>
            <p:nvPr/>
          </p:nvSpPr>
          <p:spPr>
            <a:xfrm>
              <a:off x="-33427" y="3476090"/>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84"/>
            <p:cNvSpPr/>
            <p:nvPr/>
          </p:nvSpPr>
          <p:spPr>
            <a:xfrm>
              <a:off x="133086" y="469632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11" Type="http://schemas.openxmlformats.org/officeDocument/2006/relationships/slideLayout" Target="../slideLayouts/slideLayout22.xml"/><Relationship Id="rId22" Type="http://schemas.openxmlformats.org/officeDocument/2006/relationships/slideLayout" Target="../slideLayouts/slideLayout33.xml"/><Relationship Id="rId10" Type="http://schemas.openxmlformats.org/officeDocument/2006/relationships/slideLayout" Target="../slideLayouts/slideLayout21.xml"/><Relationship Id="rId21" Type="http://schemas.openxmlformats.org/officeDocument/2006/relationships/slideLayout" Target="../slideLayouts/slideLayout32.xml"/><Relationship Id="rId13" Type="http://schemas.openxmlformats.org/officeDocument/2006/relationships/slideLayout" Target="../slideLayouts/slideLayout24.xml"/><Relationship Id="rId24" Type="http://schemas.openxmlformats.org/officeDocument/2006/relationships/theme" Target="../theme/theme5.xml"/><Relationship Id="rId12" Type="http://schemas.openxmlformats.org/officeDocument/2006/relationships/slideLayout" Target="../slideLayouts/slideLayout23.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6" Type="http://schemas.openxmlformats.org/officeDocument/2006/relationships/slideLayout" Target="../slideLayouts/slideLayout17.xml"/><Relationship Id="rId18" Type="http://schemas.openxmlformats.org/officeDocument/2006/relationships/slideLayout" Target="../slideLayouts/slideLayout29.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54.xml"/><Relationship Id="rId11" Type="http://schemas.openxmlformats.org/officeDocument/2006/relationships/slideLayout" Target="../slideLayouts/slideLayout45.xml"/><Relationship Id="rId22" Type="http://schemas.openxmlformats.org/officeDocument/2006/relationships/slideLayout" Target="../slideLayouts/slideLayout56.xml"/><Relationship Id="rId10" Type="http://schemas.openxmlformats.org/officeDocument/2006/relationships/slideLayout" Target="../slideLayouts/slideLayout44.xml"/><Relationship Id="rId21" Type="http://schemas.openxmlformats.org/officeDocument/2006/relationships/slideLayout" Target="../slideLayouts/slideLayout55.xml"/><Relationship Id="rId13" Type="http://schemas.openxmlformats.org/officeDocument/2006/relationships/slideLayout" Target="../slideLayouts/slideLayout47.xml"/><Relationship Id="rId24" Type="http://schemas.openxmlformats.org/officeDocument/2006/relationships/theme" Target="../theme/theme3.xml"/><Relationship Id="rId12" Type="http://schemas.openxmlformats.org/officeDocument/2006/relationships/slideLayout" Target="../slideLayouts/slideLayout46.xml"/><Relationship Id="rId23" Type="http://schemas.openxmlformats.org/officeDocument/2006/relationships/slideLayout" Target="../slideLayouts/slideLayout57.xml"/><Relationship Id="rId1" Type="http://schemas.openxmlformats.org/officeDocument/2006/relationships/slideLayout" Target="../slideLayouts/slideLayout35.xml"/><Relationship Id="rId2" Type="http://schemas.openxmlformats.org/officeDocument/2006/relationships/slideLayout" Target="../slideLayouts/slideLayout36.xml"/><Relationship Id="rId3" Type="http://schemas.openxmlformats.org/officeDocument/2006/relationships/slideLayout" Target="../slideLayouts/slideLayout37.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5" Type="http://schemas.openxmlformats.org/officeDocument/2006/relationships/slideLayout" Target="../slideLayouts/slideLayout49.xml"/><Relationship Id="rId14" Type="http://schemas.openxmlformats.org/officeDocument/2006/relationships/slideLayout" Target="../slideLayouts/slideLayout48.xml"/><Relationship Id="rId17" Type="http://schemas.openxmlformats.org/officeDocument/2006/relationships/slideLayout" Target="../slideLayouts/slideLayout51.xml"/><Relationship Id="rId16" Type="http://schemas.openxmlformats.org/officeDocument/2006/relationships/slideLayout" Target="../slideLayouts/slideLayout50.xml"/><Relationship Id="rId5" Type="http://schemas.openxmlformats.org/officeDocument/2006/relationships/slideLayout" Target="../slideLayouts/slideLayout39.xml"/><Relationship Id="rId19" Type="http://schemas.openxmlformats.org/officeDocument/2006/relationships/slideLayout" Target="../slideLayouts/slideLayout53.xml"/><Relationship Id="rId6" Type="http://schemas.openxmlformats.org/officeDocument/2006/relationships/slideLayout" Target="../slideLayouts/slideLayout40.xml"/><Relationship Id="rId18" Type="http://schemas.openxmlformats.org/officeDocument/2006/relationships/slideLayout" Target="../slideLayouts/slideLayout52.xml"/><Relationship Id="rId7" Type="http://schemas.openxmlformats.org/officeDocument/2006/relationships/slideLayout" Target="../slideLayouts/slideLayout41.xml"/><Relationship Id="rId8" Type="http://schemas.openxmlformats.org/officeDocument/2006/relationships/slideLayout" Target="../slideLayouts/slideLayout42.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77.xml"/><Relationship Id="rId11" Type="http://schemas.openxmlformats.org/officeDocument/2006/relationships/slideLayout" Target="../slideLayouts/slideLayout68.xml"/><Relationship Id="rId22" Type="http://schemas.openxmlformats.org/officeDocument/2006/relationships/slideLayout" Target="../slideLayouts/slideLayout79.xml"/><Relationship Id="rId10" Type="http://schemas.openxmlformats.org/officeDocument/2006/relationships/slideLayout" Target="../slideLayouts/slideLayout67.xml"/><Relationship Id="rId21" Type="http://schemas.openxmlformats.org/officeDocument/2006/relationships/slideLayout" Target="../slideLayouts/slideLayout78.xml"/><Relationship Id="rId13" Type="http://schemas.openxmlformats.org/officeDocument/2006/relationships/slideLayout" Target="../slideLayouts/slideLayout70.xml"/><Relationship Id="rId24" Type="http://schemas.openxmlformats.org/officeDocument/2006/relationships/theme" Target="../theme/theme2.xml"/><Relationship Id="rId12" Type="http://schemas.openxmlformats.org/officeDocument/2006/relationships/slideLayout" Target="../slideLayouts/slideLayout69.xml"/><Relationship Id="rId23" Type="http://schemas.openxmlformats.org/officeDocument/2006/relationships/slideLayout" Target="../slideLayouts/slideLayout80.xml"/><Relationship Id="rId1" Type="http://schemas.openxmlformats.org/officeDocument/2006/relationships/slideLayout" Target="../slideLayouts/slideLayout58.xml"/><Relationship Id="rId2" Type="http://schemas.openxmlformats.org/officeDocument/2006/relationships/slideLayout" Target="../slideLayouts/slideLayout59.xml"/><Relationship Id="rId3" Type="http://schemas.openxmlformats.org/officeDocument/2006/relationships/slideLayout" Target="../slideLayouts/slideLayout60.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5" Type="http://schemas.openxmlformats.org/officeDocument/2006/relationships/slideLayout" Target="../slideLayouts/slideLayout72.xml"/><Relationship Id="rId14" Type="http://schemas.openxmlformats.org/officeDocument/2006/relationships/slideLayout" Target="../slideLayouts/slideLayout71.xml"/><Relationship Id="rId17" Type="http://schemas.openxmlformats.org/officeDocument/2006/relationships/slideLayout" Target="../slideLayouts/slideLayout74.xml"/><Relationship Id="rId16" Type="http://schemas.openxmlformats.org/officeDocument/2006/relationships/slideLayout" Target="../slideLayouts/slideLayout73.xml"/><Relationship Id="rId5" Type="http://schemas.openxmlformats.org/officeDocument/2006/relationships/slideLayout" Target="../slideLayouts/slideLayout62.xml"/><Relationship Id="rId19" Type="http://schemas.openxmlformats.org/officeDocument/2006/relationships/slideLayout" Target="../slideLayouts/slideLayout76.xml"/><Relationship Id="rId6" Type="http://schemas.openxmlformats.org/officeDocument/2006/relationships/slideLayout" Target="../slideLayouts/slideLayout63.xml"/><Relationship Id="rId18" Type="http://schemas.openxmlformats.org/officeDocument/2006/relationships/slideLayout" Target="../slideLayouts/slideLayout75.xml"/><Relationship Id="rId7" Type="http://schemas.openxmlformats.org/officeDocument/2006/relationships/slideLayout" Target="../slideLayouts/slideLayout64.xml"/><Relationship Id="rId8" Type="http://schemas.openxmlformats.org/officeDocument/2006/relationships/slideLayout" Target="../slideLayouts/slideLayout6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IBM Plex Sans Arabic"/>
              <a:buNone/>
              <a:defRPr sz="2800">
                <a:solidFill>
                  <a:schemeClr val="dk1"/>
                </a:solidFill>
                <a:latin typeface="IBM Plex Sans Arabic"/>
                <a:ea typeface="IBM Plex Sans Arabic"/>
                <a:cs typeface="IBM Plex Sans Arabic"/>
                <a:sym typeface="IBM Plex Sans Arabic"/>
              </a:defRPr>
            </a:lvl1pPr>
            <a:lvl2pPr lvl="1">
              <a:spcBef>
                <a:spcPts val="0"/>
              </a:spcBef>
              <a:spcAft>
                <a:spcPts val="0"/>
              </a:spcAft>
              <a:buClr>
                <a:schemeClr val="dk1"/>
              </a:buClr>
              <a:buSzPts val="2800"/>
              <a:buFont typeface="IBM Plex Sans Arabic"/>
              <a:buNone/>
              <a:defRPr sz="2800">
                <a:solidFill>
                  <a:schemeClr val="dk1"/>
                </a:solidFill>
                <a:latin typeface="IBM Plex Sans Arabic"/>
                <a:ea typeface="IBM Plex Sans Arabic"/>
                <a:cs typeface="IBM Plex Sans Arabic"/>
                <a:sym typeface="IBM Plex Sans Arabic"/>
              </a:defRPr>
            </a:lvl2pPr>
            <a:lvl3pPr lvl="2">
              <a:spcBef>
                <a:spcPts val="0"/>
              </a:spcBef>
              <a:spcAft>
                <a:spcPts val="0"/>
              </a:spcAft>
              <a:buClr>
                <a:schemeClr val="dk1"/>
              </a:buClr>
              <a:buSzPts val="2800"/>
              <a:buFont typeface="IBM Plex Sans Arabic"/>
              <a:buNone/>
              <a:defRPr sz="2800">
                <a:solidFill>
                  <a:schemeClr val="dk1"/>
                </a:solidFill>
                <a:latin typeface="IBM Plex Sans Arabic"/>
                <a:ea typeface="IBM Plex Sans Arabic"/>
                <a:cs typeface="IBM Plex Sans Arabic"/>
                <a:sym typeface="IBM Plex Sans Arabic"/>
              </a:defRPr>
            </a:lvl3pPr>
            <a:lvl4pPr lvl="3">
              <a:spcBef>
                <a:spcPts val="0"/>
              </a:spcBef>
              <a:spcAft>
                <a:spcPts val="0"/>
              </a:spcAft>
              <a:buClr>
                <a:schemeClr val="dk1"/>
              </a:buClr>
              <a:buSzPts val="2800"/>
              <a:buFont typeface="IBM Plex Sans Arabic"/>
              <a:buNone/>
              <a:defRPr sz="2800">
                <a:solidFill>
                  <a:schemeClr val="dk1"/>
                </a:solidFill>
                <a:latin typeface="IBM Plex Sans Arabic"/>
                <a:ea typeface="IBM Plex Sans Arabic"/>
                <a:cs typeface="IBM Plex Sans Arabic"/>
                <a:sym typeface="IBM Plex Sans Arabic"/>
              </a:defRPr>
            </a:lvl4pPr>
            <a:lvl5pPr lvl="4">
              <a:spcBef>
                <a:spcPts val="0"/>
              </a:spcBef>
              <a:spcAft>
                <a:spcPts val="0"/>
              </a:spcAft>
              <a:buClr>
                <a:schemeClr val="dk1"/>
              </a:buClr>
              <a:buSzPts val="2800"/>
              <a:buFont typeface="IBM Plex Sans Arabic"/>
              <a:buNone/>
              <a:defRPr sz="2800">
                <a:solidFill>
                  <a:schemeClr val="dk1"/>
                </a:solidFill>
                <a:latin typeface="IBM Plex Sans Arabic"/>
                <a:ea typeface="IBM Plex Sans Arabic"/>
                <a:cs typeface="IBM Plex Sans Arabic"/>
                <a:sym typeface="IBM Plex Sans Arabic"/>
              </a:defRPr>
            </a:lvl5pPr>
            <a:lvl6pPr lvl="5">
              <a:spcBef>
                <a:spcPts val="0"/>
              </a:spcBef>
              <a:spcAft>
                <a:spcPts val="0"/>
              </a:spcAft>
              <a:buClr>
                <a:schemeClr val="dk1"/>
              </a:buClr>
              <a:buSzPts val="2800"/>
              <a:buFont typeface="IBM Plex Sans Arabic"/>
              <a:buNone/>
              <a:defRPr sz="2800">
                <a:solidFill>
                  <a:schemeClr val="dk1"/>
                </a:solidFill>
                <a:latin typeface="IBM Plex Sans Arabic"/>
                <a:ea typeface="IBM Plex Sans Arabic"/>
                <a:cs typeface="IBM Plex Sans Arabic"/>
                <a:sym typeface="IBM Plex Sans Arabic"/>
              </a:defRPr>
            </a:lvl6pPr>
            <a:lvl7pPr lvl="6">
              <a:spcBef>
                <a:spcPts val="0"/>
              </a:spcBef>
              <a:spcAft>
                <a:spcPts val="0"/>
              </a:spcAft>
              <a:buClr>
                <a:schemeClr val="dk1"/>
              </a:buClr>
              <a:buSzPts val="2800"/>
              <a:buFont typeface="IBM Plex Sans Arabic"/>
              <a:buNone/>
              <a:defRPr sz="2800">
                <a:solidFill>
                  <a:schemeClr val="dk1"/>
                </a:solidFill>
                <a:latin typeface="IBM Plex Sans Arabic"/>
                <a:ea typeface="IBM Plex Sans Arabic"/>
                <a:cs typeface="IBM Plex Sans Arabic"/>
                <a:sym typeface="IBM Plex Sans Arabic"/>
              </a:defRPr>
            </a:lvl7pPr>
            <a:lvl8pPr lvl="7">
              <a:spcBef>
                <a:spcPts val="0"/>
              </a:spcBef>
              <a:spcAft>
                <a:spcPts val="0"/>
              </a:spcAft>
              <a:buClr>
                <a:schemeClr val="dk1"/>
              </a:buClr>
              <a:buSzPts val="2800"/>
              <a:buFont typeface="IBM Plex Sans Arabic"/>
              <a:buNone/>
              <a:defRPr sz="2800">
                <a:solidFill>
                  <a:schemeClr val="dk1"/>
                </a:solidFill>
                <a:latin typeface="IBM Plex Sans Arabic"/>
                <a:ea typeface="IBM Plex Sans Arabic"/>
                <a:cs typeface="IBM Plex Sans Arabic"/>
                <a:sym typeface="IBM Plex Sans Arabic"/>
              </a:defRPr>
            </a:lvl8pPr>
            <a:lvl9pPr lvl="8">
              <a:spcBef>
                <a:spcPts val="0"/>
              </a:spcBef>
              <a:spcAft>
                <a:spcPts val="0"/>
              </a:spcAft>
              <a:buClr>
                <a:schemeClr val="dk1"/>
              </a:buClr>
              <a:buSzPts val="2800"/>
              <a:buFont typeface="IBM Plex Sans Arabic"/>
              <a:buNone/>
              <a:defRPr sz="2800">
                <a:solidFill>
                  <a:schemeClr val="dk1"/>
                </a:solidFill>
                <a:latin typeface="IBM Plex Sans Arabic"/>
                <a:ea typeface="IBM Plex Sans Arabic"/>
                <a:cs typeface="IBM Plex Sans Arabic"/>
                <a:sym typeface="IBM Plex Sans Arabic"/>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IBM Plex Sans Arabic"/>
              <a:buChar char="●"/>
              <a:defRPr sz="1800">
                <a:solidFill>
                  <a:schemeClr val="dk2"/>
                </a:solidFill>
                <a:latin typeface="IBM Plex Sans Arabic"/>
                <a:ea typeface="IBM Plex Sans Arabic"/>
                <a:cs typeface="IBM Plex Sans Arabic"/>
                <a:sym typeface="IBM Plex Sans Arabic"/>
              </a:defRPr>
            </a:lvl1pPr>
            <a:lvl2pPr indent="-317500" lvl="1" marL="914400">
              <a:lnSpc>
                <a:spcPct val="115000"/>
              </a:lnSpc>
              <a:spcBef>
                <a:spcPts val="0"/>
              </a:spcBef>
              <a:spcAft>
                <a:spcPts val="0"/>
              </a:spcAft>
              <a:buClr>
                <a:schemeClr val="dk2"/>
              </a:buClr>
              <a:buSzPts val="1400"/>
              <a:buFont typeface="IBM Plex Sans Arabic"/>
              <a:buChar char="○"/>
              <a:defRPr>
                <a:solidFill>
                  <a:schemeClr val="dk2"/>
                </a:solidFill>
                <a:latin typeface="IBM Plex Sans Arabic"/>
                <a:ea typeface="IBM Plex Sans Arabic"/>
                <a:cs typeface="IBM Plex Sans Arabic"/>
                <a:sym typeface="IBM Plex Sans Arabic"/>
              </a:defRPr>
            </a:lvl2pPr>
            <a:lvl3pPr indent="-317500" lvl="2" marL="1371600">
              <a:lnSpc>
                <a:spcPct val="115000"/>
              </a:lnSpc>
              <a:spcBef>
                <a:spcPts val="0"/>
              </a:spcBef>
              <a:spcAft>
                <a:spcPts val="0"/>
              </a:spcAft>
              <a:buClr>
                <a:schemeClr val="dk2"/>
              </a:buClr>
              <a:buSzPts val="1400"/>
              <a:buFont typeface="IBM Plex Sans Arabic"/>
              <a:buChar char="■"/>
              <a:defRPr>
                <a:solidFill>
                  <a:schemeClr val="dk2"/>
                </a:solidFill>
                <a:latin typeface="IBM Plex Sans Arabic"/>
                <a:ea typeface="IBM Plex Sans Arabic"/>
                <a:cs typeface="IBM Plex Sans Arabic"/>
                <a:sym typeface="IBM Plex Sans Arabic"/>
              </a:defRPr>
            </a:lvl3pPr>
            <a:lvl4pPr indent="-317500" lvl="3" marL="1828800">
              <a:lnSpc>
                <a:spcPct val="115000"/>
              </a:lnSpc>
              <a:spcBef>
                <a:spcPts val="0"/>
              </a:spcBef>
              <a:spcAft>
                <a:spcPts val="0"/>
              </a:spcAft>
              <a:buClr>
                <a:schemeClr val="dk2"/>
              </a:buClr>
              <a:buSzPts val="1400"/>
              <a:buFont typeface="IBM Plex Sans Arabic"/>
              <a:buChar char="●"/>
              <a:defRPr>
                <a:solidFill>
                  <a:schemeClr val="dk2"/>
                </a:solidFill>
                <a:latin typeface="IBM Plex Sans Arabic"/>
                <a:ea typeface="IBM Plex Sans Arabic"/>
                <a:cs typeface="IBM Plex Sans Arabic"/>
                <a:sym typeface="IBM Plex Sans Arabic"/>
              </a:defRPr>
            </a:lvl4pPr>
            <a:lvl5pPr indent="-317500" lvl="4" marL="2286000">
              <a:lnSpc>
                <a:spcPct val="115000"/>
              </a:lnSpc>
              <a:spcBef>
                <a:spcPts val="0"/>
              </a:spcBef>
              <a:spcAft>
                <a:spcPts val="0"/>
              </a:spcAft>
              <a:buClr>
                <a:schemeClr val="dk2"/>
              </a:buClr>
              <a:buSzPts val="1400"/>
              <a:buFont typeface="IBM Plex Sans Arabic"/>
              <a:buChar char="○"/>
              <a:defRPr>
                <a:solidFill>
                  <a:schemeClr val="dk2"/>
                </a:solidFill>
                <a:latin typeface="IBM Plex Sans Arabic"/>
                <a:ea typeface="IBM Plex Sans Arabic"/>
                <a:cs typeface="IBM Plex Sans Arabic"/>
                <a:sym typeface="IBM Plex Sans Arabic"/>
              </a:defRPr>
            </a:lvl5pPr>
            <a:lvl6pPr indent="-317500" lvl="5" marL="2743200">
              <a:lnSpc>
                <a:spcPct val="115000"/>
              </a:lnSpc>
              <a:spcBef>
                <a:spcPts val="0"/>
              </a:spcBef>
              <a:spcAft>
                <a:spcPts val="0"/>
              </a:spcAft>
              <a:buClr>
                <a:schemeClr val="dk2"/>
              </a:buClr>
              <a:buSzPts val="1400"/>
              <a:buFont typeface="IBM Plex Sans Arabic"/>
              <a:buChar char="■"/>
              <a:defRPr>
                <a:solidFill>
                  <a:schemeClr val="dk2"/>
                </a:solidFill>
                <a:latin typeface="IBM Plex Sans Arabic"/>
                <a:ea typeface="IBM Plex Sans Arabic"/>
                <a:cs typeface="IBM Plex Sans Arabic"/>
                <a:sym typeface="IBM Plex Sans Arabic"/>
              </a:defRPr>
            </a:lvl6pPr>
            <a:lvl7pPr indent="-317500" lvl="6" marL="3200400">
              <a:lnSpc>
                <a:spcPct val="115000"/>
              </a:lnSpc>
              <a:spcBef>
                <a:spcPts val="0"/>
              </a:spcBef>
              <a:spcAft>
                <a:spcPts val="0"/>
              </a:spcAft>
              <a:buClr>
                <a:schemeClr val="dk2"/>
              </a:buClr>
              <a:buSzPts val="1400"/>
              <a:buFont typeface="IBM Plex Sans Arabic"/>
              <a:buChar char="●"/>
              <a:defRPr>
                <a:solidFill>
                  <a:schemeClr val="dk2"/>
                </a:solidFill>
                <a:latin typeface="IBM Plex Sans Arabic"/>
                <a:ea typeface="IBM Plex Sans Arabic"/>
                <a:cs typeface="IBM Plex Sans Arabic"/>
                <a:sym typeface="IBM Plex Sans Arabic"/>
              </a:defRPr>
            </a:lvl7pPr>
            <a:lvl8pPr indent="-317500" lvl="7" marL="3657600">
              <a:lnSpc>
                <a:spcPct val="115000"/>
              </a:lnSpc>
              <a:spcBef>
                <a:spcPts val="0"/>
              </a:spcBef>
              <a:spcAft>
                <a:spcPts val="0"/>
              </a:spcAft>
              <a:buClr>
                <a:schemeClr val="dk2"/>
              </a:buClr>
              <a:buSzPts val="1400"/>
              <a:buFont typeface="IBM Plex Sans Arabic"/>
              <a:buChar char="○"/>
              <a:defRPr>
                <a:solidFill>
                  <a:schemeClr val="dk2"/>
                </a:solidFill>
                <a:latin typeface="IBM Plex Sans Arabic"/>
                <a:ea typeface="IBM Plex Sans Arabic"/>
                <a:cs typeface="IBM Plex Sans Arabic"/>
                <a:sym typeface="IBM Plex Sans Arabic"/>
              </a:defRPr>
            </a:lvl8pPr>
            <a:lvl9pPr indent="-317500" lvl="8" marL="4114800">
              <a:lnSpc>
                <a:spcPct val="115000"/>
              </a:lnSpc>
              <a:spcBef>
                <a:spcPts val="0"/>
              </a:spcBef>
              <a:spcAft>
                <a:spcPts val="0"/>
              </a:spcAft>
              <a:buClr>
                <a:schemeClr val="dk2"/>
              </a:buClr>
              <a:buSzPts val="1400"/>
              <a:buFont typeface="IBM Plex Sans Arabic"/>
              <a:buChar char="■"/>
              <a:defRPr>
                <a:solidFill>
                  <a:schemeClr val="dk2"/>
                </a:solidFill>
                <a:latin typeface="IBM Plex Sans Arabic"/>
                <a:ea typeface="IBM Plex Sans Arabic"/>
                <a:cs typeface="IBM Plex Sans Arabic"/>
                <a:sym typeface="IBM Plex Sans Arabic"/>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a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chemeClr val="lt1"/>
            </a:gs>
            <a:gs pos="100000">
              <a:schemeClr val="accent1"/>
            </a:gs>
          </a:gsLst>
          <a:lin ang="2700006" scaled="0"/>
        </a:gradFill>
      </p:bgPr>
    </p:bg>
    <p:spTree>
      <p:nvGrpSpPr>
        <p:cNvPr id="51" name="Shape 51"/>
        <p:cNvGrpSpPr/>
        <p:nvPr/>
      </p:nvGrpSpPr>
      <p:grpSpPr>
        <a:xfrm>
          <a:off x="0" y="0"/>
          <a:ext cx="0" cy="0"/>
          <a:chOff x="0" y="0"/>
          <a:chExt cx="0" cy="0"/>
        </a:xfrm>
      </p:grpSpPr>
      <p:sp>
        <p:nvSpPr>
          <p:cNvPr id="52" name="Google Shape;52;p13"/>
          <p:cNvSpPr txBox="1"/>
          <p:nvPr>
            <p:ph type="title"/>
          </p:nvPr>
        </p:nvSpPr>
        <p:spPr>
          <a:xfrm>
            <a:off x="713100" y="539400"/>
            <a:ext cx="77178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Trispace"/>
              <a:buNone/>
              <a:defRPr sz="2800">
                <a:solidFill>
                  <a:schemeClr val="dk1"/>
                </a:solidFill>
                <a:latin typeface="Trispace"/>
                <a:ea typeface="Trispace"/>
                <a:cs typeface="Trispace"/>
                <a:sym typeface="Trispace"/>
              </a:defRPr>
            </a:lvl1pPr>
            <a:lvl2pPr lvl="1">
              <a:spcBef>
                <a:spcPts val="0"/>
              </a:spcBef>
              <a:spcAft>
                <a:spcPts val="0"/>
              </a:spcAft>
              <a:buClr>
                <a:schemeClr val="dk1"/>
              </a:buClr>
              <a:buSzPts val="2800"/>
              <a:buFont typeface="Trispace"/>
              <a:buNone/>
              <a:defRPr sz="2800">
                <a:solidFill>
                  <a:schemeClr val="dk1"/>
                </a:solidFill>
                <a:latin typeface="Trispace"/>
                <a:ea typeface="Trispace"/>
                <a:cs typeface="Trispace"/>
                <a:sym typeface="Trispace"/>
              </a:defRPr>
            </a:lvl2pPr>
            <a:lvl3pPr lvl="2">
              <a:spcBef>
                <a:spcPts val="0"/>
              </a:spcBef>
              <a:spcAft>
                <a:spcPts val="0"/>
              </a:spcAft>
              <a:buClr>
                <a:schemeClr val="dk1"/>
              </a:buClr>
              <a:buSzPts val="2800"/>
              <a:buFont typeface="Trispace"/>
              <a:buNone/>
              <a:defRPr sz="2800">
                <a:solidFill>
                  <a:schemeClr val="dk1"/>
                </a:solidFill>
                <a:latin typeface="Trispace"/>
                <a:ea typeface="Trispace"/>
                <a:cs typeface="Trispace"/>
                <a:sym typeface="Trispace"/>
              </a:defRPr>
            </a:lvl3pPr>
            <a:lvl4pPr lvl="3">
              <a:spcBef>
                <a:spcPts val="0"/>
              </a:spcBef>
              <a:spcAft>
                <a:spcPts val="0"/>
              </a:spcAft>
              <a:buClr>
                <a:schemeClr val="dk1"/>
              </a:buClr>
              <a:buSzPts val="2800"/>
              <a:buFont typeface="Trispace"/>
              <a:buNone/>
              <a:defRPr sz="2800">
                <a:solidFill>
                  <a:schemeClr val="dk1"/>
                </a:solidFill>
                <a:latin typeface="Trispace"/>
                <a:ea typeface="Trispace"/>
                <a:cs typeface="Trispace"/>
                <a:sym typeface="Trispace"/>
              </a:defRPr>
            </a:lvl4pPr>
            <a:lvl5pPr lvl="4">
              <a:spcBef>
                <a:spcPts val="0"/>
              </a:spcBef>
              <a:spcAft>
                <a:spcPts val="0"/>
              </a:spcAft>
              <a:buClr>
                <a:schemeClr val="dk1"/>
              </a:buClr>
              <a:buSzPts val="2800"/>
              <a:buFont typeface="Trispace"/>
              <a:buNone/>
              <a:defRPr sz="2800">
                <a:solidFill>
                  <a:schemeClr val="dk1"/>
                </a:solidFill>
                <a:latin typeface="Trispace"/>
                <a:ea typeface="Trispace"/>
                <a:cs typeface="Trispace"/>
                <a:sym typeface="Trispace"/>
              </a:defRPr>
            </a:lvl5pPr>
            <a:lvl6pPr lvl="5">
              <a:spcBef>
                <a:spcPts val="0"/>
              </a:spcBef>
              <a:spcAft>
                <a:spcPts val="0"/>
              </a:spcAft>
              <a:buClr>
                <a:schemeClr val="dk1"/>
              </a:buClr>
              <a:buSzPts val="2800"/>
              <a:buFont typeface="Trispace"/>
              <a:buNone/>
              <a:defRPr sz="2800">
                <a:solidFill>
                  <a:schemeClr val="dk1"/>
                </a:solidFill>
                <a:latin typeface="Trispace"/>
                <a:ea typeface="Trispace"/>
                <a:cs typeface="Trispace"/>
                <a:sym typeface="Trispace"/>
              </a:defRPr>
            </a:lvl6pPr>
            <a:lvl7pPr lvl="6">
              <a:spcBef>
                <a:spcPts val="0"/>
              </a:spcBef>
              <a:spcAft>
                <a:spcPts val="0"/>
              </a:spcAft>
              <a:buClr>
                <a:schemeClr val="dk1"/>
              </a:buClr>
              <a:buSzPts val="2800"/>
              <a:buFont typeface="Trispace"/>
              <a:buNone/>
              <a:defRPr sz="2800">
                <a:solidFill>
                  <a:schemeClr val="dk1"/>
                </a:solidFill>
                <a:latin typeface="Trispace"/>
                <a:ea typeface="Trispace"/>
                <a:cs typeface="Trispace"/>
                <a:sym typeface="Trispace"/>
              </a:defRPr>
            </a:lvl7pPr>
            <a:lvl8pPr lvl="7">
              <a:spcBef>
                <a:spcPts val="0"/>
              </a:spcBef>
              <a:spcAft>
                <a:spcPts val="0"/>
              </a:spcAft>
              <a:buClr>
                <a:schemeClr val="dk1"/>
              </a:buClr>
              <a:buSzPts val="2800"/>
              <a:buFont typeface="Trispace"/>
              <a:buNone/>
              <a:defRPr sz="2800">
                <a:solidFill>
                  <a:schemeClr val="dk1"/>
                </a:solidFill>
                <a:latin typeface="Trispace"/>
                <a:ea typeface="Trispace"/>
                <a:cs typeface="Trispace"/>
                <a:sym typeface="Trispace"/>
              </a:defRPr>
            </a:lvl8pPr>
            <a:lvl9pPr lvl="8">
              <a:spcBef>
                <a:spcPts val="0"/>
              </a:spcBef>
              <a:spcAft>
                <a:spcPts val="0"/>
              </a:spcAft>
              <a:buClr>
                <a:schemeClr val="dk1"/>
              </a:buClr>
              <a:buSzPts val="2800"/>
              <a:buFont typeface="Trispace"/>
              <a:buNone/>
              <a:defRPr sz="2800">
                <a:solidFill>
                  <a:schemeClr val="dk1"/>
                </a:solidFill>
                <a:latin typeface="Trispace"/>
                <a:ea typeface="Trispace"/>
                <a:cs typeface="Trispace"/>
                <a:sym typeface="Trispace"/>
              </a:defRPr>
            </a:lvl9pPr>
          </a:lstStyle>
          <a:p/>
        </p:txBody>
      </p:sp>
      <p:sp>
        <p:nvSpPr>
          <p:cNvPr id="53" name="Google Shape;53;p13"/>
          <p:cNvSpPr txBox="1"/>
          <p:nvPr>
            <p:ph idx="1" type="body"/>
          </p:nvPr>
        </p:nvSpPr>
        <p:spPr>
          <a:xfrm>
            <a:off x="713100" y="1152475"/>
            <a:ext cx="7717800" cy="3416400"/>
          </a:xfrm>
          <a:prstGeom prst="rect">
            <a:avLst/>
          </a:prstGeom>
          <a:noFill/>
          <a:ln>
            <a:noFill/>
          </a:ln>
        </p:spPr>
        <p:txBody>
          <a:bodyPr anchorCtr="0" anchor="t" bIns="91425" lIns="91425" spcFirstLastPara="1" rIns="91425" wrap="square" tIns="91425">
            <a:noAutofit/>
          </a:bodyPr>
          <a:lstStyle>
            <a:lvl1pPr indent="-304800" lvl="0" marL="457200">
              <a:lnSpc>
                <a:spcPct val="115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1pPr>
            <a:lvl2pPr indent="-304800" lvl="1" marL="914400">
              <a:lnSpc>
                <a:spcPct val="115000"/>
              </a:lnSpc>
              <a:spcBef>
                <a:spcPts val="160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2pPr>
            <a:lvl3pPr indent="-304800" lvl="2" marL="1371600">
              <a:lnSpc>
                <a:spcPct val="115000"/>
              </a:lnSpc>
              <a:spcBef>
                <a:spcPts val="160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3pPr>
            <a:lvl4pPr indent="-304800" lvl="3" marL="1828800">
              <a:lnSpc>
                <a:spcPct val="115000"/>
              </a:lnSpc>
              <a:spcBef>
                <a:spcPts val="160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4pPr>
            <a:lvl5pPr indent="-304800" lvl="4" marL="2286000">
              <a:lnSpc>
                <a:spcPct val="115000"/>
              </a:lnSpc>
              <a:spcBef>
                <a:spcPts val="160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5pPr>
            <a:lvl6pPr indent="-304800" lvl="5" marL="2743200">
              <a:lnSpc>
                <a:spcPct val="115000"/>
              </a:lnSpc>
              <a:spcBef>
                <a:spcPts val="160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6pPr>
            <a:lvl7pPr indent="-304800" lvl="6" marL="3200400">
              <a:lnSpc>
                <a:spcPct val="115000"/>
              </a:lnSpc>
              <a:spcBef>
                <a:spcPts val="160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7pPr>
            <a:lvl8pPr indent="-304800" lvl="7" marL="3657600">
              <a:lnSpc>
                <a:spcPct val="115000"/>
              </a:lnSpc>
              <a:spcBef>
                <a:spcPts val="160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8pPr>
            <a:lvl9pPr indent="-304800" lvl="8" marL="4114800">
              <a:lnSpc>
                <a:spcPct val="115000"/>
              </a:lnSpc>
              <a:spcBef>
                <a:spcPts val="1600"/>
              </a:spcBef>
              <a:spcAft>
                <a:spcPts val="1600"/>
              </a:spcAft>
              <a:buClr>
                <a:schemeClr val="dk1"/>
              </a:buClr>
              <a:buSzPts val="1200"/>
              <a:buFont typeface="Maven Pro"/>
              <a:buChar char="■"/>
              <a:defRPr sz="1200">
                <a:solidFill>
                  <a:schemeClr val="dk1"/>
                </a:solidFill>
                <a:latin typeface="Maven Pro"/>
                <a:ea typeface="Maven Pro"/>
                <a:cs typeface="Maven Pro"/>
                <a:sym typeface="Maven Pro"/>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40">
          <p15:clr>
            <a:srgbClr val="EA4335"/>
          </p15:clr>
        </p15:guide>
        <p15:guide id="2" pos="449">
          <p15:clr>
            <a:srgbClr val="EA4335"/>
          </p15:clr>
        </p15:guide>
        <p15:guide id="3" orient="horz" pos="2900">
          <p15:clr>
            <a:srgbClr val="EA4335"/>
          </p15:clr>
        </p15:guide>
        <p15:guide id="4" pos="5311">
          <p15:clr>
            <a:srgbClr val="EA4335"/>
          </p15:clr>
        </p15:guide>
        <p15:guide id="5" pos="2880">
          <p15:clr>
            <a:srgbClr val="EA4335"/>
          </p15:clr>
        </p15:guide>
        <p15:guide id="6" orient="horz" pos="1620">
          <p15:clr>
            <a:srgbClr val="EA4335"/>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chemeClr val="lt1"/>
            </a:gs>
            <a:gs pos="100000">
              <a:schemeClr val="accent1"/>
            </a:gs>
          </a:gsLst>
          <a:lin ang="2700006" scaled="0"/>
        </a:gradFill>
      </p:bgPr>
    </p:bg>
    <p:spTree>
      <p:nvGrpSpPr>
        <p:cNvPr id="352" name="Shape 352"/>
        <p:cNvGrpSpPr/>
        <p:nvPr/>
      </p:nvGrpSpPr>
      <p:grpSpPr>
        <a:xfrm>
          <a:off x="0" y="0"/>
          <a:ext cx="0" cy="0"/>
          <a:chOff x="0" y="0"/>
          <a:chExt cx="0" cy="0"/>
        </a:xfrm>
      </p:grpSpPr>
      <p:sp>
        <p:nvSpPr>
          <p:cNvPr id="353" name="Google Shape;353;p37"/>
          <p:cNvSpPr txBox="1"/>
          <p:nvPr>
            <p:ph type="title"/>
          </p:nvPr>
        </p:nvSpPr>
        <p:spPr>
          <a:xfrm>
            <a:off x="713100" y="539400"/>
            <a:ext cx="77178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IBM Plex Sans Arabic"/>
              <a:buNone/>
              <a:defRPr sz="2800">
                <a:solidFill>
                  <a:schemeClr val="dk1"/>
                </a:solidFill>
                <a:latin typeface="IBM Plex Sans Arabic"/>
                <a:ea typeface="IBM Plex Sans Arabic"/>
                <a:cs typeface="IBM Plex Sans Arabic"/>
                <a:sym typeface="IBM Plex Sans Arabic"/>
              </a:defRPr>
            </a:lvl1pPr>
            <a:lvl2pPr lvl="1">
              <a:spcBef>
                <a:spcPts val="0"/>
              </a:spcBef>
              <a:spcAft>
                <a:spcPts val="0"/>
              </a:spcAft>
              <a:buClr>
                <a:schemeClr val="dk1"/>
              </a:buClr>
              <a:buSzPts val="2800"/>
              <a:buFont typeface="IBM Plex Sans Arabic"/>
              <a:buNone/>
              <a:defRPr sz="2800">
                <a:solidFill>
                  <a:schemeClr val="dk1"/>
                </a:solidFill>
                <a:latin typeface="IBM Plex Sans Arabic"/>
                <a:ea typeface="IBM Plex Sans Arabic"/>
                <a:cs typeface="IBM Plex Sans Arabic"/>
                <a:sym typeface="IBM Plex Sans Arabic"/>
              </a:defRPr>
            </a:lvl2pPr>
            <a:lvl3pPr lvl="2">
              <a:spcBef>
                <a:spcPts val="0"/>
              </a:spcBef>
              <a:spcAft>
                <a:spcPts val="0"/>
              </a:spcAft>
              <a:buClr>
                <a:schemeClr val="dk1"/>
              </a:buClr>
              <a:buSzPts val="2800"/>
              <a:buFont typeface="IBM Plex Sans Arabic"/>
              <a:buNone/>
              <a:defRPr sz="2800">
                <a:solidFill>
                  <a:schemeClr val="dk1"/>
                </a:solidFill>
                <a:latin typeface="IBM Plex Sans Arabic"/>
                <a:ea typeface="IBM Plex Sans Arabic"/>
                <a:cs typeface="IBM Plex Sans Arabic"/>
                <a:sym typeface="IBM Plex Sans Arabic"/>
              </a:defRPr>
            </a:lvl3pPr>
            <a:lvl4pPr lvl="3">
              <a:spcBef>
                <a:spcPts val="0"/>
              </a:spcBef>
              <a:spcAft>
                <a:spcPts val="0"/>
              </a:spcAft>
              <a:buClr>
                <a:schemeClr val="dk1"/>
              </a:buClr>
              <a:buSzPts val="2800"/>
              <a:buFont typeface="IBM Plex Sans Arabic"/>
              <a:buNone/>
              <a:defRPr sz="2800">
                <a:solidFill>
                  <a:schemeClr val="dk1"/>
                </a:solidFill>
                <a:latin typeface="IBM Plex Sans Arabic"/>
                <a:ea typeface="IBM Plex Sans Arabic"/>
                <a:cs typeface="IBM Plex Sans Arabic"/>
                <a:sym typeface="IBM Plex Sans Arabic"/>
              </a:defRPr>
            </a:lvl4pPr>
            <a:lvl5pPr lvl="4">
              <a:spcBef>
                <a:spcPts val="0"/>
              </a:spcBef>
              <a:spcAft>
                <a:spcPts val="0"/>
              </a:spcAft>
              <a:buClr>
                <a:schemeClr val="dk1"/>
              </a:buClr>
              <a:buSzPts val="2800"/>
              <a:buFont typeface="IBM Plex Sans Arabic"/>
              <a:buNone/>
              <a:defRPr sz="2800">
                <a:solidFill>
                  <a:schemeClr val="dk1"/>
                </a:solidFill>
                <a:latin typeface="IBM Plex Sans Arabic"/>
                <a:ea typeface="IBM Plex Sans Arabic"/>
                <a:cs typeface="IBM Plex Sans Arabic"/>
                <a:sym typeface="IBM Plex Sans Arabic"/>
              </a:defRPr>
            </a:lvl5pPr>
            <a:lvl6pPr lvl="5">
              <a:spcBef>
                <a:spcPts val="0"/>
              </a:spcBef>
              <a:spcAft>
                <a:spcPts val="0"/>
              </a:spcAft>
              <a:buClr>
                <a:schemeClr val="dk1"/>
              </a:buClr>
              <a:buSzPts val="2800"/>
              <a:buFont typeface="IBM Plex Sans Arabic"/>
              <a:buNone/>
              <a:defRPr sz="2800">
                <a:solidFill>
                  <a:schemeClr val="dk1"/>
                </a:solidFill>
                <a:latin typeface="IBM Plex Sans Arabic"/>
                <a:ea typeface="IBM Plex Sans Arabic"/>
                <a:cs typeface="IBM Plex Sans Arabic"/>
                <a:sym typeface="IBM Plex Sans Arabic"/>
              </a:defRPr>
            </a:lvl6pPr>
            <a:lvl7pPr lvl="6">
              <a:spcBef>
                <a:spcPts val="0"/>
              </a:spcBef>
              <a:spcAft>
                <a:spcPts val="0"/>
              </a:spcAft>
              <a:buClr>
                <a:schemeClr val="dk1"/>
              </a:buClr>
              <a:buSzPts val="2800"/>
              <a:buFont typeface="IBM Plex Sans Arabic"/>
              <a:buNone/>
              <a:defRPr sz="2800">
                <a:solidFill>
                  <a:schemeClr val="dk1"/>
                </a:solidFill>
                <a:latin typeface="IBM Plex Sans Arabic"/>
                <a:ea typeface="IBM Plex Sans Arabic"/>
                <a:cs typeface="IBM Plex Sans Arabic"/>
                <a:sym typeface="IBM Plex Sans Arabic"/>
              </a:defRPr>
            </a:lvl7pPr>
            <a:lvl8pPr lvl="7">
              <a:spcBef>
                <a:spcPts val="0"/>
              </a:spcBef>
              <a:spcAft>
                <a:spcPts val="0"/>
              </a:spcAft>
              <a:buClr>
                <a:schemeClr val="dk1"/>
              </a:buClr>
              <a:buSzPts val="2800"/>
              <a:buFont typeface="IBM Plex Sans Arabic"/>
              <a:buNone/>
              <a:defRPr sz="2800">
                <a:solidFill>
                  <a:schemeClr val="dk1"/>
                </a:solidFill>
                <a:latin typeface="IBM Plex Sans Arabic"/>
                <a:ea typeface="IBM Plex Sans Arabic"/>
                <a:cs typeface="IBM Plex Sans Arabic"/>
                <a:sym typeface="IBM Plex Sans Arabic"/>
              </a:defRPr>
            </a:lvl8pPr>
            <a:lvl9pPr lvl="8">
              <a:spcBef>
                <a:spcPts val="0"/>
              </a:spcBef>
              <a:spcAft>
                <a:spcPts val="0"/>
              </a:spcAft>
              <a:buClr>
                <a:schemeClr val="dk1"/>
              </a:buClr>
              <a:buSzPts val="2800"/>
              <a:buFont typeface="IBM Plex Sans Arabic"/>
              <a:buNone/>
              <a:defRPr sz="2800">
                <a:solidFill>
                  <a:schemeClr val="dk1"/>
                </a:solidFill>
                <a:latin typeface="IBM Plex Sans Arabic"/>
                <a:ea typeface="IBM Plex Sans Arabic"/>
                <a:cs typeface="IBM Plex Sans Arabic"/>
                <a:sym typeface="IBM Plex Sans Arabic"/>
              </a:defRPr>
            </a:lvl9pPr>
          </a:lstStyle>
          <a:p/>
        </p:txBody>
      </p:sp>
      <p:sp>
        <p:nvSpPr>
          <p:cNvPr id="354" name="Google Shape;354;p37"/>
          <p:cNvSpPr txBox="1"/>
          <p:nvPr>
            <p:ph idx="1" type="body"/>
          </p:nvPr>
        </p:nvSpPr>
        <p:spPr>
          <a:xfrm>
            <a:off x="713100" y="1152475"/>
            <a:ext cx="7717800" cy="3416400"/>
          </a:xfrm>
          <a:prstGeom prst="rect">
            <a:avLst/>
          </a:prstGeom>
          <a:noFill/>
          <a:ln>
            <a:noFill/>
          </a:ln>
        </p:spPr>
        <p:txBody>
          <a:bodyPr anchorCtr="0" anchor="t" bIns="91425" lIns="91425" spcFirstLastPara="1" rIns="91425" wrap="square" tIns="91425">
            <a:noAutofit/>
          </a:bodyPr>
          <a:lstStyle>
            <a:lvl1pPr indent="-304800" lvl="0" marL="457200">
              <a:lnSpc>
                <a:spcPct val="115000"/>
              </a:lnSpc>
              <a:spcBef>
                <a:spcPts val="0"/>
              </a:spcBef>
              <a:spcAft>
                <a:spcPts val="0"/>
              </a:spcAft>
              <a:buClr>
                <a:schemeClr val="dk1"/>
              </a:buClr>
              <a:buSzPts val="1200"/>
              <a:buFont typeface="IBM Plex Sans Arabic"/>
              <a:buChar char="●"/>
              <a:defRPr sz="1200">
                <a:solidFill>
                  <a:schemeClr val="dk1"/>
                </a:solidFill>
                <a:latin typeface="IBM Plex Sans Arabic"/>
                <a:ea typeface="IBM Plex Sans Arabic"/>
                <a:cs typeface="IBM Plex Sans Arabic"/>
                <a:sym typeface="IBM Plex Sans Arabic"/>
              </a:defRPr>
            </a:lvl1pPr>
            <a:lvl2pPr indent="-304800" lvl="1" marL="914400">
              <a:lnSpc>
                <a:spcPct val="115000"/>
              </a:lnSpc>
              <a:spcBef>
                <a:spcPts val="1600"/>
              </a:spcBef>
              <a:spcAft>
                <a:spcPts val="0"/>
              </a:spcAft>
              <a:buClr>
                <a:schemeClr val="dk1"/>
              </a:buClr>
              <a:buSzPts val="1200"/>
              <a:buFont typeface="IBM Plex Sans Arabic"/>
              <a:buChar char="○"/>
              <a:defRPr sz="1200">
                <a:solidFill>
                  <a:schemeClr val="dk1"/>
                </a:solidFill>
                <a:latin typeface="IBM Plex Sans Arabic"/>
                <a:ea typeface="IBM Plex Sans Arabic"/>
                <a:cs typeface="IBM Plex Sans Arabic"/>
                <a:sym typeface="IBM Plex Sans Arabic"/>
              </a:defRPr>
            </a:lvl2pPr>
            <a:lvl3pPr indent="-304800" lvl="2" marL="1371600">
              <a:lnSpc>
                <a:spcPct val="115000"/>
              </a:lnSpc>
              <a:spcBef>
                <a:spcPts val="1600"/>
              </a:spcBef>
              <a:spcAft>
                <a:spcPts val="0"/>
              </a:spcAft>
              <a:buClr>
                <a:schemeClr val="dk1"/>
              </a:buClr>
              <a:buSzPts val="1200"/>
              <a:buFont typeface="IBM Plex Sans Arabic"/>
              <a:buChar char="■"/>
              <a:defRPr sz="1200">
                <a:solidFill>
                  <a:schemeClr val="dk1"/>
                </a:solidFill>
                <a:latin typeface="IBM Plex Sans Arabic"/>
                <a:ea typeface="IBM Plex Sans Arabic"/>
                <a:cs typeface="IBM Plex Sans Arabic"/>
                <a:sym typeface="IBM Plex Sans Arabic"/>
              </a:defRPr>
            </a:lvl3pPr>
            <a:lvl4pPr indent="-304800" lvl="3" marL="1828800">
              <a:lnSpc>
                <a:spcPct val="115000"/>
              </a:lnSpc>
              <a:spcBef>
                <a:spcPts val="1600"/>
              </a:spcBef>
              <a:spcAft>
                <a:spcPts val="0"/>
              </a:spcAft>
              <a:buClr>
                <a:schemeClr val="dk1"/>
              </a:buClr>
              <a:buSzPts val="1200"/>
              <a:buFont typeface="IBM Plex Sans Arabic"/>
              <a:buChar char="●"/>
              <a:defRPr sz="1200">
                <a:solidFill>
                  <a:schemeClr val="dk1"/>
                </a:solidFill>
                <a:latin typeface="IBM Plex Sans Arabic"/>
                <a:ea typeface="IBM Plex Sans Arabic"/>
                <a:cs typeface="IBM Plex Sans Arabic"/>
                <a:sym typeface="IBM Plex Sans Arabic"/>
              </a:defRPr>
            </a:lvl4pPr>
            <a:lvl5pPr indent="-304800" lvl="4" marL="2286000">
              <a:lnSpc>
                <a:spcPct val="115000"/>
              </a:lnSpc>
              <a:spcBef>
                <a:spcPts val="1600"/>
              </a:spcBef>
              <a:spcAft>
                <a:spcPts val="0"/>
              </a:spcAft>
              <a:buClr>
                <a:schemeClr val="dk1"/>
              </a:buClr>
              <a:buSzPts val="1200"/>
              <a:buFont typeface="IBM Plex Sans Arabic"/>
              <a:buChar char="○"/>
              <a:defRPr sz="1200">
                <a:solidFill>
                  <a:schemeClr val="dk1"/>
                </a:solidFill>
                <a:latin typeface="IBM Plex Sans Arabic"/>
                <a:ea typeface="IBM Plex Sans Arabic"/>
                <a:cs typeface="IBM Plex Sans Arabic"/>
                <a:sym typeface="IBM Plex Sans Arabic"/>
              </a:defRPr>
            </a:lvl5pPr>
            <a:lvl6pPr indent="-304800" lvl="5" marL="2743200">
              <a:lnSpc>
                <a:spcPct val="115000"/>
              </a:lnSpc>
              <a:spcBef>
                <a:spcPts val="1600"/>
              </a:spcBef>
              <a:spcAft>
                <a:spcPts val="0"/>
              </a:spcAft>
              <a:buClr>
                <a:schemeClr val="dk1"/>
              </a:buClr>
              <a:buSzPts val="1200"/>
              <a:buFont typeface="IBM Plex Sans Arabic"/>
              <a:buChar char="■"/>
              <a:defRPr sz="1200">
                <a:solidFill>
                  <a:schemeClr val="dk1"/>
                </a:solidFill>
                <a:latin typeface="IBM Plex Sans Arabic"/>
                <a:ea typeface="IBM Plex Sans Arabic"/>
                <a:cs typeface="IBM Plex Sans Arabic"/>
                <a:sym typeface="IBM Plex Sans Arabic"/>
              </a:defRPr>
            </a:lvl6pPr>
            <a:lvl7pPr indent="-304800" lvl="6" marL="3200400">
              <a:lnSpc>
                <a:spcPct val="115000"/>
              </a:lnSpc>
              <a:spcBef>
                <a:spcPts val="1600"/>
              </a:spcBef>
              <a:spcAft>
                <a:spcPts val="0"/>
              </a:spcAft>
              <a:buClr>
                <a:schemeClr val="dk1"/>
              </a:buClr>
              <a:buSzPts val="1200"/>
              <a:buFont typeface="IBM Plex Sans Arabic"/>
              <a:buChar char="●"/>
              <a:defRPr sz="1200">
                <a:solidFill>
                  <a:schemeClr val="dk1"/>
                </a:solidFill>
                <a:latin typeface="IBM Plex Sans Arabic"/>
                <a:ea typeface="IBM Plex Sans Arabic"/>
                <a:cs typeface="IBM Plex Sans Arabic"/>
                <a:sym typeface="IBM Plex Sans Arabic"/>
              </a:defRPr>
            </a:lvl7pPr>
            <a:lvl8pPr indent="-304800" lvl="7" marL="3657600">
              <a:lnSpc>
                <a:spcPct val="115000"/>
              </a:lnSpc>
              <a:spcBef>
                <a:spcPts val="1600"/>
              </a:spcBef>
              <a:spcAft>
                <a:spcPts val="0"/>
              </a:spcAft>
              <a:buClr>
                <a:schemeClr val="dk1"/>
              </a:buClr>
              <a:buSzPts val="1200"/>
              <a:buFont typeface="IBM Plex Sans Arabic"/>
              <a:buChar char="○"/>
              <a:defRPr sz="1200">
                <a:solidFill>
                  <a:schemeClr val="dk1"/>
                </a:solidFill>
                <a:latin typeface="IBM Plex Sans Arabic"/>
                <a:ea typeface="IBM Plex Sans Arabic"/>
                <a:cs typeface="IBM Plex Sans Arabic"/>
                <a:sym typeface="IBM Plex Sans Arabic"/>
              </a:defRPr>
            </a:lvl8pPr>
            <a:lvl9pPr indent="-304800" lvl="8" marL="4114800">
              <a:lnSpc>
                <a:spcPct val="115000"/>
              </a:lnSpc>
              <a:spcBef>
                <a:spcPts val="1600"/>
              </a:spcBef>
              <a:spcAft>
                <a:spcPts val="1600"/>
              </a:spcAft>
              <a:buClr>
                <a:schemeClr val="dk1"/>
              </a:buClr>
              <a:buSzPts val="1200"/>
              <a:buFont typeface="IBM Plex Sans Arabic"/>
              <a:buChar char="■"/>
              <a:defRPr sz="1200">
                <a:solidFill>
                  <a:schemeClr val="dk1"/>
                </a:solidFill>
                <a:latin typeface="IBM Plex Sans Arabic"/>
                <a:ea typeface="IBM Plex Sans Arabic"/>
                <a:cs typeface="IBM Plex Sans Arabic"/>
                <a:sym typeface="IBM Plex Sans Arabic"/>
              </a:defRPr>
            </a:lvl9pPr>
          </a:lstStyle>
          <a:p/>
        </p:txBody>
      </p:sp>
    </p:spTree>
  </p:cSld>
  <p:clrMap accent1="accent1" accent2="accent2" accent3="accent3" accent4="accent4" accent5="accent5" accent6="accent6" bg1="lt1" bg2="dk2" tx1="dk1" tx2="lt2" folHlink="folHlink" hlink="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 id="2147483698" r:id="rId17"/>
    <p:sldLayoutId id="2147483699" r:id="rId18"/>
    <p:sldLayoutId id="2147483700" r:id="rId19"/>
    <p:sldLayoutId id="2147483701" r:id="rId20"/>
    <p:sldLayoutId id="2147483702" r:id="rId21"/>
    <p:sldLayoutId id="2147483703" r:id="rId22"/>
    <p:sldLayoutId id="2147483704"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40">
          <p15:clr>
            <a:srgbClr val="EA4335"/>
          </p15:clr>
        </p15:guide>
        <p15:guide id="2" pos="449">
          <p15:clr>
            <a:srgbClr val="EA4335"/>
          </p15:clr>
        </p15:guide>
        <p15:guide id="3" orient="horz" pos="2900">
          <p15:clr>
            <a:srgbClr val="EA4335"/>
          </p15:clr>
        </p15:guide>
        <p15:guide id="4" pos="5311">
          <p15:clr>
            <a:srgbClr val="EA4335"/>
          </p15:clr>
        </p15:guide>
        <p15:guide id="5" pos="2880">
          <p15:clr>
            <a:srgbClr val="EA4335"/>
          </p15:clr>
        </p15:guide>
        <p15:guide id="6" orient="horz" pos="1620">
          <p15:clr>
            <a:srgbClr val="EA4335"/>
          </p15:clr>
        </p15:guide>
      </p15:sldGuideLst>
    </p:ext>
  </p:extLst>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chemeClr val="lt1"/>
            </a:gs>
            <a:gs pos="100000">
              <a:schemeClr val="accent1"/>
            </a:gs>
          </a:gsLst>
          <a:lin ang="2700006" scaled="0"/>
        </a:gradFill>
      </p:bgPr>
    </p:bg>
    <p:spTree>
      <p:nvGrpSpPr>
        <p:cNvPr id="669" name="Shape 669"/>
        <p:cNvGrpSpPr/>
        <p:nvPr/>
      </p:nvGrpSpPr>
      <p:grpSpPr>
        <a:xfrm>
          <a:off x="0" y="0"/>
          <a:ext cx="0" cy="0"/>
          <a:chOff x="0" y="0"/>
          <a:chExt cx="0" cy="0"/>
        </a:xfrm>
      </p:grpSpPr>
      <p:sp>
        <p:nvSpPr>
          <p:cNvPr id="670" name="Google Shape;670;p61"/>
          <p:cNvSpPr txBox="1"/>
          <p:nvPr>
            <p:ph type="title"/>
          </p:nvPr>
        </p:nvSpPr>
        <p:spPr>
          <a:xfrm>
            <a:off x="713100" y="539400"/>
            <a:ext cx="77178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Trispace"/>
              <a:buNone/>
              <a:defRPr sz="2800">
                <a:solidFill>
                  <a:schemeClr val="dk1"/>
                </a:solidFill>
                <a:latin typeface="Trispace"/>
                <a:ea typeface="Trispace"/>
                <a:cs typeface="Trispace"/>
                <a:sym typeface="Trispace"/>
              </a:defRPr>
            </a:lvl1pPr>
            <a:lvl2pPr lvl="1">
              <a:spcBef>
                <a:spcPts val="0"/>
              </a:spcBef>
              <a:spcAft>
                <a:spcPts val="0"/>
              </a:spcAft>
              <a:buClr>
                <a:schemeClr val="dk1"/>
              </a:buClr>
              <a:buSzPts val="2800"/>
              <a:buFont typeface="Trispace"/>
              <a:buNone/>
              <a:defRPr sz="2800">
                <a:solidFill>
                  <a:schemeClr val="dk1"/>
                </a:solidFill>
                <a:latin typeface="Trispace"/>
                <a:ea typeface="Trispace"/>
                <a:cs typeface="Trispace"/>
                <a:sym typeface="Trispace"/>
              </a:defRPr>
            </a:lvl2pPr>
            <a:lvl3pPr lvl="2">
              <a:spcBef>
                <a:spcPts val="0"/>
              </a:spcBef>
              <a:spcAft>
                <a:spcPts val="0"/>
              </a:spcAft>
              <a:buClr>
                <a:schemeClr val="dk1"/>
              </a:buClr>
              <a:buSzPts val="2800"/>
              <a:buFont typeface="Trispace"/>
              <a:buNone/>
              <a:defRPr sz="2800">
                <a:solidFill>
                  <a:schemeClr val="dk1"/>
                </a:solidFill>
                <a:latin typeface="Trispace"/>
                <a:ea typeface="Trispace"/>
                <a:cs typeface="Trispace"/>
                <a:sym typeface="Trispace"/>
              </a:defRPr>
            </a:lvl3pPr>
            <a:lvl4pPr lvl="3">
              <a:spcBef>
                <a:spcPts val="0"/>
              </a:spcBef>
              <a:spcAft>
                <a:spcPts val="0"/>
              </a:spcAft>
              <a:buClr>
                <a:schemeClr val="dk1"/>
              </a:buClr>
              <a:buSzPts val="2800"/>
              <a:buFont typeface="Trispace"/>
              <a:buNone/>
              <a:defRPr sz="2800">
                <a:solidFill>
                  <a:schemeClr val="dk1"/>
                </a:solidFill>
                <a:latin typeface="Trispace"/>
                <a:ea typeface="Trispace"/>
                <a:cs typeface="Trispace"/>
                <a:sym typeface="Trispace"/>
              </a:defRPr>
            </a:lvl4pPr>
            <a:lvl5pPr lvl="4">
              <a:spcBef>
                <a:spcPts val="0"/>
              </a:spcBef>
              <a:spcAft>
                <a:spcPts val="0"/>
              </a:spcAft>
              <a:buClr>
                <a:schemeClr val="dk1"/>
              </a:buClr>
              <a:buSzPts val="2800"/>
              <a:buFont typeface="Trispace"/>
              <a:buNone/>
              <a:defRPr sz="2800">
                <a:solidFill>
                  <a:schemeClr val="dk1"/>
                </a:solidFill>
                <a:latin typeface="Trispace"/>
                <a:ea typeface="Trispace"/>
                <a:cs typeface="Trispace"/>
                <a:sym typeface="Trispace"/>
              </a:defRPr>
            </a:lvl5pPr>
            <a:lvl6pPr lvl="5">
              <a:spcBef>
                <a:spcPts val="0"/>
              </a:spcBef>
              <a:spcAft>
                <a:spcPts val="0"/>
              </a:spcAft>
              <a:buClr>
                <a:schemeClr val="dk1"/>
              </a:buClr>
              <a:buSzPts val="2800"/>
              <a:buFont typeface="Trispace"/>
              <a:buNone/>
              <a:defRPr sz="2800">
                <a:solidFill>
                  <a:schemeClr val="dk1"/>
                </a:solidFill>
                <a:latin typeface="Trispace"/>
                <a:ea typeface="Trispace"/>
                <a:cs typeface="Trispace"/>
                <a:sym typeface="Trispace"/>
              </a:defRPr>
            </a:lvl6pPr>
            <a:lvl7pPr lvl="6">
              <a:spcBef>
                <a:spcPts val="0"/>
              </a:spcBef>
              <a:spcAft>
                <a:spcPts val="0"/>
              </a:spcAft>
              <a:buClr>
                <a:schemeClr val="dk1"/>
              </a:buClr>
              <a:buSzPts val="2800"/>
              <a:buFont typeface="Trispace"/>
              <a:buNone/>
              <a:defRPr sz="2800">
                <a:solidFill>
                  <a:schemeClr val="dk1"/>
                </a:solidFill>
                <a:latin typeface="Trispace"/>
                <a:ea typeface="Trispace"/>
                <a:cs typeface="Trispace"/>
                <a:sym typeface="Trispace"/>
              </a:defRPr>
            </a:lvl7pPr>
            <a:lvl8pPr lvl="7">
              <a:spcBef>
                <a:spcPts val="0"/>
              </a:spcBef>
              <a:spcAft>
                <a:spcPts val="0"/>
              </a:spcAft>
              <a:buClr>
                <a:schemeClr val="dk1"/>
              </a:buClr>
              <a:buSzPts val="2800"/>
              <a:buFont typeface="Trispace"/>
              <a:buNone/>
              <a:defRPr sz="2800">
                <a:solidFill>
                  <a:schemeClr val="dk1"/>
                </a:solidFill>
                <a:latin typeface="Trispace"/>
                <a:ea typeface="Trispace"/>
                <a:cs typeface="Trispace"/>
                <a:sym typeface="Trispace"/>
              </a:defRPr>
            </a:lvl8pPr>
            <a:lvl9pPr lvl="8">
              <a:spcBef>
                <a:spcPts val="0"/>
              </a:spcBef>
              <a:spcAft>
                <a:spcPts val="0"/>
              </a:spcAft>
              <a:buClr>
                <a:schemeClr val="dk1"/>
              </a:buClr>
              <a:buSzPts val="2800"/>
              <a:buFont typeface="Trispace"/>
              <a:buNone/>
              <a:defRPr sz="2800">
                <a:solidFill>
                  <a:schemeClr val="dk1"/>
                </a:solidFill>
                <a:latin typeface="Trispace"/>
                <a:ea typeface="Trispace"/>
                <a:cs typeface="Trispace"/>
                <a:sym typeface="Trispace"/>
              </a:defRPr>
            </a:lvl9pPr>
          </a:lstStyle>
          <a:p/>
        </p:txBody>
      </p:sp>
      <p:sp>
        <p:nvSpPr>
          <p:cNvPr id="671" name="Google Shape;671;p61"/>
          <p:cNvSpPr txBox="1"/>
          <p:nvPr>
            <p:ph idx="1" type="body"/>
          </p:nvPr>
        </p:nvSpPr>
        <p:spPr>
          <a:xfrm>
            <a:off x="713100" y="1152475"/>
            <a:ext cx="7717800" cy="3416400"/>
          </a:xfrm>
          <a:prstGeom prst="rect">
            <a:avLst/>
          </a:prstGeom>
          <a:noFill/>
          <a:ln>
            <a:noFill/>
          </a:ln>
        </p:spPr>
        <p:txBody>
          <a:bodyPr anchorCtr="0" anchor="t" bIns="91425" lIns="91425" spcFirstLastPara="1" rIns="91425" wrap="square" tIns="91425">
            <a:noAutofit/>
          </a:bodyPr>
          <a:lstStyle>
            <a:lvl1pPr indent="-304800" lvl="0" marL="457200">
              <a:lnSpc>
                <a:spcPct val="115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1pPr>
            <a:lvl2pPr indent="-304800" lvl="1" marL="914400">
              <a:lnSpc>
                <a:spcPct val="115000"/>
              </a:lnSpc>
              <a:spcBef>
                <a:spcPts val="160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2pPr>
            <a:lvl3pPr indent="-304800" lvl="2" marL="1371600">
              <a:lnSpc>
                <a:spcPct val="115000"/>
              </a:lnSpc>
              <a:spcBef>
                <a:spcPts val="160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3pPr>
            <a:lvl4pPr indent="-304800" lvl="3" marL="1828800">
              <a:lnSpc>
                <a:spcPct val="115000"/>
              </a:lnSpc>
              <a:spcBef>
                <a:spcPts val="160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4pPr>
            <a:lvl5pPr indent="-304800" lvl="4" marL="2286000">
              <a:lnSpc>
                <a:spcPct val="115000"/>
              </a:lnSpc>
              <a:spcBef>
                <a:spcPts val="160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5pPr>
            <a:lvl6pPr indent="-304800" lvl="5" marL="2743200">
              <a:lnSpc>
                <a:spcPct val="115000"/>
              </a:lnSpc>
              <a:spcBef>
                <a:spcPts val="160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6pPr>
            <a:lvl7pPr indent="-304800" lvl="6" marL="3200400">
              <a:lnSpc>
                <a:spcPct val="115000"/>
              </a:lnSpc>
              <a:spcBef>
                <a:spcPts val="160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7pPr>
            <a:lvl8pPr indent="-304800" lvl="7" marL="3657600">
              <a:lnSpc>
                <a:spcPct val="115000"/>
              </a:lnSpc>
              <a:spcBef>
                <a:spcPts val="160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8pPr>
            <a:lvl9pPr indent="-304800" lvl="8" marL="4114800">
              <a:lnSpc>
                <a:spcPct val="115000"/>
              </a:lnSpc>
              <a:spcBef>
                <a:spcPts val="1600"/>
              </a:spcBef>
              <a:spcAft>
                <a:spcPts val="1600"/>
              </a:spcAft>
              <a:buClr>
                <a:schemeClr val="dk1"/>
              </a:buClr>
              <a:buSzPts val="1200"/>
              <a:buFont typeface="Maven Pro"/>
              <a:buChar char="■"/>
              <a:defRPr sz="1200">
                <a:solidFill>
                  <a:schemeClr val="dk1"/>
                </a:solidFill>
                <a:latin typeface="Maven Pro"/>
                <a:ea typeface="Maven Pro"/>
                <a:cs typeface="Maven Pro"/>
                <a:sym typeface="Maven Pro"/>
              </a:defRPr>
            </a:lvl9pPr>
          </a:lstStyle>
          <a:p/>
        </p:txBody>
      </p:sp>
    </p:spTree>
  </p:cSld>
  <p:clrMap accent1="accent1" accent2="accent2" accent3="accent3" accent4="accent4" accent5="accent5" accent6="accent6" bg1="lt1" bg2="dk2" tx1="dk1" tx2="lt2" folHlink="folHlink" hlink="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719" r:id="rId15"/>
    <p:sldLayoutId id="2147483720" r:id="rId16"/>
    <p:sldLayoutId id="2147483721" r:id="rId17"/>
    <p:sldLayoutId id="2147483722" r:id="rId18"/>
    <p:sldLayoutId id="2147483723" r:id="rId19"/>
    <p:sldLayoutId id="2147483724" r:id="rId20"/>
    <p:sldLayoutId id="2147483725" r:id="rId21"/>
    <p:sldLayoutId id="2147483726" r:id="rId22"/>
    <p:sldLayoutId id="2147483727"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40">
          <p15:clr>
            <a:srgbClr val="EA4335"/>
          </p15:clr>
        </p15:guide>
        <p15:guide id="2" pos="449">
          <p15:clr>
            <a:srgbClr val="EA4335"/>
          </p15:clr>
        </p15:guide>
        <p15:guide id="3" orient="horz" pos="2900">
          <p15:clr>
            <a:srgbClr val="EA4335"/>
          </p15:clr>
        </p15:guide>
        <p15:guide id="4" pos="5311">
          <p15:clr>
            <a:srgbClr val="EA4335"/>
          </p15:clr>
        </p15:guide>
        <p15:guide id="5" pos="2880">
          <p15:clr>
            <a:srgbClr val="EA4335"/>
          </p15:clr>
        </p15:guide>
        <p15:guide id="6" orient="horz" pos="1620">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9.xml"/><Relationship Id="rId3" Type="http://schemas.openxmlformats.org/officeDocument/2006/relationships/image" Target="../media/image1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0.xml"/><Relationship Id="rId3" Type="http://schemas.openxmlformats.org/officeDocument/2006/relationships/image" Target="../media/image14.jpg"/><Relationship Id="rId4" Type="http://schemas.openxmlformats.org/officeDocument/2006/relationships/image" Target="../media/image1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hyperlink" Target="http://drive.google.com/file/d/1Q_tVB4-k36wpDPilRy9QMSpFetNqy6zh/view" TargetMode="External"/><Relationship Id="rId7"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grpSp>
        <p:nvGrpSpPr>
          <p:cNvPr id="970" name="Google Shape;970;p85"/>
          <p:cNvGrpSpPr/>
          <p:nvPr/>
        </p:nvGrpSpPr>
        <p:grpSpPr>
          <a:xfrm>
            <a:off x="4996653" y="-305023"/>
            <a:ext cx="4646311" cy="5754710"/>
            <a:chOff x="4996653" y="-305023"/>
            <a:chExt cx="4646311" cy="5754710"/>
          </a:xfrm>
        </p:grpSpPr>
        <p:grpSp>
          <p:nvGrpSpPr>
            <p:cNvPr id="971" name="Google Shape;971;p85"/>
            <p:cNvGrpSpPr/>
            <p:nvPr/>
          </p:nvGrpSpPr>
          <p:grpSpPr>
            <a:xfrm>
              <a:off x="4996653" y="-305023"/>
              <a:ext cx="4646311" cy="5754710"/>
              <a:chOff x="4538025" y="-782873"/>
              <a:chExt cx="5023039" cy="6221308"/>
            </a:xfrm>
          </p:grpSpPr>
          <p:grpSp>
            <p:nvGrpSpPr>
              <p:cNvPr id="972" name="Google Shape;972;p85"/>
              <p:cNvGrpSpPr/>
              <p:nvPr/>
            </p:nvGrpSpPr>
            <p:grpSpPr>
              <a:xfrm>
                <a:off x="4538025" y="182501"/>
                <a:ext cx="4013995" cy="5255934"/>
                <a:chOff x="4814250" y="182501"/>
                <a:chExt cx="4013995" cy="5255934"/>
              </a:xfrm>
            </p:grpSpPr>
            <p:grpSp>
              <p:nvGrpSpPr>
                <p:cNvPr id="973" name="Google Shape;973;p85"/>
                <p:cNvGrpSpPr/>
                <p:nvPr/>
              </p:nvGrpSpPr>
              <p:grpSpPr>
                <a:xfrm>
                  <a:off x="5653380" y="891630"/>
                  <a:ext cx="3084513" cy="4546804"/>
                  <a:chOff x="2578080" y="1561820"/>
                  <a:chExt cx="1345832" cy="1983858"/>
                </a:xfrm>
              </p:grpSpPr>
              <p:sp>
                <p:nvSpPr>
                  <p:cNvPr id="974" name="Google Shape;974;p85"/>
                  <p:cNvSpPr/>
                  <p:nvPr/>
                </p:nvSpPr>
                <p:spPr>
                  <a:xfrm>
                    <a:off x="2578080" y="2824581"/>
                    <a:ext cx="931084" cy="13690"/>
                  </a:xfrm>
                  <a:custGeom>
                    <a:rect b="b" l="l" r="r" t="t"/>
                    <a:pathLst>
                      <a:path extrusionOk="0" h="207" w="14078">
                        <a:moveTo>
                          <a:pt x="98" y="1"/>
                        </a:moveTo>
                        <a:cubicBezTo>
                          <a:pt x="45" y="1"/>
                          <a:pt x="0" y="46"/>
                          <a:pt x="0" y="108"/>
                        </a:cubicBezTo>
                        <a:cubicBezTo>
                          <a:pt x="0" y="161"/>
                          <a:pt x="45" y="206"/>
                          <a:pt x="98" y="206"/>
                        </a:cubicBezTo>
                        <a:lnTo>
                          <a:pt x="13970" y="206"/>
                        </a:lnTo>
                        <a:cubicBezTo>
                          <a:pt x="14024" y="206"/>
                          <a:pt x="14077" y="161"/>
                          <a:pt x="14077" y="108"/>
                        </a:cubicBezTo>
                        <a:cubicBezTo>
                          <a:pt x="14077" y="46"/>
                          <a:pt x="14024" y="1"/>
                          <a:pt x="1397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85"/>
                  <p:cNvSpPr/>
                  <p:nvPr/>
                </p:nvSpPr>
                <p:spPr>
                  <a:xfrm>
                    <a:off x="2594549" y="2805137"/>
                    <a:ext cx="1329364" cy="740542"/>
                  </a:xfrm>
                  <a:custGeom>
                    <a:rect b="b" l="l" r="r" t="t"/>
                    <a:pathLst>
                      <a:path extrusionOk="0" h="11197" w="20100">
                        <a:moveTo>
                          <a:pt x="5791" y="63"/>
                        </a:moveTo>
                        <a:cubicBezTo>
                          <a:pt x="5398" y="170"/>
                          <a:pt x="5023" y="438"/>
                          <a:pt x="4907" y="830"/>
                        </a:cubicBezTo>
                        <a:lnTo>
                          <a:pt x="4907" y="830"/>
                        </a:lnTo>
                        <a:cubicBezTo>
                          <a:pt x="4319" y="687"/>
                          <a:pt x="3730" y="625"/>
                          <a:pt x="3132" y="580"/>
                        </a:cubicBezTo>
                        <a:lnTo>
                          <a:pt x="3132" y="580"/>
                        </a:lnTo>
                        <a:cubicBezTo>
                          <a:pt x="2971" y="563"/>
                          <a:pt x="2811" y="554"/>
                          <a:pt x="2650" y="563"/>
                        </a:cubicBezTo>
                        <a:lnTo>
                          <a:pt x="2650" y="563"/>
                        </a:lnTo>
                        <a:cubicBezTo>
                          <a:pt x="2490" y="563"/>
                          <a:pt x="2329" y="580"/>
                          <a:pt x="2169" y="580"/>
                        </a:cubicBezTo>
                        <a:lnTo>
                          <a:pt x="2169" y="580"/>
                        </a:lnTo>
                        <a:cubicBezTo>
                          <a:pt x="1901" y="589"/>
                          <a:pt x="1633" y="563"/>
                          <a:pt x="1366" y="536"/>
                        </a:cubicBezTo>
                        <a:lnTo>
                          <a:pt x="1366" y="536"/>
                        </a:lnTo>
                        <a:cubicBezTo>
                          <a:pt x="1053" y="500"/>
                          <a:pt x="697" y="563"/>
                          <a:pt x="411" y="687"/>
                        </a:cubicBezTo>
                        <a:lnTo>
                          <a:pt x="411" y="687"/>
                        </a:lnTo>
                        <a:cubicBezTo>
                          <a:pt x="286" y="741"/>
                          <a:pt x="161" y="830"/>
                          <a:pt x="90" y="946"/>
                        </a:cubicBezTo>
                        <a:lnTo>
                          <a:pt x="90" y="946"/>
                        </a:lnTo>
                        <a:cubicBezTo>
                          <a:pt x="19" y="1062"/>
                          <a:pt x="1" y="1214"/>
                          <a:pt x="63" y="1339"/>
                        </a:cubicBezTo>
                        <a:lnTo>
                          <a:pt x="63" y="1339"/>
                        </a:lnTo>
                        <a:cubicBezTo>
                          <a:pt x="108" y="1428"/>
                          <a:pt x="197" y="1499"/>
                          <a:pt x="295" y="1535"/>
                        </a:cubicBezTo>
                        <a:lnTo>
                          <a:pt x="295" y="1535"/>
                        </a:lnTo>
                        <a:cubicBezTo>
                          <a:pt x="474" y="1606"/>
                          <a:pt x="652" y="1588"/>
                          <a:pt x="830" y="1562"/>
                        </a:cubicBezTo>
                        <a:lnTo>
                          <a:pt x="830" y="1562"/>
                        </a:lnTo>
                        <a:cubicBezTo>
                          <a:pt x="964" y="1553"/>
                          <a:pt x="1098" y="1535"/>
                          <a:pt x="1241" y="1562"/>
                        </a:cubicBezTo>
                        <a:lnTo>
                          <a:pt x="1241" y="1562"/>
                        </a:lnTo>
                        <a:cubicBezTo>
                          <a:pt x="1366" y="1580"/>
                          <a:pt x="1482" y="1633"/>
                          <a:pt x="1607" y="1651"/>
                        </a:cubicBezTo>
                        <a:lnTo>
                          <a:pt x="1607" y="1651"/>
                        </a:lnTo>
                        <a:cubicBezTo>
                          <a:pt x="1687" y="1660"/>
                          <a:pt x="1767" y="1651"/>
                          <a:pt x="1856" y="1642"/>
                        </a:cubicBezTo>
                        <a:lnTo>
                          <a:pt x="1856" y="1642"/>
                        </a:lnTo>
                        <a:cubicBezTo>
                          <a:pt x="1937" y="1633"/>
                          <a:pt x="2026" y="1624"/>
                          <a:pt x="2106" y="1633"/>
                        </a:cubicBezTo>
                        <a:lnTo>
                          <a:pt x="2106" y="1633"/>
                        </a:lnTo>
                        <a:cubicBezTo>
                          <a:pt x="2222" y="1642"/>
                          <a:pt x="2320" y="1687"/>
                          <a:pt x="2427" y="1731"/>
                        </a:cubicBezTo>
                        <a:lnTo>
                          <a:pt x="2427" y="1731"/>
                        </a:lnTo>
                        <a:cubicBezTo>
                          <a:pt x="2713" y="1847"/>
                          <a:pt x="3016" y="1927"/>
                          <a:pt x="3319" y="1972"/>
                        </a:cubicBezTo>
                        <a:lnTo>
                          <a:pt x="3319" y="1972"/>
                        </a:lnTo>
                        <a:cubicBezTo>
                          <a:pt x="4087" y="2097"/>
                          <a:pt x="4800" y="2418"/>
                          <a:pt x="5469" y="2802"/>
                        </a:cubicBezTo>
                        <a:lnTo>
                          <a:pt x="5469" y="2802"/>
                        </a:lnTo>
                        <a:cubicBezTo>
                          <a:pt x="5782" y="2980"/>
                          <a:pt x="6076" y="3194"/>
                          <a:pt x="6379" y="3382"/>
                        </a:cubicBezTo>
                        <a:lnTo>
                          <a:pt x="6379" y="3382"/>
                        </a:lnTo>
                        <a:cubicBezTo>
                          <a:pt x="6692" y="3578"/>
                          <a:pt x="7048" y="3685"/>
                          <a:pt x="7387" y="3783"/>
                        </a:cubicBezTo>
                        <a:lnTo>
                          <a:pt x="7387" y="3783"/>
                        </a:lnTo>
                        <a:cubicBezTo>
                          <a:pt x="7753" y="3890"/>
                          <a:pt x="8119" y="3988"/>
                          <a:pt x="8494" y="4042"/>
                        </a:cubicBezTo>
                        <a:lnTo>
                          <a:pt x="8494" y="4042"/>
                        </a:lnTo>
                        <a:cubicBezTo>
                          <a:pt x="8868" y="4104"/>
                          <a:pt x="9243" y="4095"/>
                          <a:pt x="9618" y="4140"/>
                        </a:cubicBezTo>
                        <a:lnTo>
                          <a:pt x="9618" y="4140"/>
                        </a:lnTo>
                        <a:cubicBezTo>
                          <a:pt x="10394" y="4238"/>
                          <a:pt x="11161" y="4399"/>
                          <a:pt x="11901" y="4622"/>
                        </a:cubicBezTo>
                        <a:lnTo>
                          <a:pt x="11901" y="4622"/>
                        </a:lnTo>
                        <a:cubicBezTo>
                          <a:pt x="12223" y="4720"/>
                          <a:pt x="12535" y="4854"/>
                          <a:pt x="12767" y="5094"/>
                        </a:cubicBezTo>
                        <a:lnTo>
                          <a:pt x="12767" y="5094"/>
                        </a:lnTo>
                        <a:cubicBezTo>
                          <a:pt x="13097" y="5451"/>
                          <a:pt x="13320" y="5915"/>
                          <a:pt x="13570" y="6334"/>
                        </a:cubicBezTo>
                        <a:lnTo>
                          <a:pt x="13570" y="6334"/>
                        </a:lnTo>
                        <a:cubicBezTo>
                          <a:pt x="13855" y="6807"/>
                          <a:pt x="14141" y="7289"/>
                          <a:pt x="14417" y="7771"/>
                        </a:cubicBezTo>
                        <a:lnTo>
                          <a:pt x="14417" y="7771"/>
                        </a:lnTo>
                        <a:cubicBezTo>
                          <a:pt x="15051" y="8904"/>
                          <a:pt x="15648" y="10046"/>
                          <a:pt x="16246" y="11196"/>
                        </a:cubicBezTo>
                        <a:lnTo>
                          <a:pt x="16246" y="11196"/>
                        </a:lnTo>
                        <a:lnTo>
                          <a:pt x="20037" y="11196"/>
                        </a:lnTo>
                        <a:lnTo>
                          <a:pt x="20100" y="9368"/>
                        </a:lnTo>
                        <a:cubicBezTo>
                          <a:pt x="19404" y="8636"/>
                          <a:pt x="18717" y="7887"/>
                          <a:pt x="18048" y="7128"/>
                        </a:cubicBezTo>
                        <a:lnTo>
                          <a:pt x="18048" y="7128"/>
                        </a:lnTo>
                        <a:cubicBezTo>
                          <a:pt x="17914" y="6968"/>
                          <a:pt x="17780" y="6816"/>
                          <a:pt x="17647" y="6665"/>
                        </a:cubicBezTo>
                        <a:lnTo>
                          <a:pt x="17647" y="6665"/>
                        </a:lnTo>
                        <a:cubicBezTo>
                          <a:pt x="17459" y="6450"/>
                          <a:pt x="17272" y="6236"/>
                          <a:pt x="17085" y="6022"/>
                        </a:cubicBezTo>
                        <a:lnTo>
                          <a:pt x="17085" y="6022"/>
                        </a:lnTo>
                        <a:cubicBezTo>
                          <a:pt x="16870" y="5772"/>
                          <a:pt x="16647" y="5523"/>
                          <a:pt x="16442" y="5264"/>
                        </a:cubicBezTo>
                        <a:lnTo>
                          <a:pt x="16442" y="5264"/>
                        </a:lnTo>
                        <a:cubicBezTo>
                          <a:pt x="15818" y="4443"/>
                          <a:pt x="15336" y="3524"/>
                          <a:pt x="14908" y="2588"/>
                        </a:cubicBezTo>
                        <a:lnTo>
                          <a:pt x="14908" y="2588"/>
                        </a:lnTo>
                        <a:cubicBezTo>
                          <a:pt x="14489" y="1651"/>
                          <a:pt x="13659" y="902"/>
                          <a:pt x="12695" y="563"/>
                        </a:cubicBezTo>
                        <a:lnTo>
                          <a:pt x="12695" y="563"/>
                        </a:lnTo>
                        <a:cubicBezTo>
                          <a:pt x="12196" y="393"/>
                          <a:pt x="11661" y="331"/>
                          <a:pt x="11143" y="393"/>
                        </a:cubicBezTo>
                        <a:lnTo>
                          <a:pt x="11143" y="393"/>
                        </a:lnTo>
                        <a:cubicBezTo>
                          <a:pt x="10501" y="482"/>
                          <a:pt x="9975" y="670"/>
                          <a:pt x="9314" y="527"/>
                        </a:cubicBezTo>
                        <a:lnTo>
                          <a:pt x="9314" y="527"/>
                        </a:lnTo>
                        <a:cubicBezTo>
                          <a:pt x="8538" y="366"/>
                          <a:pt x="7780" y="170"/>
                          <a:pt x="6995" y="63"/>
                        </a:cubicBezTo>
                        <a:lnTo>
                          <a:pt x="6995" y="63"/>
                        </a:lnTo>
                        <a:cubicBezTo>
                          <a:pt x="6772" y="27"/>
                          <a:pt x="6549" y="1"/>
                          <a:pt x="6326" y="1"/>
                        </a:cubicBezTo>
                        <a:lnTo>
                          <a:pt x="6326" y="1"/>
                        </a:lnTo>
                        <a:cubicBezTo>
                          <a:pt x="6138" y="1"/>
                          <a:pt x="5960" y="18"/>
                          <a:pt x="5791" y="63"/>
                        </a:cubicBezTo>
                      </a:path>
                    </a:pathLst>
                  </a:custGeom>
                  <a:gradFill>
                    <a:gsLst>
                      <a:gs pos="0">
                        <a:schemeClr val="accent1"/>
                      </a:gs>
                      <a:gs pos="100000">
                        <a:schemeClr val="dk2"/>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76" name="Google Shape;976;p85"/>
                  <p:cNvGrpSpPr/>
                  <p:nvPr/>
                </p:nvGrpSpPr>
                <p:grpSpPr>
                  <a:xfrm>
                    <a:off x="2587210" y="1561820"/>
                    <a:ext cx="912848" cy="926858"/>
                    <a:chOff x="2750971" y="1431167"/>
                    <a:chExt cx="602778" cy="612030"/>
                  </a:xfrm>
                </p:grpSpPr>
                <p:sp>
                  <p:nvSpPr>
                    <p:cNvPr id="977" name="Google Shape;977;p85"/>
                    <p:cNvSpPr/>
                    <p:nvPr/>
                  </p:nvSpPr>
                  <p:spPr>
                    <a:xfrm>
                      <a:off x="2976492" y="1662572"/>
                      <a:ext cx="151741" cy="148308"/>
                    </a:xfrm>
                    <a:custGeom>
                      <a:rect b="b" l="l" r="r" t="t"/>
                      <a:pathLst>
                        <a:path extrusionOk="0" h="2722" w="2785">
                          <a:moveTo>
                            <a:pt x="786" y="0"/>
                          </a:moveTo>
                          <a:cubicBezTo>
                            <a:pt x="349" y="0"/>
                            <a:pt x="1" y="357"/>
                            <a:pt x="1" y="794"/>
                          </a:cubicBezTo>
                          <a:lnTo>
                            <a:pt x="1" y="1927"/>
                          </a:lnTo>
                          <a:cubicBezTo>
                            <a:pt x="1" y="2364"/>
                            <a:pt x="349" y="2721"/>
                            <a:pt x="786" y="2721"/>
                          </a:cubicBezTo>
                          <a:lnTo>
                            <a:pt x="1999" y="2721"/>
                          </a:lnTo>
                          <a:cubicBezTo>
                            <a:pt x="2436" y="2721"/>
                            <a:pt x="2784" y="2364"/>
                            <a:pt x="2784" y="1927"/>
                          </a:cubicBezTo>
                          <a:lnTo>
                            <a:pt x="2784" y="794"/>
                          </a:lnTo>
                          <a:cubicBezTo>
                            <a:pt x="2784" y="357"/>
                            <a:pt x="2436" y="0"/>
                            <a:pt x="1999" y="0"/>
                          </a:cubicBezTo>
                          <a:close/>
                        </a:path>
                      </a:pathLst>
                    </a:custGeom>
                    <a:gradFill>
                      <a:gsLst>
                        <a:gs pos="0">
                          <a:schemeClr val="accent3">
                            <a:alpha val="70000"/>
                          </a:schemeClr>
                        </a:gs>
                        <a:gs pos="100000">
                          <a:schemeClr val="lt2">
                            <a:alpha val="70000"/>
                          </a:schemeClr>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85"/>
                    <p:cNvSpPr/>
                    <p:nvPr/>
                  </p:nvSpPr>
                  <p:spPr>
                    <a:xfrm>
                      <a:off x="2998395" y="1683931"/>
                      <a:ext cx="107935" cy="105537"/>
                    </a:xfrm>
                    <a:custGeom>
                      <a:rect b="b" l="l" r="r" t="t"/>
                      <a:pathLst>
                        <a:path extrusionOk="0" h="1937" w="1981">
                          <a:moveTo>
                            <a:pt x="562" y="1"/>
                          </a:moveTo>
                          <a:cubicBezTo>
                            <a:pt x="250" y="1"/>
                            <a:pt x="0" y="259"/>
                            <a:pt x="0" y="563"/>
                          </a:cubicBezTo>
                          <a:lnTo>
                            <a:pt x="0" y="1375"/>
                          </a:lnTo>
                          <a:cubicBezTo>
                            <a:pt x="0" y="1687"/>
                            <a:pt x="250" y="1937"/>
                            <a:pt x="562" y="1937"/>
                          </a:cubicBezTo>
                          <a:lnTo>
                            <a:pt x="1419" y="1937"/>
                          </a:lnTo>
                          <a:cubicBezTo>
                            <a:pt x="1731" y="1937"/>
                            <a:pt x="1981" y="1687"/>
                            <a:pt x="1981" y="1375"/>
                          </a:cubicBezTo>
                          <a:lnTo>
                            <a:pt x="1981" y="563"/>
                          </a:lnTo>
                          <a:cubicBezTo>
                            <a:pt x="1981" y="259"/>
                            <a:pt x="1731" y="1"/>
                            <a:pt x="1419" y="1"/>
                          </a:cubicBezTo>
                          <a:close/>
                        </a:path>
                      </a:pathLst>
                    </a:custGeom>
                    <a:gradFill>
                      <a:gsLst>
                        <a:gs pos="0">
                          <a:schemeClr val="accent3">
                            <a:alpha val="70000"/>
                          </a:schemeClr>
                        </a:gs>
                        <a:gs pos="100000">
                          <a:schemeClr val="lt2">
                            <a:alpha val="70000"/>
                          </a:schemeClr>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85"/>
                    <p:cNvSpPr/>
                    <p:nvPr/>
                  </p:nvSpPr>
                  <p:spPr>
                    <a:xfrm>
                      <a:off x="3128183" y="1772417"/>
                      <a:ext cx="133216" cy="111858"/>
                    </a:xfrm>
                    <a:custGeom>
                      <a:rect b="b" l="l" r="r" t="t"/>
                      <a:pathLst>
                        <a:path extrusionOk="0" h="2053" w="2445">
                          <a:moveTo>
                            <a:pt x="0" y="0"/>
                          </a:moveTo>
                          <a:lnTo>
                            <a:pt x="0" y="18"/>
                          </a:lnTo>
                          <a:lnTo>
                            <a:pt x="928" y="18"/>
                          </a:lnTo>
                          <a:lnTo>
                            <a:pt x="2427" y="1499"/>
                          </a:lnTo>
                          <a:lnTo>
                            <a:pt x="2427" y="2052"/>
                          </a:lnTo>
                          <a:lnTo>
                            <a:pt x="2445" y="2052"/>
                          </a:lnTo>
                          <a:lnTo>
                            <a:pt x="2445" y="1490"/>
                          </a:lnTo>
                          <a:lnTo>
                            <a:pt x="937" y="0"/>
                          </a:lnTo>
                          <a:close/>
                        </a:path>
                      </a:pathLst>
                    </a:custGeom>
                    <a:gradFill>
                      <a:gsLst>
                        <a:gs pos="0">
                          <a:schemeClr val="accent3">
                            <a:alpha val="70000"/>
                          </a:schemeClr>
                        </a:gs>
                        <a:gs pos="100000">
                          <a:schemeClr val="lt2">
                            <a:alpha val="70000"/>
                          </a:schemeClr>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85"/>
                    <p:cNvSpPr/>
                    <p:nvPr/>
                  </p:nvSpPr>
                  <p:spPr>
                    <a:xfrm>
                      <a:off x="3108731" y="1823743"/>
                      <a:ext cx="45713" cy="93769"/>
                    </a:xfrm>
                    <a:custGeom>
                      <a:rect b="b" l="l" r="r" t="t"/>
                      <a:pathLst>
                        <a:path extrusionOk="0" h="1721" w="839">
                          <a:moveTo>
                            <a:pt x="61" y="1"/>
                          </a:moveTo>
                          <a:cubicBezTo>
                            <a:pt x="41" y="1"/>
                            <a:pt x="23" y="11"/>
                            <a:pt x="9" y="31"/>
                          </a:cubicBezTo>
                          <a:cubicBezTo>
                            <a:pt x="0" y="58"/>
                            <a:pt x="9" y="84"/>
                            <a:pt x="36" y="102"/>
                          </a:cubicBezTo>
                          <a:lnTo>
                            <a:pt x="54" y="102"/>
                          </a:lnTo>
                          <a:lnTo>
                            <a:pt x="54" y="218"/>
                          </a:lnTo>
                          <a:lnTo>
                            <a:pt x="768" y="932"/>
                          </a:lnTo>
                          <a:lnTo>
                            <a:pt x="768" y="1610"/>
                          </a:lnTo>
                          <a:cubicBezTo>
                            <a:pt x="750" y="1619"/>
                            <a:pt x="741" y="1628"/>
                            <a:pt x="732" y="1637"/>
                          </a:cubicBezTo>
                          <a:cubicBezTo>
                            <a:pt x="714" y="1663"/>
                            <a:pt x="732" y="1699"/>
                            <a:pt x="759" y="1717"/>
                          </a:cubicBezTo>
                          <a:cubicBezTo>
                            <a:pt x="765" y="1719"/>
                            <a:pt x="772" y="1720"/>
                            <a:pt x="779" y="1720"/>
                          </a:cubicBezTo>
                          <a:cubicBezTo>
                            <a:pt x="798" y="1720"/>
                            <a:pt x="817" y="1710"/>
                            <a:pt x="830" y="1690"/>
                          </a:cubicBezTo>
                          <a:cubicBezTo>
                            <a:pt x="839" y="1663"/>
                            <a:pt x="830" y="1628"/>
                            <a:pt x="803" y="1619"/>
                          </a:cubicBezTo>
                          <a:cubicBezTo>
                            <a:pt x="794" y="1619"/>
                            <a:pt x="794" y="1610"/>
                            <a:pt x="785" y="1610"/>
                          </a:cubicBezTo>
                          <a:lnTo>
                            <a:pt x="785" y="923"/>
                          </a:lnTo>
                          <a:lnTo>
                            <a:pt x="72" y="209"/>
                          </a:lnTo>
                          <a:lnTo>
                            <a:pt x="72" y="102"/>
                          </a:lnTo>
                          <a:cubicBezTo>
                            <a:pt x="81" y="102"/>
                            <a:pt x="99" y="93"/>
                            <a:pt x="107" y="75"/>
                          </a:cubicBezTo>
                          <a:cubicBezTo>
                            <a:pt x="125" y="49"/>
                            <a:pt x="107" y="22"/>
                            <a:pt x="81" y="4"/>
                          </a:cubicBezTo>
                          <a:cubicBezTo>
                            <a:pt x="74" y="2"/>
                            <a:pt x="67" y="1"/>
                            <a:pt x="61" y="1"/>
                          </a:cubicBezTo>
                          <a:close/>
                        </a:path>
                      </a:pathLst>
                    </a:custGeom>
                    <a:gradFill>
                      <a:gsLst>
                        <a:gs pos="0">
                          <a:schemeClr val="accent3">
                            <a:alpha val="70000"/>
                          </a:schemeClr>
                        </a:gs>
                        <a:gs pos="100000">
                          <a:schemeClr val="lt2">
                            <a:alpha val="70000"/>
                          </a:schemeClr>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85"/>
                    <p:cNvSpPr/>
                    <p:nvPr/>
                  </p:nvSpPr>
                  <p:spPr>
                    <a:xfrm>
                      <a:off x="3168503" y="1553163"/>
                      <a:ext cx="74427" cy="68597"/>
                    </a:xfrm>
                    <a:custGeom>
                      <a:rect b="b" l="l" r="r" t="t"/>
                      <a:pathLst>
                        <a:path extrusionOk="0" h="1259" w="1366">
                          <a:moveTo>
                            <a:pt x="90" y="1"/>
                          </a:moveTo>
                          <a:cubicBezTo>
                            <a:pt x="45" y="1"/>
                            <a:pt x="1" y="37"/>
                            <a:pt x="1" y="90"/>
                          </a:cubicBezTo>
                          <a:cubicBezTo>
                            <a:pt x="1" y="135"/>
                            <a:pt x="36" y="170"/>
                            <a:pt x="81" y="170"/>
                          </a:cubicBezTo>
                          <a:lnTo>
                            <a:pt x="81" y="536"/>
                          </a:lnTo>
                          <a:lnTo>
                            <a:pt x="768" y="1214"/>
                          </a:lnTo>
                          <a:lnTo>
                            <a:pt x="1259" y="1214"/>
                          </a:lnTo>
                          <a:cubicBezTo>
                            <a:pt x="1259" y="1241"/>
                            <a:pt x="1285" y="1259"/>
                            <a:pt x="1312" y="1259"/>
                          </a:cubicBezTo>
                          <a:cubicBezTo>
                            <a:pt x="1339" y="1259"/>
                            <a:pt x="1366" y="1241"/>
                            <a:pt x="1366" y="1205"/>
                          </a:cubicBezTo>
                          <a:cubicBezTo>
                            <a:pt x="1366" y="1179"/>
                            <a:pt x="1339" y="1152"/>
                            <a:pt x="1312" y="1152"/>
                          </a:cubicBezTo>
                          <a:cubicBezTo>
                            <a:pt x="1285" y="1152"/>
                            <a:pt x="1259" y="1179"/>
                            <a:pt x="1259" y="1196"/>
                          </a:cubicBezTo>
                          <a:lnTo>
                            <a:pt x="777" y="1196"/>
                          </a:lnTo>
                          <a:lnTo>
                            <a:pt x="99" y="527"/>
                          </a:lnTo>
                          <a:lnTo>
                            <a:pt x="99" y="170"/>
                          </a:lnTo>
                          <a:cubicBezTo>
                            <a:pt x="143" y="170"/>
                            <a:pt x="179" y="135"/>
                            <a:pt x="179" y="90"/>
                          </a:cubicBezTo>
                          <a:cubicBezTo>
                            <a:pt x="179" y="37"/>
                            <a:pt x="134" y="1"/>
                            <a:pt x="90" y="1"/>
                          </a:cubicBezTo>
                          <a:close/>
                        </a:path>
                      </a:pathLst>
                    </a:custGeom>
                    <a:gradFill>
                      <a:gsLst>
                        <a:gs pos="0">
                          <a:schemeClr val="accent3">
                            <a:alpha val="70000"/>
                          </a:schemeClr>
                        </a:gs>
                        <a:gs pos="100000">
                          <a:schemeClr val="lt2">
                            <a:alpha val="70000"/>
                          </a:schemeClr>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85"/>
                    <p:cNvSpPr/>
                    <p:nvPr/>
                  </p:nvSpPr>
                  <p:spPr>
                    <a:xfrm>
                      <a:off x="3191333" y="1572124"/>
                      <a:ext cx="49145" cy="33127"/>
                    </a:xfrm>
                    <a:custGeom>
                      <a:rect b="b" l="l" r="r" t="t"/>
                      <a:pathLst>
                        <a:path extrusionOk="0" h="608" w="902">
                          <a:moveTo>
                            <a:pt x="54" y="1"/>
                          </a:moveTo>
                          <a:cubicBezTo>
                            <a:pt x="28" y="1"/>
                            <a:pt x="1" y="19"/>
                            <a:pt x="1" y="54"/>
                          </a:cubicBezTo>
                          <a:cubicBezTo>
                            <a:pt x="1" y="81"/>
                            <a:pt x="28" y="108"/>
                            <a:pt x="54" y="108"/>
                          </a:cubicBezTo>
                          <a:cubicBezTo>
                            <a:pt x="72" y="108"/>
                            <a:pt x="81" y="99"/>
                            <a:pt x="90" y="90"/>
                          </a:cubicBezTo>
                          <a:lnTo>
                            <a:pt x="554" y="563"/>
                          </a:lnTo>
                          <a:lnTo>
                            <a:pt x="804" y="563"/>
                          </a:lnTo>
                          <a:cubicBezTo>
                            <a:pt x="804" y="590"/>
                            <a:pt x="822" y="608"/>
                            <a:pt x="848" y="608"/>
                          </a:cubicBezTo>
                          <a:cubicBezTo>
                            <a:pt x="884" y="608"/>
                            <a:pt x="902" y="590"/>
                            <a:pt x="902" y="554"/>
                          </a:cubicBezTo>
                          <a:cubicBezTo>
                            <a:pt x="902" y="527"/>
                            <a:pt x="884" y="500"/>
                            <a:pt x="848" y="500"/>
                          </a:cubicBezTo>
                          <a:cubicBezTo>
                            <a:pt x="822" y="500"/>
                            <a:pt x="804" y="527"/>
                            <a:pt x="804" y="545"/>
                          </a:cubicBezTo>
                          <a:lnTo>
                            <a:pt x="563" y="545"/>
                          </a:lnTo>
                          <a:lnTo>
                            <a:pt x="99" y="81"/>
                          </a:lnTo>
                          <a:cubicBezTo>
                            <a:pt x="108" y="72"/>
                            <a:pt x="108" y="63"/>
                            <a:pt x="108" y="54"/>
                          </a:cubicBezTo>
                          <a:cubicBezTo>
                            <a:pt x="108" y="19"/>
                            <a:pt x="90" y="1"/>
                            <a:pt x="54" y="1"/>
                          </a:cubicBezTo>
                          <a:close/>
                        </a:path>
                      </a:pathLst>
                    </a:custGeom>
                    <a:gradFill>
                      <a:gsLst>
                        <a:gs pos="0">
                          <a:schemeClr val="accent3">
                            <a:alpha val="70000"/>
                          </a:schemeClr>
                        </a:gs>
                        <a:gs pos="100000">
                          <a:schemeClr val="lt2">
                            <a:alpha val="70000"/>
                          </a:schemeClr>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85"/>
                    <p:cNvSpPr/>
                    <p:nvPr/>
                  </p:nvSpPr>
                  <p:spPr>
                    <a:xfrm>
                      <a:off x="3115542" y="1585746"/>
                      <a:ext cx="46203" cy="104066"/>
                    </a:xfrm>
                    <a:custGeom>
                      <a:rect b="b" l="l" r="r" t="t"/>
                      <a:pathLst>
                        <a:path extrusionOk="0" h="1910" w="848">
                          <a:moveTo>
                            <a:pt x="54" y="1"/>
                          </a:moveTo>
                          <a:cubicBezTo>
                            <a:pt x="27" y="1"/>
                            <a:pt x="0" y="27"/>
                            <a:pt x="0" y="54"/>
                          </a:cubicBezTo>
                          <a:cubicBezTo>
                            <a:pt x="0" y="81"/>
                            <a:pt x="27" y="108"/>
                            <a:pt x="54" y="108"/>
                          </a:cubicBezTo>
                          <a:cubicBezTo>
                            <a:pt x="63" y="108"/>
                            <a:pt x="72" y="108"/>
                            <a:pt x="81" y="99"/>
                          </a:cubicBezTo>
                          <a:lnTo>
                            <a:pt x="830" y="857"/>
                          </a:lnTo>
                          <a:lnTo>
                            <a:pt x="830" y="1526"/>
                          </a:lnTo>
                          <a:lnTo>
                            <a:pt x="536" y="1812"/>
                          </a:lnTo>
                          <a:cubicBezTo>
                            <a:pt x="527" y="1803"/>
                            <a:pt x="518" y="1803"/>
                            <a:pt x="509" y="1803"/>
                          </a:cubicBezTo>
                          <a:cubicBezTo>
                            <a:pt x="473" y="1803"/>
                            <a:pt x="455" y="1821"/>
                            <a:pt x="455" y="1856"/>
                          </a:cubicBezTo>
                          <a:cubicBezTo>
                            <a:pt x="455" y="1883"/>
                            <a:pt x="473" y="1910"/>
                            <a:pt x="509" y="1910"/>
                          </a:cubicBezTo>
                          <a:cubicBezTo>
                            <a:pt x="536" y="1910"/>
                            <a:pt x="562" y="1883"/>
                            <a:pt x="562" y="1856"/>
                          </a:cubicBezTo>
                          <a:cubicBezTo>
                            <a:pt x="562" y="1838"/>
                            <a:pt x="553" y="1830"/>
                            <a:pt x="553" y="1821"/>
                          </a:cubicBezTo>
                          <a:lnTo>
                            <a:pt x="848" y="1535"/>
                          </a:lnTo>
                          <a:lnTo>
                            <a:pt x="848" y="848"/>
                          </a:lnTo>
                          <a:lnTo>
                            <a:pt x="839" y="839"/>
                          </a:lnTo>
                          <a:lnTo>
                            <a:pt x="98" y="90"/>
                          </a:lnTo>
                          <a:cubicBezTo>
                            <a:pt x="107" y="81"/>
                            <a:pt x="107" y="63"/>
                            <a:pt x="107" y="54"/>
                          </a:cubicBezTo>
                          <a:cubicBezTo>
                            <a:pt x="107" y="27"/>
                            <a:pt x="81" y="1"/>
                            <a:pt x="54" y="1"/>
                          </a:cubicBezTo>
                          <a:close/>
                        </a:path>
                      </a:pathLst>
                    </a:custGeom>
                    <a:gradFill>
                      <a:gsLst>
                        <a:gs pos="0">
                          <a:schemeClr val="accent3">
                            <a:alpha val="70000"/>
                          </a:schemeClr>
                        </a:gs>
                        <a:gs pos="100000">
                          <a:schemeClr val="lt2">
                            <a:alpha val="70000"/>
                          </a:schemeClr>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85"/>
                    <p:cNvSpPr/>
                    <p:nvPr/>
                  </p:nvSpPr>
                  <p:spPr>
                    <a:xfrm>
                      <a:off x="3168994" y="1778247"/>
                      <a:ext cx="80747" cy="97746"/>
                    </a:xfrm>
                    <a:custGeom>
                      <a:rect b="b" l="l" r="r" t="t"/>
                      <a:pathLst>
                        <a:path extrusionOk="0" h="1794" w="1482">
                          <a:moveTo>
                            <a:pt x="54" y="0"/>
                          </a:moveTo>
                          <a:cubicBezTo>
                            <a:pt x="27" y="0"/>
                            <a:pt x="1" y="27"/>
                            <a:pt x="1" y="54"/>
                          </a:cubicBezTo>
                          <a:cubicBezTo>
                            <a:pt x="1" y="81"/>
                            <a:pt x="27" y="107"/>
                            <a:pt x="54" y="107"/>
                          </a:cubicBezTo>
                          <a:cubicBezTo>
                            <a:pt x="63" y="107"/>
                            <a:pt x="81" y="99"/>
                            <a:pt x="90" y="90"/>
                          </a:cubicBezTo>
                          <a:lnTo>
                            <a:pt x="1410" y="1410"/>
                          </a:lnTo>
                          <a:lnTo>
                            <a:pt x="1410" y="1686"/>
                          </a:lnTo>
                          <a:cubicBezTo>
                            <a:pt x="1392" y="1695"/>
                            <a:pt x="1383" y="1704"/>
                            <a:pt x="1374" y="1713"/>
                          </a:cubicBezTo>
                          <a:cubicBezTo>
                            <a:pt x="1357" y="1740"/>
                            <a:pt x="1366" y="1776"/>
                            <a:pt x="1392" y="1785"/>
                          </a:cubicBezTo>
                          <a:cubicBezTo>
                            <a:pt x="1402" y="1791"/>
                            <a:pt x="1412" y="1794"/>
                            <a:pt x="1422" y="1794"/>
                          </a:cubicBezTo>
                          <a:cubicBezTo>
                            <a:pt x="1441" y="1794"/>
                            <a:pt x="1458" y="1784"/>
                            <a:pt x="1464" y="1767"/>
                          </a:cubicBezTo>
                          <a:cubicBezTo>
                            <a:pt x="1481" y="1740"/>
                            <a:pt x="1473" y="1704"/>
                            <a:pt x="1446" y="1695"/>
                          </a:cubicBezTo>
                          <a:cubicBezTo>
                            <a:pt x="1437" y="1695"/>
                            <a:pt x="1437" y="1686"/>
                            <a:pt x="1428" y="1686"/>
                          </a:cubicBezTo>
                          <a:lnTo>
                            <a:pt x="1428" y="1401"/>
                          </a:lnTo>
                          <a:lnTo>
                            <a:pt x="99" y="81"/>
                          </a:lnTo>
                          <a:cubicBezTo>
                            <a:pt x="108" y="72"/>
                            <a:pt x="108" y="63"/>
                            <a:pt x="108" y="54"/>
                          </a:cubicBezTo>
                          <a:cubicBezTo>
                            <a:pt x="108" y="27"/>
                            <a:pt x="81" y="0"/>
                            <a:pt x="54" y="0"/>
                          </a:cubicBezTo>
                          <a:close/>
                        </a:path>
                      </a:pathLst>
                    </a:custGeom>
                    <a:gradFill>
                      <a:gsLst>
                        <a:gs pos="0">
                          <a:schemeClr val="accent3">
                            <a:alpha val="70000"/>
                          </a:schemeClr>
                        </a:gs>
                        <a:gs pos="100000">
                          <a:schemeClr val="lt2">
                            <a:alpha val="70000"/>
                          </a:schemeClr>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85"/>
                    <p:cNvSpPr/>
                    <p:nvPr/>
                  </p:nvSpPr>
                  <p:spPr>
                    <a:xfrm>
                      <a:off x="3133523" y="1824724"/>
                      <a:ext cx="32637" cy="76933"/>
                    </a:xfrm>
                    <a:custGeom>
                      <a:rect b="b" l="l" r="r" t="t"/>
                      <a:pathLst>
                        <a:path extrusionOk="0" h="1412" w="599">
                          <a:moveTo>
                            <a:pt x="61" y="0"/>
                          </a:moveTo>
                          <a:cubicBezTo>
                            <a:pt x="41" y="0"/>
                            <a:pt x="23" y="11"/>
                            <a:pt x="9" y="31"/>
                          </a:cubicBezTo>
                          <a:cubicBezTo>
                            <a:pt x="0" y="57"/>
                            <a:pt x="9" y="93"/>
                            <a:pt x="36" y="102"/>
                          </a:cubicBezTo>
                          <a:cubicBezTo>
                            <a:pt x="45" y="106"/>
                            <a:pt x="54" y="109"/>
                            <a:pt x="63" y="109"/>
                          </a:cubicBezTo>
                          <a:cubicBezTo>
                            <a:pt x="72" y="109"/>
                            <a:pt x="81" y="106"/>
                            <a:pt x="90" y="102"/>
                          </a:cubicBezTo>
                          <a:lnTo>
                            <a:pt x="527" y="539"/>
                          </a:lnTo>
                          <a:lnTo>
                            <a:pt x="527" y="1306"/>
                          </a:lnTo>
                          <a:cubicBezTo>
                            <a:pt x="518" y="1306"/>
                            <a:pt x="500" y="1315"/>
                            <a:pt x="491" y="1333"/>
                          </a:cubicBezTo>
                          <a:cubicBezTo>
                            <a:pt x="482" y="1360"/>
                            <a:pt x="491" y="1396"/>
                            <a:pt x="518" y="1404"/>
                          </a:cubicBezTo>
                          <a:cubicBezTo>
                            <a:pt x="525" y="1409"/>
                            <a:pt x="533" y="1412"/>
                            <a:pt x="540" y="1412"/>
                          </a:cubicBezTo>
                          <a:cubicBezTo>
                            <a:pt x="559" y="1412"/>
                            <a:pt x="576" y="1397"/>
                            <a:pt x="589" y="1378"/>
                          </a:cubicBezTo>
                          <a:cubicBezTo>
                            <a:pt x="598" y="1351"/>
                            <a:pt x="589" y="1324"/>
                            <a:pt x="562" y="1306"/>
                          </a:cubicBezTo>
                          <a:lnTo>
                            <a:pt x="545" y="1306"/>
                          </a:lnTo>
                          <a:lnTo>
                            <a:pt x="545" y="530"/>
                          </a:lnTo>
                          <a:lnTo>
                            <a:pt x="107" y="84"/>
                          </a:lnTo>
                          <a:cubicBezTo>
                            <a:pt x="107" y="84"/>
                            <a:pt x="107" y="84"/>
                            <a:pt x="107" y="75"/>
                          </a:cubicBezTo>
                          <a:cubicBezTo>
                            <a:pt x="116" y="57"/>
                            <a:pt x="107" y="22"/>
                            <a:pt x="81" y="4"/>
                          </a:cubicBezTo>
                          <a:cubicBezTo>
                            <a:pt x="74" y="2"/>
                            <a:pt x="67" y="0"/>
                            <a:pt x="61" y="0"/>
                          </a:cubicBezTo>
                          <a:close/>
                        </a:path>
                      </a:pathLst>
                    </a:custGeom>
                    <a:gradFill>
                      <a:gsLst>
                        <a:gs pos="0">
                          <a:schemeClr val="accent3">
                            <a:alpha val="70000"/>
                          </a:schemeClr>
                        </a:gs>
                        <a:gs pos="100000">
                          <a:schemeClr val="lt2">
                            <a:alpha val="70000"/>
                          </a:schemeClr>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85"/>
                    <p:cNvSpPr/>
                    <p:nvPr/>
                  </p:nvSpPr>
                  <p:spPr>
                    <a:xfrm>
                      <a:off x="3198144" y="1643120"/>
                      <a:ext cx="48219" cy="19996"/>
                    </a:xfrm>
                    <a:custGeom>
                      <a:rect b="b" l="l" r="r" t="t"/>
                      <a:pathLst>
                        <a:path extrusionOk="0" h="367" w="885">
                          <a:moveTo>
                            <a:pt x="54" y="0"/>
                          </a:moveTo>
                          <a:cubicBezTo>
                            <a:pt x="19" y="0"/>
                            <a:pt x="1" y="27"/>
                            <a:pt x="1" y="54"/>
                          </a:cubicBezTo>
                          <a:cubicBezTo>
                            <a:pt x="1" y="81"/>
                            <a:pt x="19" y="107"/>
                            <a:pt x="54" y="107"/>
                          </a:cubicBezTo>
                          <a:cubicBezTo>
                            <a:pt x="81" y="107"/>
                            <a:pt x="99" y="90"/>
                            <a:pt x="108" y="63"/>
                          </a:cubicBezTo>
                          <a:lnTo>
                            <a:pt x="679" y="63"/>
                          </a:lnTo>
                          <a:lnTo>
                            <a:pt x="822" y="188"/>
                          </a:lnTo>
                          <a:lnTo>
                            <a:pt x="822" y="259"/>
                          </a:lnTo>
                          <a:cubicBezTo>
                            <a:pt x="804" y="268"/>
                            <a:pt x="777" y="286"/>
                            <a:pt x="777" y="313"/>
                          </a:cubicBezTo>
                          <a:cubicBezTo>
                            <a:pt x="777" y="339"/>
                            <a:pt x="804" y="366"/>
                            <a:pt x="831" y="366"/>
                          </a:cubicBezTo>
                          <a:cubicBezTo>
                            <a:pt x="866" y="366"/>
                            <a:pt x="884" y="339"/>
                            <a:pt x="884" y="313"/>
                          </a:cubicBezTo>
                          <a:cubicBezTo>
                            <a:pt x="884" y="286"/>
                            <a:pt x="866" y="268"/>
                            <a:pt x="839" y="259"/>
                          </a:cubicBezTo>
                          <a:lnTo>
                            <a:pt x="839" y="179"/>
                          </a:lnTo>
                          <a:lnTo>
                            <a:pt x="688" y="45"/>
                          </a:lnTo>
                          <a:lnTo>
                            <a:pt x="108" y="45"/>
                          </a:lnTo>
                          <a:cubicBezTo>
                            <a:pt x="99" y="18"/>
                            <a:pt x="81" y="0"/>
                            <a:pt x="54" y="0"/>
                          </a:cubicBezTo>
                          <a:close/>
                        </a:path>
                      </a:pathLst>
                    </a:custGeom>
                    <a:gradFill>
                      <a:gsLst>
                        <a:gs pos="0">
                          <a:schemeClr val="accent3">
                            <a:alpha val="70000"/>
                          </a:schemeClr>
                        </a:gs>
                        <a:gs pos="100000">
                          <a:schemeClr val="lt2">
                            <a:alpha val="70000"/>
                          </a:schemeClr>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85"/>
                    <p:cNvSpPr/>
                    <p:nvPr/>
                  </p:nvSpPr>
                  <p:spPr>
                    <a:xfrm>
                      <a:off x="3080997" y="1431167"/>
                      <a:ext cx="272752" cy="612030"/>
                    </a:xfrm>
                    <a:custGeom>
                      <a:rect b="b" l="l" r="r" t="t"/>
                      <a:pathLst>
                        <a:path extrusionOk="0" h="11233" w="5006">
                          <a:moveTo>
                            <a:pt x="1036" y="81"/>
                          </a:moveTo>
                          <a:cubicBezTo>
                            <a:pt x="1080" y="99"/>
                            <a:pt x="1125" y="108"/>
                            <a:pt x="1178" y="117"/>
                          </a:cubicBezTo>
                          <a:lnTo>
                            <a:pt x="1178" y="1259"/>
                          </a:lnTo>
                          <a:lnTo>
                            <a:pt x="1036" y="1259"/>
                          </a:lnTo>
                          <a:lnTo>
                            <a:pt x="1036" y="81"/>
                          </a:lnTo>
                          <a:close/>
                          <a:moveTo>
                            <a:pt x="1196" y="126"/>
                          </a:moveTo>
                          <a:cubicBezTo>
                            <a:pt x="1312" y="161"/>
                            <a:pt x="1428" y="197"/>
                            <a:pt x="1553" y="251"/>
                          </a:cubicBezTo>
                          <a:lnTo>
                            <a:pt x="1553" y="732"/>
                          </a:lnTo>
                          <a:lnTo>
                            <a:pt x="1339" y="946"/>
                          </a:lnTo>
                          <a:lnTo>
                            <a:pt x="1339" y="1259"/>
                          </a:lnTo>
                          <a:lnTo>
                            <a:pt x="1196" y="1259"/>
                          </a:lnTo>
                          <a:lnTo>
                            <a:pt x="1196" y="126"/>
                          </a:lnTo>
                          <a:close/>
                          <a:moveTo>
                            <a:pt x="777" y="37"/>
                          </a:moveTo>
                          <a:cubicBezTo>
                            <a:pt x="848" y="45"/>
                            <a:pt x="929" y="63"/>
                            <a:pt x="1018" y="81"/>
                          </a:cubicBezTo>
                          <a:lnTo>
                            <a:pt x="1018" y="1259"/>
                          </a:lnTo>
                          <a:lnTo>
                            <a:pt x="857" y="1259"/>
                          </a:lnTo>
                          <a:cubicBezTo>
                            <a:pt x="857" y="1259"/>
                            <a:pt x="848" y="1268"/>
                            <a:pt x="848" y="1268"/>
                          </a:cubicBezTo>
                          <a:lnTo>
                            <a:pt x="848" y="946"/>
                          </a:lnTo>
                          <a:lnTo>
                            <a:pt x="839" y="938"/>
                          </a:lnTo>
                          <a:lnTo>
                            <a:pt x="643" y="715"/>
                          </a:lnTo>
                          <a:lnTo>
                            <a:pt x="643" y="63"/>
                          </a:lnTo>
                          <a:lnTo>
                            <a:pt x="625" y="63"/>
                          </a:lnTo>
                          <a:lnTo>
                            <a:pt x="625" y="723"/>
                          </a:lnTo>
                          <a:lnTo>
                            <a:pt x="831" y="946"/>
                          </a:lnTo>
                          <a:lnTo>
                            <a:pt x="831" y="1268"/>
                          </a:lnTo>
                          <a:lnTo>
                            <a:pt x="839" y="1268"/>
                          </a:lnTo>
                          <a:cubicBezTo>
                            <a:pt x="795" y="1268"/>
                            <a:pt x="750" y="1303"/>
                            <a:pt x="723" y="1339"/>
                          </a:cubicBezTo>
                          <a:lnTo>
                            <a:pt x="723" y="1330"/>
                          </a:lnTo>
                          <a:lnTo>
                            <a:pt x="358" y="1330"/>
                          </a:lnTo>
                          <a:lnTo>
                            <a:pt x="260" y="1241"/>
                          </a:lnTo>
                          <a:lnTo>
                            <a:pt x="37" y="1241"/>
                          </a:lnTo>
                          <a:lnTo>
                            <a:pt x="37" y="607"/>
                          </a:lnTo>
                          <a:cubicBezTo>
                            <a:pt x="54" y="572"/>
                            <a:pt x="224" y="260"/>
                            <a:pt x="313" y="188"/>
                          </a:cubicBezTo>
                          <a:cubicBezTo>
                            <a:pt x="411" y="117"/>
                            <a:pt x="634" y="37"/>
                            <a:pt x="750" y="37"/>
                          </a:cubicBezTo>
                          <a:close/>
                          <a:moveTo>
                            <a:pt x="1571" y="251"/>
                          </a:moveTo>
                          <a:cubicBezTo>
                            <a:pt x="1919" y="393"/>
                            <a:pt x="2249" y="572"/>
                            <a:pt x="2401" y="768"/>
                          </a:cubicBezTo>
                          <a:cubicBezTo>
                            <a:pt x="2463" y="839"/>
                            <a:pt x="2508" y="946"/>
                            <a:pt x="2552" y="1071"/>
                          </a:cubicBezTo>
                          <a:lnTo>
                            <a:pt x="2053" y="1071"/>
                          </a:lnTo>
                          <a:lnTo>
                            <a:pt x="1794" y="1330"/>
                          </a:lnTo>
                          <a:lnTo>
                            <a:pt x="1482" y="1330"/>
                          </a:lnTo>
                          <a:lnTo>
                            <a:pt x="1482" y="1339"/>
                          </a:lnTo>
                          <a:cubicBezTo>
                            <a:pt x="1455" y="1294"/>
                            <a:pt x="1401" y="1259"/>
                            <a:pt x="1348" y="1259"/>
                          </a:cubicBezTo>
                          <a:lnTo>
                            <a:pt x="1357" y="1259"/>
                          </a:lnTo>
                          <a:lnTo>
                            <a:pt x="1357" y="955"/>
                          </a:lnTo>
                          <a:lnTo>
                            <a:pt x="1571" y="732"/>
                          </a:lnTo>
                          <a:lnTo>
                            <a:pt x="1571" y="251"/>
                          </a:lnTo>
                          <a:close/>
                          <a:moveTo>
                            <a:pt x="2561" y="1089"/>
                          </a:moveTo>
                          <a:cubicBezTo>
                            <a:pt x="2579" y="1143"/>
                            <a:pt x="2597" y="1196"/>
                            <a:pt x="2615" y="1250"/>
                          </a:cubicBezTo>
                          <a:lnTo>
                            <a:pt x="2062" y="1250"/>
                          </a:lnTo>
                          <a:lnTo>
                            <a:pt x="1803" y="1491"/>
                          </a:lnTo>
                          <a:lnTo>
                            <a:pt x="1500" y="1491"/>
                          </a:lnTo>
                          <a:lnTo>
                            <a:pt x="1500" y="1419"/>
                          </a:lnTo>
                          <a:cubicBezTo>
                            <a:pt x="1500" y="1393"/>
                            <a:pt x="1491" y="1366"/>
                            <a:pt x="1482" y="1348"/>
                          </a:cubicBezTo>
                          <a:lnTo>
                            <a:pt x="1803" y="1348"/>
                          </a:lnTo>
                          <a:lnTo>
                            <a:pt x="2062" y="1089"/>
                          </a:lnTo>
                          <a:close/>
                          <a:moveTo>
                            <a:pt x="251" y="1259"/>
                          </a:moveTo>
                          <a:lnTo>
                            <a:pt x="349" y="1348"/>
                          </a:lnTo>
                          <a:lnTo>
                            <a:pt x="723" y="1348"/>
                          </a:lnTo>
                          <a:cubicBezTo>
                            <a:pt x="715" y="1366"/>
                            <a:pt x="706" y="1393"/>
                            <a:pt x="706" y="1419"/>
                          </a:cubicBezTo>
                          <a:lnTo>
                            <a:pt x="706" y="1526"/>
                          </a:lnTo>
                          <a:lnTo>
                            <a:pt x="37" y="1526"/>
                          </a:lnTo>
                          <a:lnTo>
                            <a:pt x="37" y="1259"/>
                          </a:lnTo>
                          <a:close/>
                          <a:moveTo>
                            <a:pt x="2615" y="1268"/>
                          </a:moveTo>
                          <a:cubicBezTo>
                            <a:pt x="2633" y="1303"/>
                            <a:pt x="2642" y="1348"/>
                            <a:pt x="2650" y="1384"/>
                          </a:cubicBezTo>
                          <a:cubicBezTo>
                            <a:pt x="2677" y="1473"/>
                            <a:pt x="2704" y="1571"/>
                            <a:pt x="2740" y="1651"/>
                          </a:cubicBezTo>
                          <a:lnTo>
                            <a:pt x="1500" y="1651"/>
                          </a:lnTo>
                          <a:lnTo>
                            <a:pt x="1500" y="1508"/>
                          </a:lnTo>
                          <a:lnTo>
                            <a:pt x="1812" y="1508"/>
                          </a:lnTo>
                          <a:lnTo>
                            <a:pt x="2062" y="1268"/>
                          </a:lnTo>
                          <a:close/>
                          <a:moveTo>
                            <a:pt x="706" y="1544"/>
                          </a:moveTo>
                          <a:lnTo>
                            <a:pt x="706" y="1687"/>
                          </a:lnTo>
                          <a:lnTo>
                            <a:pt x="37" y="1687"/>
                          </a:lnTo>
                          <a:lnTo>
                            <a:pt x="37" y="1544"/>
                          </a:lnTo>
                          <a:close/>
                          <a:moveTo>
                            <a:pt x="2740" y="1669"/>
                          </a:moveTo>
                          <a:cubicBezTo>
                            <a:pt x="2757" y="1714"/>
                            <a:pt x="2775" y="1758"/>
                            <a:pt x="2793" y="1803"/>
                          </a:cubicBezTo>
                          <a:lnTo>
                            <a:pt x="1500" y="1803"/>
                          </a:lnTo>
                          <a:lnTo>
                            <a:pt x="1500" y="1669"/>
                          </a:lnTo>
                          <a:close/>
                          <a:moveTo>
                            <a:pt x="706" y="1705"/>
                          </a:moveTo>
                          <a:lnTo>
                            <a:pt x="706" y="1839"/>
                          </a:lnTo>
                          <a:lnTo>
                            <a:pt x="384" y="1839"/>
                          </a:lnTo>
                          <a:lnTo>
                            <a:pt x="277" y="1928"/>
                          </a:lnTo>
                          <a:lnTo>
                            <a:pt x="37" y="1928"/>
                          </a:lnTo>
                          <a:lnTo>
                            <a:pt x="37" y="1705"/>
                          </a:lnTo>
                          <a:close/>
                          <a:moveTo>
                            <a:pt x="2802" y="1821"/>
                          </a:moveTo>
                          <a:cubicBezTo>
                            <a:pt x="2820" y="1865"/>
                            <a:pt x="2847" y="1910"/>
                            <a:pt x="2873" y="1955"/>
                          </a:cubicBezTo>
                          <a:cubicBezTo>
                            <a:pt x="2891" y="1981"/>
                            <a:pt x="2945" y="2035"/>
                            <a:pt x="2989" y="2070"/>
                          </a:cubicBezTo>
                          <a:lnTo>
                            <a:pt x="1937" y="2070"/>
                          </a:lnTo>
                          <a:lnTo>
                            <a:pt x="1767" y="1928"/>
                          </a:lnTo>
                          <a:lnTo>
                            <a:pt x="1500" y="1928"/>
                          </a:lnTo>
                          <a:lnTo>
                            <a:pt x="1500" y="1946"/>
                          </a:lnTo>
                          <a:lnTo>
                            <a:pt x="1758" y="1946"/>
                          </a:lnTo>
                          <a:lnTo>
                            <a:pt x="1928" y="2088"/>
                          </a:lnTo>
                          <a:lnTo>
                            <a:pt x="3016" y="2088"/>
                          </a:lnTo>
                          <a:cubicBezTo>
                            <a:pt x="3043" y="2115"/>
                            <a:pt x="3070" y="2133"/>
                            <a:pt x="3070" y="2142"/>
                          </a:cubicBezTo>
                          <a:cubicBezTo>
                            <a:pt x="3079" y="2142"/>
                            <a:pt x="3114" y="2160"/>
                            <a:pt x="3168" y="2204"/>
                          </a:cubicBezTo>
                          <a:lnTo>
                            <a:pt x="2249" y="2204"/>
                          </a:lnTo>
                          <a:cubicBezTo>
                            <a:pt x="2240" y="2169"/>
                            <a:pt x="2222" y="2151"/>
                            <a:pt x="2187" y="2151"/>
                          </a:cubicBezTo>
                          <a:cubicBezTo>
                            <a:pt x="2151" y="2151"/>
                            <a:pt x="2124" y="2178"/>
                            <a:pt x="2124" y="2213"/>
                          </a:cubicBezTo>
                          <a:cubicBezTo>
                            <a:pt x="2124" y="2240"/>
                            <a:pt x="2151" y="2267"/>
                            <a:pt x="2187" y="2267"/>
                          </a:cubicBezTo>
                          <a:cubicBezTo>
                            <a:pt x="2222" y="2267"/>
                            <a:pt x="2240" y="2249"/>
                            <a:pt x="2249" y="2222"/>
                          </a:cubicBezTo>
                          <a:lnTo>
                            <a:pt x="3195" y="2222"/>
                          </a:lnTo>
                          <a:cubicBezTo>
                            <a:pt x="3266" y="2267"/>
                            <a:pt x="3364" y="2338"/>
                            <a:pt x="3471" y="2409"/>
                          </a:cubicBezTo>
                          <a:lnTo>
                            <a:pt x="2909" y="2409"/>
                          </a:lnTo>
                          <a:lnTo>
                            <a:pt x="2749" y="2294"/>
                          </a:lnTo>
                          <a:lnTo>
                            <a:pt x="2392" y="2294"/>
                          </a:lnTo>
                          <a:cubicBezTo>
                            <a:pt x="2392" y="2267"/>
                            <a:pt x="2374" y="2249"/>
                            <a:pt x="2347" y="2249"/>
                          </a:cubicBezTo>
                          <a:cubicBezTo>
                            <a:pt x="2311" y="2249"/>
                            <a:pt x="2294" y="2267"/>
                            <a:pt x="2294" y="2302"/>
                          </a:cubicBezTo>
                          <a:cubicBezTo>
                            <a:pt x="2294" y="2329"/>
                            <a:pt x="2311" y="2356"/>
                            <a:pt x="2347" y="2356"/>
                          </a:cubicBezTo>
                          <a:cubicBezTo>
                            <a:pt x="2374" y="2356"/>
                            <a:pt x="2392" y="2338"/>
                            <a:pt x="2392" y="2311"/>
                          </a:cubicBezTo>
                          <a:lnTo>
                            <a:pt x="2740" y="2311"/>
                          </a:lnTo>
                          <a:lnTo>
                            <a:pt x="2909" y="2427"/>
                          </a:lnTo>
                          <a:lnTo>
                            <a:pt x="3498" y="2427"/>
                          </a:lnTo>
                          <a:cubicBezTo>
                            <a:pt x="3569" y="2481"/>
                            <a:pt x="3650" y="2534"/>
                            <a:pt x="3721" y="2588"/>
                          </a:cubicBezTo>
                          <a:lnTo>
                            <a:pt x="3418" y="2588"/>
                          </a:lnTo>
                          <a:lnTo>
                            <a:pt x="3123" y="2882"/>
                          </a:lnTo>
                          <a:cubicBezTo>
                            <a:pt x="3114" y="2873"/>
                            <a:pt x="3105" y="2873"/>
                            <a:pt x="3096" y="2873"/>
                          </a:cubicBezTo>
                          <a:cubicBezTo>
                            <a:pt x="3061" y="2873"/>
                            <a:pt x="3043" y="2891"/>
                            <a:pt x="3043" y="2927"/>
                          </a:cubicBezTo>
                          <a:cubicBezTo>
                            <a:pt x="3043" y="2954"/>
                            <a:pt x="3061" y="2980"/>
                            <a:pt x="3096" y="2980"/>
                          </a:cubicBezTo>
                          <a:cubicBezTo>
                            <a:pt x="3123" y="2980"/>
                            <a:pt x="3150" y="2954"/>
                            <a:pt x="3150" y="2927"/>
                          </a:cubicBezTo>
                          <a:cubicBezTo>
                            <a:pt x="3150" y="2909"/>
                            <a:pt x="3141" y="2900"/>
                            <a:pt x="3141" y="2891"/>
                          </a:cubicBezTo>
                          <a:lnTo>
                            <a:pt x="3427" y="2615"/>
                          </a:lnTo>
                          <a:lnTo>
                            <a:pt x="3748" y="2615"/>
                          </a:lnTo>
                          <a:cubicBezTo>
                            <a:pt x="3792" y="2641"/>
                            <a:pt x="3837" y="2677"/>
                            <a:pt x="3882" y="2713"/>
                          </a:cubicBezTo>
                          <a:lnTo>
                            <a:pt x="3623" y="2713"/>
                          </a:lnTo>
                          <a:lnTo>
                            <a:pt x="3302" y="3025"/>
                          </a:lnTo>
                          <a:cubicBezTo>
                            <a:pt x="3293" y="3025"/>
                            <a:pt x="3284" y="3016"/>
                            <a:pt x="3275" y="3016"/>
                          </a:cubicBezTo>
                          <a:cubicBezTo>
                            <a:pt x="3239" y="3016"/>
                            <a:pt x="3221" y="3043"/>
                            <a:pt x="3221" y="3070"/>
                          </a:cubicBezTo>
                          <a:cubicBezTo>
                            <a:pt x="3221" y="3105"/>
                            <a:pt x="3239" y="3123"/>
                            <a:pt x="3275" y="3123"/>
                          </a:cubicBezTo>
                          <a:cubicBezTo>
                            <a:pt x="3302" y="3123"/>
                            <a:pt x="3328" y="3105"/>
                            <a:pt x="3328" y="3070"/>
                          </a:cubicBezTo>
                          <a:cubicBezTo>
                            <a:pt x="3328" y="3061"/>
                            <a:pt x="3320" y="3052"/>
                            <a:pt x="3311" y="3043"/>
                          </a:cubicBezTo>
                          <a:lnTo>
                            <a:pt x="3632" y="2731"/>
                          </a:lnTo>
                          <a:lnTo>
                            <a:pt x="3899" y="2731"/>
                          </a:lnTo>
                          <a:cubicBezTo>
                            <a:pt x="3971" y="2784"/>
                            <a:pt x="4033" y="2838"/>
                            <a:pt x="4078" y="2891"/>
                          </a:cubicBezTo>
                          <a:lnTo>
                            <a:pt x="3801" y="2891"/>
                          </a:lnTo>
                          <a:lnTo>
                            <a:pt x="3498" y="3177"/>
                          </a:lnTo>
                          <a:cubicBezTo>
                            <a:pt x="3489" y="3177"/>
                            <a:pt x="3480" y="3168"/>
                            <a:pt x="3471" y="3168"/>
                          </a:cubicBezTo>
                          <a:cubicBezTo>
                            <a:pt x="3444" y="3168"/>
                            <a:pt x="3418" y="3195"/>
                            <a:pt x="3418" y="3221"/>
                          </a:cubicBezTo>
                          <a:cubicBezTo>
                            <a:pt x="3418" y="3248"/>
                            <a:pt x="3444" y="3275"/>
                            <a:pt x="3471" y="3275"/>
                          </a:cubicBezTo>
                          <a:cubicBezTo>
                            <a:pt x="3498" y="3275"/>
                            <a:pt x="3525" y="3248"/>
                            <a:pt x="3525" y="3221"/>
                          </a:cubicBezTo>
                          <a:cubicBezTo>
                            <a:pt x="3525" y="3212"/>
                            <a:pt x="3516" y="3195"/>
                            <a:pt x="3516" y="3186"/>
                          </a:cubicBezTo>
                          <a:lnTo>
                            <a:pt x="3810" y="2909"/>
                          </a:lnTo>
                          <a:lnTo>
                            <a:pt x="4096" y="2909"/>
                          </a:lnTo>
                          <a:cubicBezTo>
                            <a:pt x="4122" y="2927"/>
                            <a:pt x="4140" y="2945"/>
                            <a:pt x="4149" y="2972"/>
                          </a:cubicBezTo>
                          <a:cubicBezTo>
                            <a:pt x="4176" y="2998"/>
                            <a:pt x="4194" y="3025"/>
                            <a:pt x="4212" y="3052"/>
                          </a:cubicBezTo>
                          <a:lnTo>
                            <a:pt x="3623" y="3605"/>
                          </a:lnTo>
                          <a:lnTo>
                            <a:pt x="3623" y="4470"/>
                          </a:lnTo>
                          <a:lnTo>
                            <a:pt x="3382" y="4470"/>
                          </a:lnTo>
                          <a:lnTo>
                            <a:pt x="3382" y="3944"/>
                          </a:lnTo>
                          <a:lnTo>
                            <a:pt x="3373" y="3935"/>
                          </a:lnTo>
                          <a:lnTo>
                            <a:pt x="3061" y="3641"/>
                          </a:lnTo>
                          <a:lnTo>
                            <a:pt x="2204" y="3641"/>
                          </a:lnTo>
                          <a:lnTo>
                            <a:pt x="1401" y="2802"/>
                          </a:lnTo>
                          <a:lnTo>
                            <a:pt x="1401" y="2053"/>
                          </a:lnTo>
                          <a:lnTo>
                            <a:pt x="1393" y="2053"/>
                          </a:lnTo>
                          <a:cubicBezTo>
                            <a:pt x="1455" y="2035"/>
                            <a:pt x="1500" y="1972"/>
                            <a:pt x="1500" y="1901"/>
                          </a:cubicBezTo>
                          <a:lnTo>
                            <a:pt x="1500" y="1821"/>
                          </a:lnTo>
                          <a:close/>
                          <a:moveTo>
                            <a:pt x="4229" y="3070"/>
                          </a:moveTo>
                          <a:cubicBezTo>
                            <a:pt x="4292" y="3168"/>
                            <a:pt x="4354" y="3275"/>
                            <a:pt x="4417" y="3400"/>
                          </a:cubicBezTo>
                          <a:lnTo>
                            <a:pt x="3837" y="3926"/>
                          </a:lnTo>
                          <a:lnTo>
                            <a:pt x="3837" y="4470"/>
                          </a:lnTo>
                          <a:lnTo>
                            <a:pt x="3864" y="4470"/>
                          </a:lnTo>
                          <a:lnTo>
                            <a:pt x="3864" y="3935"/>
                          </a:lnTo>
                          <a:lnTo>
                            <a:pt x="4426" y="3418"/>
                          </a:lnTo>
                          <a:cubicBezTo>
                            <a:pt x="4461" y="3471"/>
                            <a:pt x="4488" y="3534"/>
                            <a:pt x="4515" y="3596"/>
                          </a:cubicBezTo>
                          <a:lnTo>
                            <a:pt x="4176" y="3899"/>
                          </a:lnTo>
                          <a:lnTo>
                            <a:pt x="4176" y="4113"/>
                          </a:lnTo>
                          <a:cubicBezTo>
                            <a:pt x="4149" y="4122"/>
                            <a:pt x="4131" y="4140"/>
                            <a:pt x="4131" y="4167"/>
                          </a:cubicBezTo>
                          <a:cubicBezTo>
                            <a:pt x="4131" y="4194"/>
                            <a:pt x="4149" y="4220"/>
                            <a:pt x="4185" y="4220"/>
                          </a:cubicBezTo>
                          <a:cubicBezTo>
                            <a:pt x="4212" y="4220"/>
                            <a:pt x="4238" y="4194"/>
                            <a:pt x="4238" y="4167"/>
                          </a:cubicBezTo>
                          <a:cubicBezTo>
                            <a:pt x="4238" y="4140"/>
                            <a:pt x="4221" y="4122"/>
                            <a:pt x="4194" y="4113"/>
                          </a:cubicBezTo>
                          <a:lnTo>
                            <a:pt x="4194" y="3908"/>
                          </a:lnTo>
                          <a:lnTo>
                            <a:pt x="4524" y="3605"/>
                          </a:lnTo>
                          <a:cubicBezTo>
                            <a:pt x="4676" y="3917"/>
                            <a:pt x="4800" y="4256"/>
                            <a:pt x="4872" y="4533"/>
                          </a:cubicBezTo>
                          <a:lnTo>
                            <a:pt x="4658" y="4533"/>
                          </a:lnTo>
                          <a:lnTo>
                            <a:pt x="4577" y="4658"/>
                          </a:lnTo>
                          <a:lnTo>
                            <a:pt x="4051" y="4658"/>
                          </a:lnTo>
                          <a:lnTo>
                            <a:pt x="4051" y="4675"/>
                          </a:lnTo>
                          <a:lnTo>
                            <a:pt x="4595" y="4675"/>
                          </a:lnTo>
                          <a:lnTo>
                            <a:pt x="4667" y="4551"/>
                          </a:lnTo>
                          <a:lnTo>
                            <a:pt x="4881" y="4551"/>
                          </a:lnTo>
                          <a:cubicBezTo>
                            <a:pt x="4899" y="4613"/>
                            <a:pt x="4916" y="4675"/>
                            <a:pt x="4925" y="4738"/>
                          </a:cubicBezTo>
                          <a:cubicBezTo>
                            <a:pt x="4925" y="4782"/>
                            <a:pt x="4934" y="4827"/>
                            <a:pt x="4934" y="4881"/>
                          </a:cubicBezTo>
                          <a:lnTo>
                            <a:pt x="4051" y="4881"/>
                          </a:lnTo>
                          <a:lnTo>
                            <a:pt x="4051" y="4693"/>
                          </a:lnTo>
                          <a:cubicBezTo>
                            <a:pt x="4051" y="4568"/>
                            <a:pt x="3953" y="4470"/>
                            <a:pt x="3837" y="4470"/>
                          </a:cubicBezTo>
                          <a:lnTo>
                            <a:pt x="3641" y="4470"/>
                          </a:lnTo>
                          <a:lnTo>
                            <a:pt x="3641" y="3614"/>
                          </a:lnTo>
                          <a:lnTo>
                            <a:pt x="4229" y="3070"/>
                          </a:lnTo>
                          <a:close/>
                          <a:moveTo>
                            <a:pt x="804" y="2053"/>
                          </a:moveTo>
                          <a:lnTo>
                            <a:pt x="804" y="2811"/>
                          </a:lnTo>
                          <a:lnTo>
                            <a:pt x="1660" y="3658"/>
                          </a:lnTo>
                          <a:lnTo>
                            <a:pt x="1660" y="4533"/>
                          </a:lnTo>
                          <a:lnTo>
                            <a:pt x="1303" y="4881"/>
                          </a:lnTo>
                          <a:lnTo>
                            <a:pt x="866" y="4881"/>
                          </a:lnTo>
                          <a:lnTo>
                            <a:pt x="866" y="4898"/>
                          </a:lnTo>
                          <a:lnTo>
                            <a:pt x="1312" y="4898"/>
                          </a:lnTo>
                          <a:lnTo>
                            <a:pt x="1321" y="4890"/>
                          </a:lnTo>
                          <a:lnTo>
                            <a:pt x="1678" y="4542"/>
                          </a:lnTo>
                          <a:lnTo>
                            <a:pt x="1678" y="3650"/>
                          </a:lnTo>
                          <a:lnTo>
                            <a:pt x="822" y="2802"/>
                          </a:lnTo>
                          <a:lnTo>
                            <a:pt x="822" y="2053"/>
                          </a:lnTo>
                          <a:close/>
                          <a:moveTo>
                            <a:pt x="4943" y="4898"/>
                          </a:moveTo>
                          <a:cubicBezTo>
                            <a:pt x="4943" y="4970"/>
                            <a:pt x="4952" y="5050"/>
                            <a:pt x="4952" y="5130"/>
                          </a:cubicBezTo>
                          <a:lnTo>
                            <a:pt x="4051" y="5130"/>
                          </a:lnTo>
                          <a:lnTo>
                            <a:pt x="4051" y="4898"/>
                          </a:lnTo>
                          <a:close/>
                          <a:moveTo>
                            <a:pt x="4952" y="5148"/>
                          </a:moveTo>
                          <a:cubicBezTo>
                            <a:pt x="4952" y="5255"/>
                            <a:pt x="4952" y="5371"/>
                            <a:pt x="4952" y="5478"/>
                          </a:cubicBezTo>
                          <a:lnTo>
                            <a:pt x="4720" y="5478"/>
                          </a:lnTo>
                          <a:lnTo>
                            <a:pt x="4613" y="5362"/>
                          </a:lnTo>
                          <a:lnTo>
                            <a:pt x="4051" y="5362"/>
                          </a:lnTo>
                          <a:lnTo>
                            <a:pt x="4051" y="5148"/>
                          </a:lnTo>
                          <a:close/>
                          <a:moveTo>
                            <a:pt x="4051" y="5371"/>
                          </a:moveTo>
                          <a:lnTo>
                            <a:pt x="4051" y="5380"/>
                          </a:lnTo>
                          <a:lnTo>
                            <a:pt x="4604" y="5380"/>
                          </a:lnTo>
                          <a:lnTo>
                            <a:pt x="4711" y="5496"/>
                          </a:lnTo>
                          <a:lnTo>
                            <a:pt x="4952" y="5496"/>
                          </a:lnTo>
                          <a:cubicBezTo>
                            <a:pt x="4952" y="5559"/>
                            <a:pt x="4943" y="5621"/>
                            <a:pt x="4943" y="5675"/>
                          </a:cubicBezTo>
                          <a:lnTo>
                            <a:pt x="4765" y="5675"/>
                          </a:lnTo>
                          <a:lnTo>
                            <a:pt x="4693" y="5612"/>
                          </a:lnTo>
                          <a:cubicBezTo>
                            <a:pt x="4693" y="5612"/>
                            <a:pt x="4702" y="5612"/>
                            <a:pt x="4702" y="5603"/>
                          </a:cubicBezTo>
                          <a:cubicBezTo>
                            <a:pt x="4711" y="5585"/>
                            <a:pt x="4702" y="5550"/>
                            <a:pt x="4676" y="5532"/>
                          </a:cubicBezTo>
                          <a:cubicBezTo>
                            <a:pt x="4669" y="5530"/>
                            <a:pt x="4662" y="5528"/>
                            <a:pt x="4654" y="5528"/>
                          </a:cubicBezTo>
                          <a:cubicBezTo>
                            <a:pt x="4633" y="5528"/>
                            <a:pt x="4611" y="5539"/>
                            <a:pt x="4604" y="5559"/>
                          </a:cubicBezTo>
                          <a:cubicBezTo>
                            <a:pt x="4586" y="5585"/>
                            <a:pt x="4604" y="5621"/>
                            <a:pt x="4631" y="5630"/>
                          </a:cubicBezTo>
                          <a:cubicBezTo>
                            <a:pt x="4638" y="5634"/>
                            <a:pt x="4646" y="5636"/>
                            <a:pt x="4653" y="5636"/>
                          </a:cubicBezTo>
                          <a:cubicBezTo>
                            <a:pt x="4664" y="5636"/>
                            <a:pt x="4674" y="5632"/>
                            <a:pt x="4684" y="5621"/>
                          </a:cubicBezTo>
                          <a:lnTo>
                            <a:pt x="4765" y="5692"/>
                          </a:lnTo>
                          <a:lnTo>
                            <a:pt x="4943" y="5692"/>
                          </a:lnTo>
                          <a:cubicBezTo>
                            <a:pt x="4943" y="5737"/>
                            <a:pt x="4934" y="5773"/>
                            <a:pt x="4934" y="5817"/>
                          </a:cubicBezTo>
                          <a:lnTo>
                            <a:pt x="4649" y="5817"/>
                          </a:lnTo>
                          <a:lnTo>
                            <a:pt x="4568" y="5728"/>
                          </a:lnTo>
                          <a:cubicBezTo>
                            <a:pt x="4568" y="5728"/>
                            <a:pt x="4568" y="5728"/>
                            <a:pt x="4577" y="5719"/>
                          </a:cubicBezTo>
                          <a:cubicBezTo>
                            <a:pt x="4586" y="5692"/>
                            <a:pt x="4577" y="5666"/>
                            <a:pt x="4551" y="5648"/>
                          </a:cubicBezTo>
                          <a:cubicBezTo>
                            <a:pt x="4544" y="5646"/>
                            <a:pt x="4537" y="5644"/>
                            <a:pt x="4529" y="5644"/>
                          </a:cubicBezTo>
                          <a:cubicBezTo>
                            <a:pt x="4508" y="5644"/>
                            <a:pt x="4486" y="5655"/>
                            <a:pt x="4479" y="5675"/>
                          </a:cubicBezTo>
                          <a:cubicBezTo>
                            <a:pt x="4461" y="5701"/>
                            <a:pt x="4479" y="5737"/>
                            <a:pt x="4497" y="5746"/>
                          </a:cubicBezTo>
                          <a:cubicBezTo>
                            <a:pt x="4510" y="5750"/>
                            <a:pt x="4522" y="5753"/>
                            <a:pt x="4532" y="5753"/>
                          </a:cubicBezTo>
                          <a:cubicBezTo>
                            <a:pt x="4542" y="5753"/>
                            <a:pt x="4551" y="5750"/>
                            <a:pt x="4560" y="5746"/>
                          </a:cubicBezTo>
                          <a:lnTo>
                            <a:pt x="4640" y="5835"/>
                          </a:lnTo>
                          <a:lnTo>
                            <a:pt x="4934" y="5835"/>
                          </a:lnTo>
                          <a:cubicBezTo>
                            <a:pt x="4925" y="5862"/>
                            <a:pt x="4925" y="5898"/>
                            <a:pt x="4916" y="5924"/>
                          </a:cubicBezTo>
                          <a:lnTo>
                            <a:pt x="4542" y="5924"/>
                          </a:lnTo>
                          <a:lnTo>
                            <a:pt x="4461" y="5853"/>
                          </a:lnTo>
                          <a:cubicBezTo>
                            <a:pt x="4479" y="5826"/>
                            <a:pt x="4461" y="5791"/>
                            <a:pt x="4435" y="5782"/>
                          </a:cubicBezTo>
                          <a:cubicBezTo>
                            <a:pt x="4427" y="5777"/>
                            <a:pt x="4420" y="5774"/>
                            <a:pt x="4412" y="5774"/>
                          </a:cubicBezTo>
                          <a:cubicBezTo>
                            <a:pt x="4394" y="5774"/>
                            <a:pt x="4376" y="5789"/>
                            <a:pt x="4363" y="5808"/>
                          </a:cubicBezTo>
                          <a:cubicBezTo>
                            <a:pt x="4354" y="5835"/>
                            <a:pt x="4363" y="5862"/>
                            <a:pt x="4390" y="5880"/>
                          </a:cubicBezTo>
                          <a:cubicBezTo>
                            <a:pt x="4395" y="5882"/>
                            <a:pt x="4401" y="5883"/>
                            <a:pt x="4408" y="5883"/>
                          </a:cubicBezTo>
                          <a:cubicBezTo>
                            <a:pt x="4423" y="5883"/>
                            <a:pt x="4440" y="5877"/>
                            <a:pt x="4452" y="5871"/>
                          </a:cubicBezTo>
                          <a:lnTo>
                            <a:pt x="4533" y="5942"/>
                          </a:lnTo>
                          <a:lnTo>
                            <a:pt x="4916" y="5942"/>
                          </a:lnTo>
                          <a:cubicBezTo>
                            <a:pt x="4916" y="5960"/>
                            <a:pt x="4907" y="5978"/>
                            <a:pt x="4907" y="6005"/>
                          </a:cubicBezTo>
                          <a:cubicBezTo>
                            <a:pt x="4899" y="6022"/>
                            <a:pt x="4899" y="6049"/>
                            <a:pt x="4890" y="6067"/>
                          </a:cubicBezTo>
                          <a:lnTo>
                            <a:pt x="4328" y="6067"/>
                          </a:lnTo>
                          <a:lnTo>
                            <a:pt x="4221" y="5969"/>
                          </a:lnTo>
                          <a:cubicBezTo>
                            <a:pt x="4229" y="5960"/>
                            <a:pt x="4229" y="5960"/>
                            <a:pt x="4229" y="5960"/>
                          </a:cubicBezTo>
                          <a:cubicBezTo>
                            <a:pt x="4247" y="5933"/>
                            <a:pt x="4229" y="5898"/>
                            <a:pt x="4203" y="5889"/>
                          </a:cubicBezTo>
                          <a:cubicBezTo>
                            <a:pt x="4193" y="5882"/>
                            <a:pt x="4184" y="5879"/>
                            <a:pt x="4175" y="5879"/>
                          </a:cubicBezTo>
                          <a:cubicBezTo>
                            <a:pt x="4158" y="5879"/>
                            <a:pt x="4143" y="5889"/>
                            <a:pt x="4131" y="5907"/>
                          </a:cubicBezTo>
                          <a:cubicBezTo>
                            <a:pt x="4122" y="5933"/>
                            <a:pt x="4131" y="5969"/>
                            <a:pt x="4158" y="5978"/>
                          </a:cubicBezTo>
                          <a:cubicBezTo>
                            <a:pt x="4167" y="5982"/>
                            <a:pt x="4176" y="5985"/>
                            <a:pt x="4185" y="5985"/>
                          </a:cubicBezTo>
                          <a:cubicBezTo>
                            <a:pt x="4194" y="5985"/>
                            <a:pt x="4203" y="5982"/>
                            <a:pt x="4212" y="5978"/>
                          </a:cubicBezTo>
                          <a:lnTo>
                            <a:pt x="4319" y="6085"/>
                          </a:lnTo>
                          <a:lnTo>
                            <a:pt x="4890" y="6085"/>
                          </a:lnTo>
                          <a:cubicBezTo>
                            <a:pt x="4881" y="6121"/>
                            <a:pt x="4863" y="6156"/>
                            <a:pt x="4854" y="6192"/>
                          </a:cubicBezTo>
                          <a:lnTo>
                            <a:pt x="4122" y="6192"/>
                          </a:lnTo>
                          <a:lnTo>
                            <a:pt x="3882" y="5924"/>
                          </a:lnTo>
                          <a:lnTo>
                            <a:pt x="3882" y="5576"/>
                          </a:lnTo>
                          <a:lnTo>
                            <a:pt x="3864" y="5576"/>
                          </a:lnTo>
                          <a:lnTo>
                            <a:pt x="3864" y="5933"/>
                          </a:lnTo>
                          <a:lnTo>
                            <a:pt x="4113" y="6210"/>
                          </a:lnTo>
                          <a:lnTo>
                            <a:pt x="4854" y="6210"/>
                          </a:lnTo>
                          <a:cubicBezTo>
                            <a:pt x="4827" y="6272"/>
                            <a:pt x="4809" y="6335"/>
                            <a:pt x="4783" y="6406"/>
                          </a:cubicBezTo>
                          <a:lnTo>
                            <a:pt x="4783" y="6397"/>
                          </a:lnTo>
                          <a:lnTo>
                            <a:pt x="4087" y="6397"/>
                          </a:lnTo>
                          <a:lnTo>
                            <a:pt x="3641" y="5960"/>
                          </a:lnTo>
                          <a:lnTo>
                            <a:pt x="3641" y="5576"/>
                          </a:lnTo>
                          <a:lnTo>
                            <a:pt x="3837" y="5576"/>
                          </a:lnTo>
                          <a:cubicBezTo>
                            <a:pt x="3953" y="5576"/>
                            <a:pt x="4042" y="5487"/>
                            <a:pt x="4051" y="5371"/>
                          </a:cubicBezTo>
                          <a:close/>
                          <a:moveTo>
                            <a:pt x="3623" y="5576"/>
                          </a:moveTo>
                          <a:lnTo>
                            <a:pt x="3623" y="5969"/>
                          </a:lnTo>
                          <a:lnTo>
                            <a:pt x="4078" y="6415"/>
                          </a:lnTo>
                          <a:lnTo>
                            <a:pt x="4774" y="6415"/>
                          </a:lnTo>
                          <a:cubicBezTo>
                            <a:pt x="4756" y="6486"/>
                            <a:pt x="4729" y="6558"/>
                            <a:pt x="4702" y="6620"/>
                          </a:cubicBezTo>
                          <a:lnTo>
                            <a:pt x="4060" y="6620"/>
                          </a:lnTo>
                          <a:lnTo>
                            <a:pt x="3400" y="5924"/>
                          </a:lnTo>
                          <a:lnTo>
                            <a:pt x="3400" y="5576"/>
                          </a:lnTo>
                          <a:close/>
                          <a:moveTo>
                            <a:pt x="3382" y="5576"/>
                          </a:moveTo>
                          <a:lnTo>
                            <a:pt x="3382" y="5933"/>
                          </a:lnTo>
                          <a:lnTo>
                            <a:pt x="4051" y="6638"/>
                          </a:lnTo>
                          <a:lnTo>
                            <a:pt x="4693" y="6638"/>
                          </a:lnTo>
                          <a:cubicBezTo>
                            <a:pt x="4667" y="6709"/>
                            <a:pt x="4640" y="6790"/>
                            <a:pt x="4613" y="6861"/>
                          </a:cubicBezTo>
                          <a:lnTo>
                            <a:pt x="4060" y="6861"/>
                          </a:lnTo>
                          <a:lnTo>
                            <a:pt x="3168" y="5951"/>
                          </a:lnTo>
                          <a:lnTo>
                            <a:pt x="3177" y="5576"/>
                          </a:lnTo>
                          <a:close/>
                          <a:moveTo>
                            <a:pt x="4533" y="8262"/>
                          </a:moveTo>
                          <a:cubicBezTo>
                            <a:pt x="4542" y="8297"/>
                            <a:pt x="4542" y="8342"/>
                            <a:pt x="4551" y="8378"/>
                          </a:cubicBezTo>
                          <a:lnTo>
                            <a:pt x="4238" y="8378"/>
                          </a:lnTo>
                          <a:lnTo>
                            <a:pt x="4051" y="8503"/>
                          </a:lnTo>
                          <a:lnTo>
                            <a:pt x="3659" y="8503"/>
                          </a:lnTo>
                          <a:lnTo>
                            <a:pt x="3659" y="8413"/>
                          </a:lnTo>
                          <a:cubicBezTo>
                            <a:pt x="3659" y="8404"/>
                            <a:pt x="3659" y="8404"/>
                            <a:pt x="3659" y="8395"/>
                          </a:cubicBezTo>
                          <a:lnTo>
                            <a:pt x="4060" y="8395"/>
                          </a:lnTo>
                          <a:lnTo>
                            <a:pt x="4247" y="8262"/>
                          </a:lnTo>
                          <a:close/>
                          <a:moveTo>
                            <a:pt x="4551" y="8395"/>
                          </a:moveTo>
                          <a:cubicBezTo>
                            <a:pt x="4560" y="8511"/>
                            <a:pt x="4560" y="8619"/>
                            <a:pt x="4560" y="8717"/>
                          </a:cubicBezTo>
                          <a:lnTo>
                            <a:pt x="4212" y="8717"/>
                          </a:lnTo>
                          <a:lnTo>
                            <a:pt x="4087" y="8592"/>
                          </a:lnTo>
                          <a:lnTo>
                            <a:pt x="3659" y="8592"/>
                          </a:lnTo>
                          <a:lnTo>
                            <a:pt x="3659" y="8520"/>
                          </a:lnTo>
                          <a:lnTo>
                            <a:pt x="4060" y="8520"/>
                          </a:lnTo>
                          <a:lnTo>
                            <a:pt x="4247" y="8395"/>
                          </a:lnTo>
                          <a:close/>
                          <a:moveTo>
                            <a:pt x="4078" y="8610"/>
                          </a:moveTo>
                          <a:lnTo>
                            <a:pt x="4203" y="8734"/>
                          </a:lnTo>
                          <a:lnTo>
                            <a:pt x="4560" y="8734"/>
                          </a:lnTo>
                          <a:cubicBezTo>
                            <a:pt x="4551" y="8761"/>
                            <a:pt x="4551" y="8797"/>
                            <a:pt x="4551" y="8824"/>
                          </a:cubicBezTo>
                          <a:lnTo>
                            <a:pt x="4212" y="8824"/>
                          </a:lnTo>
                          <a:lnTo>
                            <a:pt x="4060" y="8690"/>
                          </a:lnTo>
                          <a:lnTo>
                            <a:pt x="3659" y="8690"/>
                          </a:lnTo>
                          <a:lnTo>
                            <a:pt x="3659" y="8610"/>
                          </a:lnTo>
                          <a:close/>
                          <a:moveTo>
                            <a:pt x="322" y="8333"/>
                          </a:moveTo>
                          <a:lnTo>
                            <a:pt x="679" y="8699"/>
                          </a:lnTo>
                          <a:lnTo>
                            <a:pt x="679" y="9002"/>
                          </a:lnTo>
                          <a:lnTo>
                            <a:pt x="581" y="9002"/>
                          </a:lnTo>
                          <a:lnTo>
                            <a:pt x="581" y="8761"/>
                          </a:lnTo>
                          <a:lnTo>
                            <a:pt x="322" y="8529"/>
                          </a:lnTo>
                          <a:lnTo>
                            <a:pt x="37" y="8529"/>
                          </a:lnTo>
                          <a:lnTo>
                            <a:pt x="37" y="8333"/>
                          </a:lnTo>
                          <a:close/>
                          <a:moveTo>
                            <a:pt x="322" y="8181"/>
                          </a:moveTo>
                          <a:lnTo>
                            <a:pt x="857" y="8699"/>
                          </a:lnTo>
                          <a:lnTo>
                            <a:pt x="857" y="9002"/>
                          </a:lnTo>
                          <a:lnTo>
                            <a:pt x="697" y="9002"/>
                          </a:lnTo>
                          <a:lnTo>
                            <a:pt x="697" y="8699"/>
                          </a:lnTo>
                          <a:lnTo>
                            <a:pt x="331" y="8315"/>
                          </a:lnTo>
                          <a:lnTo>
                            <a:pt x="37" y="8315"/>
                          </a:lnTo>
                          <a:lnTo>
                            <a:pt x="37" y="8181"/>
                          </a:lnTo>
                          <a:close/>
                          <a:moveTo>
                            <a:pt x="706" y="1856"/>
                          </a:moveTo>
                          <a:lnTo>
                            <a:pt x="706" y="1901"/>
                          </a:lnTo>
                          <a:cubicBezTo>
                            <a:pt x="706" y="1972"/>
                            <a:pt x="750" y="2035"/>
                            <a:pt x="822" y="2053"/>
                          </a:cubicBezTo>
                          <a:cubicBezTo>
                            <a:pt x="831" y="2053"/>
                            <a:pt x="848" y="2062"/>
                            <a:pt x="857" y="2062"/>
                          </a:cubicBezTo>
                          <a:lnTo>
                            <a:pt x="964" y="2062"/>
                          </a:lnTo>
                          <a:lnTo>
                            <a:pt x="964" y="2802"/>
                          </a:lnTo>
                          <a:lnTo>
                            <a:pt x="1812" y="3658"/>
                          </a:lnTo>
                          <a:lnTo>
                            <a:pt x="1812" y="4747"/>
                          </a:lnTo>
                          <a:lnTo>
                            <a:pt x="1455" y="5077"/>
                          </a:lnTo>
                          <a:lnTo>
                            <a:pt x="866" y="5077"/>
                          </a:lnTo>
                          <a:lnTo>
                            <a:pt x="866" y="5095"/>
                          </a:lnTo>
                          <a:lnTo>
                            <a:pt x="1464" y="5095"/>
                          </a:lnTo>
                          <a:lnTo>
                            <a:pt x="1830" y="4756"/>
                          </a:lnTo>
                          <a:lnTo>
                            <a:pt x="1830" y="3650"/>
                          </a:lnTo>
                          <a:lnTo>
                            <a:pt x="982" y="2793"/>
                          </a:lnTo>
                          <a:lnTo>
                            <a:pt x="982" y="2062"/>
                          </a:lnTo>
                          <a:lnTo>
                            <a:pt x="1098" y="2062"/>
                          </a:lnTo>
                          <a:lnTo>
                            <a:pt x="1098" y="2811"/>
                          </a:lnTo>
                          <a:lnTo>
                            <a:pt x="1098" y="2820"/>
                          </a:lnTo>
                          <a:lnTo>
                            <a:pt x="1946" y="3658"/>
                          </a:lnTo>
                          <a:lnTo>
                            <a:pt x="1946" y="4916"/>
                          </a:lnTo>
                          <a:lnTo>
                            <a:pt x="1589" y="5282"/>
                          </a:lnTo>
                          <a:lnTo>
                            <a:pt x="866" y="5282"/>
                          </a:lnTo>
                          <a:lnTo>
                            <a:pt x="866" y="5300"/>
                          </a:lnTo>
                          <a:lnTo>
                            <a:pt x="1607" y="5300"/>
                          </a:lnTo>
                          <a:lnTo>
                            <a:pt x="1964" y="4925"/>
                          </a:lnTo>
                          <a:lnTo>
                            <a:pt x="1964" y="3650"/>
                          </a:lnTo>
                          <a:lnTo>
                            <a:pt x="1964" y="3641"/>
                          </a:lnTo>
                          <a:lnTo>
                            <a:pt x="1116" y="2802"/>
                          </a:lnTo>
                          <a:lnTo>
                            <a:pt x="1116" y="2062"/>
                          </a:lnTo>
                          <a:lnTo>
                            <a:pt x="1232" y="2062"/>
                          </a:lnTo>
                          <a:lnTo>
                            <a:pt x="1232" y="2811"/>
                          </a:lnTo>
                          <a:lnTo>
                            <a:pt x="2276" y="3864"/>
                          </a:lnTo>
                          <a:lnTo>
                            <a:pt x="3007" y="3864"/>
                          </a:lnTo>
                          <a:lnTo>
                            <a:pt x="3132" y="3980"/>
                          </a:lnTo>
                          <a:lnTo>
                            <a:pt x="3132" y="4470"/>
                          </a:lnTo>
                          <a:lnTo>
                            <a:pt x="3150" y="4470"/>
                          </a:lnTo>
                          <a:lnTo>
                            <a:pt x="3150" y="3971"/>
                          </a:lnTo>
                          <a:lnTo>
                            <a:pt x="3016" y="3846"/>
                          </a:lnTo>
                          <a:lnTo>
                            <a:pt x="2285" y="3846"/>
                          </a:lnTo>
                          <a:lnTo>
                            <a:pt x="1250" y="2802"/>
                          </a:lnTo>
                          <a:lnTo>
                            <a:pt x="1250" y="2062"/>
                          </a:lnTo>
                          <a:lnTo>
                            <a:pt x="1348" y="2062"/>
                          </a:lnTo>
                          <a:cubicBezTo>
                            <a:pt x="1357" y="2062"/>
                            <a:pt x="1375" y="2053"/>
                            <a:pt x="1384" y="2053"/>
                          </a:cubicBezTo>
                          <a:lnTo>
                            <a:pt x="1384" y="2811"/>
                          </a:lnTo>
                          <a:lnTo>
                            <a:pt x="2195" y="3658"/>
                          </a:lnTo>
                          <a:lnTo>
                            <a:pt x="3052" y="3658"/>
                          </a:lnTo>
                          <a:lnTo>
                            <a:pt x="3364" y="3953"/>
                          </a:lnTo>
                          <a:lnTo>
                            <a:pt x="3364" y="4470"/>
                          </a:lnTo>
                          <a:lnTo>
                            <a:pt x="3168" y="4470"/>
                          </a:lnTo>
                          <a:cubicBezTo>
                            <a:pt x="3043" y="4470"/>
                            <a:pt x="2945" y="4568"/>
                            <a:pt x="2945" y="4693"/>
                          </a:cubicBezTo>
                          <a:lnTo>
                            <a:pt x="2945" y="4684"/>
                          </a:lnTo>
                          <a:lnTo>
                            <a:pt x="2401" y="4684"/>
                          </a:lnTo>
                          <a:lnTo>
                            <a:pt x="1571" y="5523"/>
                          </a:lnTo>
                          <a:lnTo>
                            <a:pt x="866" y="5523"/>
                          </a:lnTo>
                          <a:lnTo>
                            <a:pt x="866" y="5541"/>
                          </a:lnTo>
                          <a:lnTo>
                            <a:pt x="1580" y="5541"/>
                          </a:lnTo>
                          <a:lnTo>
                            <a:pt x="1580" y="5532"/>
                          </a:lnTo>
                          <a:lnTo>
                            <a:pt x="2410" y="4702"/>
                          </a:lnTo>
                          <a:lnTo>
                            <a:pt x="2945" y="4702"/>
                          </a:lnTo>
                          <a:lnTo>
                            <a:pt x="2945" y="4979"/>
                          </a:lnTo>
                          <a:lnTo>
                            <a:pt x="2401" y="4979"/>
                          </a:lnTo>
                          <a:lnTo>
                            <a:pt x="2392" y="4988"/>
                          </a:lnTo>
                          <a:lnTo>
                            <a:pt x="1625" y="5755"/>
                          </a:lnTo>
                          <a:lnTo>
                            <a:pt x="866" y="5755"/>
                          </a:lnTo>
                          <a:lnTo>
                            <a:pt x="866" y="5773"/>
                          </a:lnTo>
                          <a:lnTo>
                            <a:pt x="1633" y="5773"/>
                          </a:lnTo>
                          <a:lnTo>
                            <a:pt x="2401" y="4997"/>
                          </a:lnTo>
                          <a:lnTo>
                            <a:pt x="2945" y="4997"/>
                          </a:lnTo>
                          <a:lnTo>
                            <a:pt x="2945" y="5220"/>
                          </a:lnTo>
                          <a:lnTo>
                            <a:pt x="2499" y="5220"/>
                          </a:lnTo>
                          <a:lnTo>
                            <a:pt x="2249" y="5452"/>
                          </a:lnTo>
                          <a:cubicBezTo>
                            <a:pt x="2240" y="5443"/>
                            <a:pt x="2231" y="5434"/>
                            <a:pt x="2222" y="5434"/>
                          </a:cubicBezTo>
                          <a:cubicBezTo>
                            <a:pt x="2187" y="5434"/>
                            <a:pt x="2169" y="5460"/>
                            <a:pt x="2169" y="5487"/>
                          </a:cubicBezTo>
                          <a:cubicBezTo>
                            <a:pt x="2169" y="5523"/>
                            <a:pt x="2187" y="5541"/>
                            <a:pt x="2222" y="5541"/>
                          </a:cubicBezTo>
                          <a:cubicBezTo>
                            <a:pt x="2249" y="5541"/>
                            <a:pt x="2276" y="5523"/>
                            <a:pt x="2276" y="5487"/>
                          </a:cubicBezTo>
                          <a:cubicBezTo>
                            <a:pt x="2276" y="5478"/>
                            <a:pt x="2267" y="5469"/>
                            <a:pt x="2267" y="5460"/>
                          </a:cubicBezTo>
                          <a:lnTo>
                            <a:pt x="2508" y="5237"/>
                          </a:lnTo>
                          <a:lnTo>
                            <a:pt x="2945" y="5237"/>
                          </a:lnTo>
                          <a:lnTo>
                            <a:pt x="2945" y="5362"/>
                          </a:lnTo>
                          <a:cubicBezTo>
                            <a:pt x="2945" y="5389"/>
                            <a:pt x="2954" y="5416"/>
                            <a:pt x="2963" y="5443"/>
                          </a:cubicBezTo>
                          <a:lnTo>
                            <a:pt x="2517" y="5443"/>
                          </a:lnTo>
                          <a:lnTo>
                            <a:pt x="2160" y="5782"/>
                          </a:lnTo>
                          <a:cubicBezTo>
                            <a:pt x="2151" y="5773"/>
                            <a:pt x="2142" y="5773"/>
                            <a:pt x="2133" y="5773"/>
                          </a:cubicBezTo>
                          <a:cubicBezTo>
                            <a:pt x="2097" y="5773"/>
                            <a:pt x="2079" y="5791"/>
                            <a:pt x="2079" y="5826"/>
                          </a:cubicBezTo>
                          <a:cubicBezTo>
                            <a:pt x="2079" y="5853"/>
                            <a:pt x="2097" y="5880"/>
                            <a:pt x="2133" y="5880"/>
                          </a:cubicBezTo>
                          <a:cubicBezTo>
                            <a:pt x="2160" y="5880"/>
                            <a:pt x="2187" y="5853"/>
                            <a:pt x="2187" y="5826"/>
                          </a:cubicBezTo>
                          <a:cubicBezTo>
                            <a:pt x="2187" y="5808"/>
                            <a:pt x="2178" y="5799"/>
                            <a:pt x="2169" y="5791"/>
                          </a:cubicBezTo>
                          <a:lnTo>
                            <a:pt x="2526" y="5460"/>
                          </a:lnTo>
                          <a:lnTo>
                            <a:pt x="2972" y="5460"/>
                          </a:lnTo>
                          <a:lnTo>
                            <a:pt x="2972" y="5452"/>
                          </a:lnTo>
                          <a:cubicBezTo>
                            <a:pt x="2998" y="5523"/>
                            <a:pt x="3079" y="5576"/>
                            <a:pt x="3168" y="5576"/>
                          </a:cubicBezTo>
                          <a:lnTo>
                            <a:pt x="3159" y="5576"/>
                          </a:lnTo>
                          <a:lnTo>
                            <a:pt x="3150" y="5951"/>
                          </a:lnTo>
                          <a:lnTo>
                            <a:pt x="3159" y="5960"/>
                          </a:lnTo>
                          <a:lnTo>
                            <a:pt x="4051" y="6879"/>
                          </a:lnTo>
                          <a:lnTo>
                            <a:pt x="4604" y="6879"/>
                          </a:lnTo>
                          <a:cubicBezTo>
                            <a:pt x="4586" y="6941"/>
                            <a:pt x="4560" y="6995"/>
                            <a:pt x="4542" y="7048"/>
                          </a:cubicBezTo>
                          <a:lnTo>
                            <a:pt x="3962" y="7048"/>
                          </a:lnTo>
                          <a:lnTo>
                            <a:pt x="3212" y="6281"/>
                          </a:lnTo>
                          <a:cubicBezTo>
                            <a:pt x="3221" y="6254"/>
                            <a:pt x="3212" y="6219"/>
                            <a:pt x="3186" y="6210"/>
                          </a:cubicBezTo>
                          <a:cubicBezTo>
                            <a:pt x="3176" y="6204"/>
                            <a:pt x="3166" y="6201"/>
                            <a:pt x="3155" y="6201"/>
                          </a:cubicBezTo>
                          <a:cubicBezTo>
                            <a:pt x="3137" y="6201"/>
                            <a:pt x="3120" y="6210"/>
                            <a:pt x="3114" y="6228"/>
                          </a:cubicBezTo>
                          <a:cubicBezTo>
                            <a:pt x="3096" y="6254"/>
                            <a:pt x="3114" y="6290"/>
                            <a:pt x="3141" y="6299"/>
                          </a:cubicBezTo>
                          <a:cubicBezTo>
                            <a:pt x="3148" y="6303"/>
                            <a:pt x="3156" y="6305"/>
                            <a:pt x="3163" y="6305"/>
                          </a:cubicBezTo>
                          <a:cubicBezTo>
                            <a:pt x="3174" y="6305"/>
                            <a:pt x="3184" y="6301"/>
                            <a:pt x="3195" y="6290"/>
                          </a:cubicBezTo>
                          <a:lnTo>
                            <a:pt x="3953" y="7075"/>
                          </a:lnTo>
                          <a:lnTo>
                            <a:pt x="4542" y="7075"/>
                          </a:lnTo>
                          <a:cubicBezTo>
                            <a:pt x="4524" y="7129"/>
                            <a:pt x="4506" y="7191"/>
                            <a:pt x="4497" y="7236"/>
                          </a:cubicBezTo>
                          <a:lnTo>
                            <a:pt x="3810" y="7236"/>
                          </a:lnTo>
                          <a:lnTo>
                            <a:pt x="2838" y="6281"/>
                          </a:lnTo>
                          <a:cubicBezTo>
                            <a:pt x="2847" y="6272"/>
                            <a:pt x="2847" y="6263"/>
                            <a:pt x="2847" y="6254"/>
                          </a:cubicBezTo>
                          <a:cubicBezTo>
                            <a:pt x="2847" y="6228"/>
                            <a:pt x="2820" y="6201"/>
                            <a:pt x="2793" y="6201"/>
                          </a:cubicBezTo>
                          <a:cubicBezTo>
                            <a:pt x="2766" y="6201"/>
                            <a:pt x="2740" y="6228"/>
                            <a:pt x="2740" y="6254"/>
                          </a:cubicBezTo>
                          <a:cubicBezTo>
                            <a:pt x="2740" y="6281"/>
                            <a:pt x="2766" y="6308"/>
                            <a:pt x="2793" y="6308"/>
                          </a:cubicBezTo>
                          <a:cubicBezTo>
                            <a:pt x="2811" y="6308"/>
                            <a:pt x="2820" y="6299"/>
                            <a:pt x="2829" y="6290"/>
                          </a:cubicBezTo>
                          <a:lnTo>
                            <a:pt x="3801" y="7254"/>
                          </a:lnTo>
                          <a:lnTo>
                            <a:pt x="4488" y="7254"/>
                          </a:lnTo>
                          <a:cubicBezTo>
                            <a:pt x="4488" y="7271"/>
                            <a:pt x="4488" y="7280"/>
                            <a:pt x="4479" y="7289"/>
                          </a:cubicBezTo>
                          <a:cubicBezTo>
                            <a:pt x="4470" y="7334"/>
                            <a:pt x="4470" y="7396"/>
                            <a:pt x="4470" y="7450"/>
                          </a:cubicBezTo>
                          <a:lnTo>
                            <a:pt x="3685" y="7450"/>
                          </a:lnTo>
                          <a:lnTo>
                            <a:pt x="2508" y="6281"/>
                          </a:lnTo>
                          <a:cubicBezTo>
                            <a:pt x="2508" y="6272"/>
                            <a:pt x="2517" y="6263"/>
                            <a:pt x="2517" y="6254"/>
                          </a:cubicBezTo>
                          <a:cubicBezTo>
                            <a:pt x="2517" y="6228"/>
                            <a:pt x="2490" y="6201"/>
                            <a:pt x="2463" y="6201"/>
                          </a:cubicBezTo>
                          <a:cubicBezTo>
                            <a:pt x="2427" y="6201"/>
                            <a:pt x="2410" y="6228"/>
                            <a:pt x="2410" y="6254"/>
                          </a:cubicBezTo>
                          <a:cubicBezTo>
                            <a:pt x="2410" y="6281"/>
                            <a:pt x="2427" y="6308"/>
                            <a:pt x="2463" y="6308"/>
                          </a:cubicBezTo>
                          <a:cubicBezTo>
                            <a:pt x="2472" y="6308"/>
                            <a:pt x="2490" y="6299"/>
                            <a:pt x="2499" y="6290"/>
                          </a:cubicBezTo>
                          <a:lnTo>
                            <a:pt x="3676" y="7468"/>
                          </a:lnTo>
                          <a:lnTo>
                            <a:pt x="4470" y="7468"/>
                          </a:lnTo>
                          <a:cubicBezTo>
                            <a:pt x="4470" y="7503"/>
                            <a:pt x="4470" y="7539"/>
                            <a:pt x="4470" y="7575"/>
                          </a:cubicBezTo>
                          <a:lnTo>
                            <a:pt x="3899" y="7575"/>
                          </a:lnTo>
                          <a:cubicBezTo>
                            <a:pt x="3899" y="7566"/>
                            <a:pt x="3890" y="7548"/>
                            <a:pt x="3873" y="7539"/>
                          </a:cubicBezTo>
                          <a:cubicBezTo>
                            <a:pt x="3865" y="7534"/>
                            <a:pt x="3857" y="7532"/>
                            <a:pt x="3849" y="7532"/>
                          </a:cubicBezTo>
                          <a:cubicBezTo>
                            <a:pt x="3828" y="7532"/>
                            <a:pt x="3808" y="7547"/>
                            <a:pt x="3801" y="7566"/>
                          </a:cubicBezTo>
                          <a:cubicBezTo>
                            <a:pt x="3783" y="7593"/>
                            <a:pt x="3801" y="7619"/>
                            <a:pt x="3828" y="7637"/>
                          </a:cubicBezTo>
                          <a:cubicBezTo>
                            <a:pt x="3835" y="7639"/>
                            <a:pt x="3841" y="7641"/>
                            <a:pt x="3848" y="7641"/>
                          </a:cubicBezTo>
                          <a:cubicBezTo>
                            <a:pt x="3868" y="7641"/>
                            <a:pt x="3886" y="7631"/>
                            <a:pt x="3899" y="7610"/>
                          </a:cubicBezTo>
                          <a:cubicBezTo>
                            <a:pt x="3899" y="7602"/>
                            <a:pt x="3899" y="7602"/>
                            <a:pt x="3899" y="7593"/>
                          </a:cubicBezTo>
                          <a:lnTo>
                            <a:pt x="4470" y="7593"/>
                          </a:lnTo>
                          <a:cubicBezTo>
                            <a:pt x="4470" y="7646"/>
                            <a:pt x="4479" y="7700"/>
                            <a:pt x="4479" y="7753"/>
                          </a:cubicBezTo>
                          <a:lnTo>
                            <a:pt x="4042" y="7753"/>
                          </a:lnTo>
                          <a:cubicBezTo>
                            <a:pt x="4042" y="7735"/>
                            <a:pt x="4033" y="7717"/>
                            <a:pt x="4015" y="7709"/>
                          </a:cubicBezTo>
                          <a:cubicBezTo>
                            <a:pt x="4009" y="7706"/>
                            <a:pt x="4002" y="7705"/>
                            <a:pt x="3995" y="7705"/>
                          </a:cubicBezTo>
                          <a:cubicBezTo>
                            <a:pt x="3976" y="7705"/>
                            <a:pt x="3957" y="7715"/>
                            <a:pt x="3944" y="7735"/>
                          </a:cubicBezTo>
                          <a:cubicBezTo>
                            <a:pt x="3935" y="7762"/>
                            <a:pt x="3944" y="7789"/>
                            <a:pt x="3971" y="7807"/>
                          </a:cubicBezTo>
                          <a:cubicBezTo>
                            <a:pt x="3977" y="7809"/>
                            <a:pt x="3984" y="7810"/>
                            <a:pt x="3991" y="7810"/>
                          </a:cubicBezTo>
                          <a:cubicBezTo>
                            <a:pt x="4010" y="7810"/>
                            <a:pt x="4029" y="7800"/>
                            <a:pt x="4042" y="7780"/>
                          </a:cubicBezTo>
                          <a:cubicBezTo>
                            <a:pt x="4042" y="7780"/>
                            <a:pt x="4042" y="7771"/>
                            <a:pt x="4042" y="7771"/>
                          </a:cubicBezTo>
                          <a:lnTo>
                            <a:pt x="4488" y="7771"/>
                          </a:lnTo>
                          <a:cubicBezTo>
                            <a:pt x="4488" y="7816"/>
                            <a:pt x="4497" y="7869"/>
                            <a:pt x="4497" y="7923"/>
                          </a:cubicBezTo>
                          <a:lnTo>
                            <a:pt x="4176" y="7923"/>
                          </a:lnTo>
                          <a:cubicBezTo>
                            <a:pt x="4176" y="7914"/>
                            <a:pt x="4167" y="7896"/>
                            <a:pt x="4149" y="7887"/>
                          </a:cubicBezTo>
                          <a:cubicBezTo>
                            <a:pt x="4142" y="7885"/>
                            <a:pt x="4135" y="7884"/>
                            <a:pt x="4128" y="7884"/>
                          </a:cubicBezTo>
                          <a:cubicBezTo>
                            <a:pt x="4106" y="7884"/>
                            <a:pt x="4084" y="7894"/>
                            <a:pt x="4078" y="7914"/>
                          </a:cubicBezTo>
                          <a:cubicBezTo>
                            <a:pt x="4060" y="7941"/>
                            <a:pt x="4078" y="7967"/>
                            <a:pt x="4105" y="7985"/>
                          </a:cubicBezTo>
                          <a:cubicBezTo>
                            <a:pt x="4109" y="7987"/>
                            <a:pt x="4115" y="7988"/>
                            <a:pt x="4121" y="7988"/>
                          </a:cubicBezTo>
                          <a:cubicBezTo>
                            <a:pt x="4139" y="7988"/>
                            <a:pt x="4163" y="7978"/>
                            <a:pt x="4176" y="7958"/>
                          </a:cubicBezTo>
                          <a:cubicBezTo>
                            <a:pt x="4176" y="7958"/>
                            <a:pt x="4176" y="7949"/>
                            <a:pt x="4176" y="7941"/>
                          </a:cubicBezTo>
                          <a:lnTo>
                            <a:pt x="4506" y="7941"/>
                          </a:lnTo>
                          <a:cubicBezTo>
                            <a:pt x="4506" y="7976"/>
                            <a:pt x="4506" y="8003"/>
                            <a:pt x="4515" y="8039"/>
                          </a:cubicBezTo>
                          <a:cubicBezTo>
                            <a:pt x="4515" y="8056"/>
                            <a:pt x="4515" y="8083"/>
                            <a:pt x="4515" y="8101"/>
                          </a:cubicBezTo>
                          <a:lnTo>
                            <a:pt x="4328" y="8101"/>
                          </a:lnTo>
                          <a:cubicBezTo>
                            <a:pt x="4328" y="8083"/>
                            <a:pt x="4310" y="8074"/>
                            <a:pt x="4301" y="8065"/>
                          </a:cubicBezTo>
                          <a:cubicBezTo>
                            <a:pt x="4291" y="8059"/>
                            <a:pt x="4281" y="8056"/>
                            <a:pt x="4271" y="8056"/>
                          </a:cubicBezTo>
                          <a:cubicBezTo>
                            <a:pt x="4252" y="8056"/>
                            <a:pt x="4235" y="8066"/>
                            <a:pt x="4229" y="8083"/>
                          </a:cubicBezTo>
                          <a:cubicBezTo>
                            <a:pt x="4212" y="8110"/>
                            <a:pt x="4221" y="8146"/>
                            <a:pt x="4247" y="8155"/>
                          </a:cubicBezTo>
                          <a:cubicBezTo>
                            <a:pt x="4257" y="8161"/>
                            <a:pt x="4267" y="8164"/>
                            <a:pt x="4278" y="8164"/>
                          </a:cubicBezTo>
                          <a:cubicBezTo>
                            <a:pt x="4296" y="8164"/>
                            <a:pt x="4313" y="8154"/>
                            <a:pt x="4319" y="8137"/>
                          </a:cubicBezTo>
                          <a:cubicBezTo>
                            <a:pt x="4328" y="8128"/>
                            <a:pt x="4328" y="8128"/>
                            <a:pt x="4328" y="8119"/>
                          </a:cubicBezTo>
                          <a:lnTo>
                            <a:pt x="4524" y="8119"/>
                          </a:lnTo>
                          <a:cubicBezTo>
                            <a:pt x="4524" y="8164"/>
                            <a:pt x="4533" y="8199"/>
                            <a:pt x="4533" y="8244"/>
                          </a:cubicBezTo>
                          <a:lnTo>
                            <a:pt x="4247" y="8244"/>
                          </a:lnTo>
                          <a:lnTo>
                            <a:pt x="4051" y="8378"/>
                          </a:lnTo>
                          <a:lnTo>
                            <a:pt x="3659" y="8378"/>
                          </a:lnTo>
                          <a:lnTo>
                            <a:pt x="3659" y="8387"/>
                          </a:lnTo>
                          <a:cubicBezTo>
                            <a:pt x="3650" y="8342"/>
                            <a:pt x="3605" y="8315"/>
                            <a:pt x="3560" y="8315"/>
                          </a:cubicBezTo>
                          <a:lnTo>
                            <a:pt x="3534" y="8315"/>
                          </a:lnTo>
                          <a:lnTo>
                            <a:pt x="3534" y="7753"/>
                          </a:lnTo>
                          <a:lnTo>
                            <a:pt x="1803" y="6014"/>
                          </a:lnTo>
                          <a:lnTo>
                            <a:pt x="866" y="6014"/>
                          </a:lnTo>
                          <a:lnTo>
                            <a:pt x="866" y="6031"/>
                          </a:lnTo>
                          <a:lnTo>
                            <a:pt x="1794" y="6031"/>
                          </a:lnTo>
                          <a:lnTo>
                            <a:pt x="3516" y="7762"/>
                          </a:lnTo>
                          <a:lnTo>
                            <a:pt x="3516" y="8315"/>
                          </a:lnTo>
                          <a:lnTo>
                            <a:pt x="3257" y="8315"/>
                          </a:lnTo>
                          <a:cubicBezTo>
                            <a:pt x="3212" y="8315"/>
                            <a:pt x="3177" y="8342"/>
                            <a:pt x="3168" y="8387"/>
                          </a:cubicBezTo>
                          <a:lnTo>
                            <a:pt x="3168" y="8378"/>
                          </a:lnTo>
                          <a:lnTo>
                            <a:pt x="2517" y="8378"/>
                          </a:lnTo>
                          <a:lnTo>
                            <a:pt x="2276" y="8627"/>
                          </a:lnTo>
                          <a:lnTo>
                            <a:pt x="2276" y="9145"/>
                          </a:lnTo>
                          <a:lnTo>
                            <a:pt x="1910" y="9493"/>
                          </a:lnTo>
                          <a:lnTo>
                            <a:pt x="1268" y="9493"/>
                          </a:lnTo>
                          <a:lnTo>
                            <a:pt x="1268" y="9404"/>
                          </a:lnTo>
                          <a:lnTo>
                            <a:pt x="1794" y="9404"/>
                          </a:lnTo>
                          <a:lnTo>
                            <a:pt x="2133" y="9038"/>
                          </a:lnTo>
                          <a:lnTo>
                            <a:pt x="2133" y="7396"/>
                          </a:lnTo>
                          <a:lnTo>
                            <a:pt x="1241" y="6513"/>
                          </a:lnTo>
                          <a:lnTo>
                            <a:pt x="866" y="6513"/>
                          </a:lnTo>
                          <a:lnTo>
                            <a:pt x="866" y="6531"/>
                          </a:lnTo>
                          <a:lnTo>
                            <a:pt x="1232" y="6531"/>
                          </a:lnTo>
                          <a:lnTo>
                            <a:pt x="2115" y="7405"/>
                          </a:lnTo>
                          <a:lnTo>
                            <a:pt x="2115" y="9029"/>
                          </a:lnTo>
                          <a:lnTo>
                            <a:pt x="1785" y="9386"/>
                          </a:lnTo>
                          <a:lnTo>
                            <a:pt x="1268" y="9386"/>
                          </a:lnTo>
                          <a:lnTo>
                            <a:pt x="1268" y="9198"/>
                          </a:lnTo>
                          <a:lnTo>
                            <a:pt x="1669" y="9198"/>
                          </a:lnTo>
                          <a:lnTo>
                            <a:pt x="1892" y="8975"/>
                          </a:lnTo>
                          <a:lnTo>
                            <a:pt x="1892" y="7396"/>
                          </a:lnTo>
                          <a:lnTo>
                            <a:pt x="1883" y="7396"/>
                          </a:lnTo>
                          <a:lnTo>
                            <a:pt x="1241" y="6763"/>
                          </a:lnTo>
                          <a:lnTo>
                            <a:pt x="839" y="6763"/>
                          </a:lnTo>
                          <a:lnTo>
                            <a:pt x="839" y="6781"/>
                          </a:lnTo>
                          <a:lnTo>
                            <a:pt x="1232" y="6781"/>
                          </a:lnTo>
                          <a:lnTo>
                            <a:pt x="1874" y="7405"/>
                          </a:lnTo>
                          <a:lnTo>
                            <a:pt x="1874" y="8975"/>
                          </a:lnTo>
                          <a:lnTo>
                            <a:pt x="1660" y="9181"/>
                          </a:lnTo>
                          <a:lnTo>
                            <a:pt x="1268" y="9181"/>
                          </a:lnTo>
                          <a:lnTo>
                            <a:pt x="1268" y="9154"/>
                          </a:lnTo>
                          <a:cubicBezTo>
                            <a:pt x="1268" y="9082"/>
                            <a:pt x="1223" y="9029"/>
                            <a:pt x="1170" y="9011"/>
                          </a:cubicBezTo>
                          <a:lnTo>
                            <a:pt x="1170" y="8128"/>
                          </a:lnTo>
                          <a:lnTo>
                            <a:pt x="1170" y="8119"/>
                          </a:lnTo>
                          <a:lnTo>
                            <a:pt x="420" y="7396"/>
                          </a:lnTo>
                          <a:lnTo>
                            <a:pt x="420" y="7173"/>
                          </a:lnTo>
                          <a:cubicBezTo>
                            <a:pt x="438" y="7173"/>
                            <a:pt x="456" y="7164"/>
                            <a:pt x="465" y="7147"/>
                          </a:cubicBezTo>
                          <a:cubicBezTo>
                            <a:pt x="474" y="7120"/>
                            <a:pt x="465" y="7084"/>
                            <a:pt x="438" y="7075"/>
                          </a:cubicBezTo>
                          <a:cubicBezTo>
                            <a:pt x="429" y="7069"/>
                            <a:pt x="419" y="7066"/>
                            <a:pt x="410" y="7066"/>
                          </a:cubicBezTo>
                          <a:cubicBezTo>
                            <a:pt x="393" y="7066"/>
                            <a:pt x="378" y="7076"/>
                            <a:pt x="367" y="7093"/>
                          </a:cubicBezTo>
                          <a:cubicBezTo>
                            <a:pt x="358" y="7120"/>
                            <a:pt x="367" y="7155"/>
                            <a:pt x="393" y="7164"/>
                          </a:cubicBezTo>
                          <a:cubicBezTo>
                            <a:pt x="393" y="7173"/>
                            <a:pt x="402" y="7173"/>
                            <a:pt x="402" y="7173"/>
                          </a:cubicBezTo>
                          <a:lnTo>
                            <a:pt x="402" y="7396"/>
                          </a:lnTo>
                          <a:lnTo>
                            <a:pt x="411" y="7405"/>
                          </a:lnTo>
                          <a:lnTo>
                            <a:pt x="1152" y="8137"/>
                          </a:lnTo>
                          <a:lnTo>
                            <a:pt x="1152" y="9002"/>
                          </a:lnTo>
                          <a:lnTo>
                            <a:pt x="1027" y="9002"/>
                          </a:lnTo>
                          <a:lnTo>
                            <a:pt x="1027" y="8190"/>
                          </a:lnTo>
                          <a:lnTo>
                            <a:pt x="251" y="7432"/>
                          </a:lnTo>
                          <a:lnTo>
                            <a:pt x="251" y="7120"/>
                          </a:lnTo>
                          <a:cubicBezTo>
                            <a:pt x="260" y="7120"/>
                            <a:pt x="277" y="7111"/>
                            <a:pt x="286" y="7093"/>
                          </a:cubicBezTo>
                          <a:cubicBezTo>
                            <a:pt x="304" y="7066"/>
                            <a:pt x="286" y="7039"/>
                            <a:pt x="260" y="7022"/>
                          </a:cubicBezTo>
                          <a:cubicBezTo>
                            <a:pt x="253" y="7019"/>
                            <a:pt x="246" y="7018"/>
                            <a:pt x="240" y="7018"/>
                          </a:cubicBezTo>
                          <a:cubicBezTo>
                            <a:pt x="220" y="7018"/>
                            <a:pt x="202" y="7028"/>
                            <a:pt x="188" y="7048"/>
                          </a:cubicBezTo>
                          <a:cubicBezTo>
                            <a:pt x="179" y="7075"/>
                            <a:pt x="188" y="7102"/>
                            <a:pt x="215" y="7120"/>
                          </a:cubicBezTo>
                          <a:lnTo>
                            <a:pt x="233" y="7120"/>
                          </a:lnTo>
                          <a:lnTo>
                            <a:pt x="233" y="7441"/>
                          </a:lnTo>
                          <a:lnTo>
                            <a:pt x="1009" y="8199"/>
                          </a:lnTo>
                          <a:lnTo>
                            <a:pt x="1009" y="9002"/>
                          </a:lnTo>
                          <a:lnTo>
                            <a:pt x="875" y="9002"/>
                          </a:lnTo>
                          <a:lnTo>
                            <a:pt x="875" y="8699"/>
                          </a:lnTo>
                          <a:lnTo>
                            <a:pt x="875" y="8690"/>
                          </a:lnTo>
                          <a:lnTo>
                            <a:pt x="331" y="8164"/>
                          </a:lnTo>
                          <a:lnTo>
                            <a:pt x="37" y="8164"/>
                          </a:lnTo>
                          <a:lnTo>
                            <a:pt x="37" y="4372"/>
                          </a:lnTo>
                          <a:lnTo>
                            <a:pt x="804" y="4372"/>
                          </a:lnTo>
                          <a:lnTo>
                            <a:pt x="1205" y="3953"/>
                          </a:lnTo>
                          <a:cubicBezTo>
                            <a:pt x="1214" y="3962"/>
                            <a:pt x="1223" y="3971"/>
                            <a:pt x="1241" y="3971"/>
                          </a:cubicBezTo>
                          <a:cubicBezTo>
                            <a:pt x="1268" y="3971"/>
                            <a:pt x="1294" y="3944"/>
                            <a:pt x="1294" y="3917"/>
                          </a:cubicBezTo>
                          <a:cubicBezTo>
                            <a:pt x="1294" y="3881"/>
                            <a:pt x="1268" y="3864"/>
                            <a:pt x="1241" y="3864"/>
                          </a:cubicBezTo>
                          <a:cubicBezTo>
                            <a:pt x="1205" y="3864"/>
                            <a:pt x="1187" y="3881"/>
                            <a:pt x="1187" y="3917"/>
                          </a:cubicBezTo>
                          <a:cubicBezTo>
                            <a:pt x="1187" y="3926"/>
                            <a:pt x="1187" y="3935"/>
                            <a:pt x="1196" y="3944"/>
                          </a:cubicBezTo>
                          <a:lnTo>
                            <a:pt x="795" y="4354"/>
                          </a:lnTo>
                          <a:lnTo>
                            <a:pt x="37" y="4354"/>
                          </a:lnTo>
                          <a:lnTo>
                            <a:pt x="37" y="4256"/>
                          </a:lnTo>
                          <a:lnTo>
                            <a:pt x="715" y="4256"/>
                          </a:lnTo>
                          <a:lnTo>
                            <a:pt x="1000" y="3962"/>
                          </a:lnTo>
                          <a:cubicBezTo>
                            <a:pt x="1009" y="3962"/>
                            <a:pt x="1018" y="3971"/>
                            <a:pt x="1027" y="3971"/>
                          </a:cubicBezTo>
                          <a:cubicBezTo>
                            <a:pt x="1054" y="3971"/>
                            <a:pt x="1080" y="3944"/>
                            <a:pt x="1080" y="3917"/>
                          </a:cubicBezTo>
                          <a:cubicBezTo>
                            <a:pt x="1080" y="3881"/>
                            <a:pt x="1054" y="3864"/>
                            <a:pt x="1027" y="3864"/>
                          </a:cubicBezTo>
                          <a:cubicBezTo>
                            <a:pt x="991" y="3864"/>
                            <a:pt x="973" y="3881"/>
                            <a:pt x="973" y="3917"/>
                          </a:cubicBezTo>
                          <a:cubicBezTo>
                            <a:pt x="973" y="3926"/>
                            <a:pt x="973" y="3944"/>
                            <a:pt x="982" y="3953"/>
                          </a:cubicBezTo>
                          <a:lnTo>
                            <a:pt x="706" y="4238"/>
                          </a:lnTo>
                          <a:lnTo>
                            <a:pt x="37" y="4238"/>
                          </a:lnTo>
                          <a:lnTo>
                            <a:pt x="37" y="4122"/>
                          </a:lnTo>
                          <a:lnTo>
                            <a:pt x="616" y="4122"/>
                          </a:lnTo>
                          <a:lnTo>
                            <a:pt x="768" y="3962"/>
                          </a:lnTo>
                          <a:cubicBezTo>
                            <a:pt x="777" y="3962"/>
                            <a:pt x="786" y="3971"/>
                            <a:pt x="804" y="3971"/>
                          </a:cubicBezTo>
                          <a:cubicBezTo>
                            <a:pt x="831" y="3971"/>
                            <a:pt x="857" y="3944"/>
                            <a:pt x="857" y="3917"/>
                          </a:cubicBezTo>
                          <a:cubicBezTo>
                            <a:pt x="857" y="3881"/>
                            <a:pt x="831" y="3864"/>
                            <a:pt x="804" y="3864"/>
                          </a:cubicBezTo>
                          <a:cubicBezTo>
                            <a:pt x="768" y="3864"/>
                            <a:pt x="750" y="3881"/>
                            <a:pt x="750" y="3917"/>
                          </a:cubicBezTo>
                          <a:cubicBezTo>
                            <a:pt x="750" y="3926"/>
                            <a:pt x="750" y="3935"/>
                            <a:pt x="759" y="3944"/>
                          </a:cubicBezTo>
                          <a:lnTo>
                            <a:pt x="608" y="4104"/>
                          </a:lnTo>
                          <a:lnTo>
                            <a:pt x="37" y="4104"/>
                          </a:lnTo>
                          <a:lnTo>
                            <a:pt x="37" y="3453"/>
                          </a:lnTo>
                          <a:lnTo>
                            <a:pt x="313" y="3453"/>
                          </a:lnTo>
                          <a:lnTo>
                            <a:pt x="465" y="3578"/>
                          </a:lnTo>
                          <a:cubicBezTo>
                            <a:pt x="456" y="3587"/>
                            <a:pt x="447" y="3605"/>
                            <a:pt x="447" y="3614"/>
                          </a:cubicBezTo>
                          <a:cubicBezTo>
                            <a:pt x="447" y="3650"/>
                            <a:pt x="474" y="3667"/>
                            <a:pt x="500" y="3667"/>
                          </a:cubicBezTo>
                          <a:cubicBezTo>
                            <a:pt x="536" y="3667"/>
                            <a:pt x="554" y="3650"/>
                            <a:pt x="554" y="3614"/>
                          </a:cubicBezTo>
                          <a:cubicBezTo>
                            <a:pt x="554" y="3587"/>
                            <a:pt x="536" y="3560"/>
                            <a:pt x="500" y="3560"/>
                          </a:cubicBezTo>
                          <a:cubicBezTo>
                            <a:pt x="492" y="3560"/>
                            <a:pt x="483" y="3569"/>
                            <a:pt x="483" y="3569"/>
                          </a:cubicBezTo>
                          <a:lnTo>
                            <a:pt x="322" y="3435"/>
                          </a:lnTo>
                          <a:lnTo>
                            <a:pt x="37" y="3435"/>
                          </a:lnTo>
                          <a:lnTo>
                            <a:pt x="37" y="3355"/>
                          </a:lnTo>
                          <a:lnTo>
                            <a:pt x="447" y="3355"/>
                          </a:lnTo>
                          <a:lnTo>
                            <a:pt x="706" y="3587"/>
                          </a:lnTo>
                          <a:cubicBezTo>
                            <a:pt x="697" y="3596"/>
                            <a:pt x="697" y="3605"/>
                            <a:pt x="697" y="3614"/>
                          </a:cubicBezTo>
                          <a:cubicBezTo>
                            <a:pt x="697" y="3650"/>
                            <a:pt x="715" y="3667"/>
                            <a:pt x="750" y="3667"/>
                          </a:cubicBezTo>
                          <a:cubicBezTo>
                            <a:pt x="777" y="3667"/>
                            <a:pt x="804" y="3650"/>
                            <a:pt x="804" y="3614"/>
                          </a:cubicBezTo>
                          <a:cubicBezTo>
                            <a:pt x="804" y="3587"/>
                            <a:pt x="777" y="3560"/>
                            <a:pt x="750" y="3560"/>
                          </a:cubicBezTo>
                          <a:cubicBezTo>
                            <a:pt x="732" y="3560"/>
                            <a:pt x="723" y="3569"/>
                            <a:pt x="715" y="3569"/>
                          </a:cubicBezTo>
                          <a:lnTo>
                            <a:pt x="456" y="3337"/>
                          </a:lnTo>
                          <a:lnTo>
                            <a:pt x="37" y="3337"/>
                          </a:lnTo>
                          <a:lnTo>
                            <a:pt x="37" y="3186"/>
                          </a:lnTo>
                          <a:lnTo>
                            <a:pt x="518" y="3186"/>
                          </a:lnTo>
                          <a:lnTo>
                            <a:pt x="947" y="3587"/>
                          </a:lnTo>
                          <a:cubicBezTo>
                            <a:pt x="938" y="3596"/>
                            <a:pt x="938" y="3605"/>
                            <a:pt x="938" y="3614"/>
                          </a:cubicBezTo>
                          <a:cubicBezTo>
                            <a:pt x="938" y="3650"/>
                            <a:pt x="964" y="3667"/>
                            <a:pt x="991" y="3667"/>
                          </a:cubicBezTo>
                          <a:cubicBezTo>
                            <a:pt x="1018" y="3667"/>
                            <a:pt x="1045" y="3650"/>
                            <a:pt x="1045" y="3614"/>
                          </a:cubicBezTo>
                          <a:cubicBezTo>
                            <a:pt x="1045" y="3587"/>
                            <a:pt x="1018" y="3560"/>
                            <a:pt x="991" y="3560"/>
                          </a:cubicBezTo>
                          <a:cubicBezTo>
                            <a:pt x="973" y="3560"/>
                            <a:pt x="964" y="3569"/>
                            <a:pt x="955" y="3578"/>
                          </a:cubicBezTo>
                          <a:lnTo>
                            <a:pt x="527" y="3168"/>
                          </a:lnTo>
                          <a:lnTo>
                            <a:pt x="37" y="3168"/>
                          </a:lnTo>
                          <a:lnTo>
                            <a:pt x="37" y="1946"/>
                          </a:lnTo>
                          <a:lnTo>
                            <a:pt x="286" y="1946"/>
                          </a:lnTo>
                          <a:lnTo>
                            <a:pt x="393" y="1856"/>
                          </a:lnTo>
                          <a:close/>
                          <a:moveTo>
                            <a:pt x="4051" y="8708"/>
                          </a:moveTo>
                          <a:lnTo>
                            <a:pt x="4203" y="8842"/>
                          </a:lnTo>
                          <a:lnTo>
                            <a:pt x="4542" y="8842"/>
                          </a:lnTo>
                          <a:cubicBezTo>
                            <a:pt x="4542" y="8895"/>
                            <a:pt x="4524" y="8949"/>
                            <a:pt x="4506" y="8993"/>
                          </a:cubicBezTo>
                          <a:cubicBezTo>
                            <a:pt x="4399" y="9279"/>
                            <a:pt x="4149" y="9644"/>
                            <a:pt x="3828" y="9983"/>
                          </a:cubicBezTo>
                          <a:lnTo>
                            <a:pt x="3828" y="9279"/>
                          </a:lnTo>
                          <a:lnTo>
                            <a:pt x="3614" y="9056"/>
                          </a:lnTo>
                          <a:lnTo>
                            <a:pt x="3614" y="8797"/>
                          </a:lnTo>
                          <a:lnTo>
                            <a:pt x="3605" y="8797"/>
                          </a:lnTo>
                          <a:cubicBezTo>
                            <a:pt x="3632" y="8788"/>
                            <a:pt x="3659" y="8752"/>
                            <a:pt x="3659" y="8708"/>
                          </a:cubicBezTo>
                          <a:close/>
                          <a:moveTo>
                            <a:pt x="3596" y="8806"/>
                          </a:moveTo>
                          <a:lnTo>
                            <a:pt x="3596" y="9056"/>
                          </a:lnTo>
                          <a:lnTo>
                            <a:pt x="3810" y="9279"/>
                          </a:lnTo>
                          <a:lnTo>
                            <a:pt x="3810" y="10010"/>
                          </a:lnTo>
                          <a:cubicBezTo>
                            <a:pt x="3792" y="10037"/>
                            <a:pt x="3766" y="10064"/>
                            <a:pt x="3739" y="10090"/>
                          </a:cubicBezTo>
                          <a:lnTo>
                            <a:pt x="3739" y="9305"/>
                          </a:lnTo>
                          <a:lnTo>
                            <a:pt x="3516" y="9091"/>
                          </a:lnTo>
                          <a:lnTo>
                            <a:pt x="3516" y="8806"/>
                          </a:lnTo>
                          <a:close/>
                          <a:moveTo>
                            <a:pt x="3498" y="8806"/>
                          </a:moveTo>
                          <a:lnTo>
                            <a:pt x="3498" y="9091"/>
                          </a:lnTo>
                          <a:lnTo>
                            <a:pt x="3721" y="9314"/>
                          </a:lnTo>
                          <a:lnTo>
                            <a:pt x="3721" y="10108"/>
                          </a:lnTo>
                          <a:cubicBezTo>
                            <a:pt x="3676" y="10153"/>
                            <a:pt x="3632" y="10198"/>
                            <a:pt x="3587" y="10242"/>
                          </a:cubicBezTo>
                          <a:lnTo>
                            <a:pt x="3587" y="9377"/>
                          </a:lnTo>
                          <a:cubicBezTo>
                            <a:pt x="3605" y="9377"/>
                            <a:pt x="3614" y="9368"/>
                            <a:pt x="3623" y="9350"/>
                          </a:cubicBezTo>
                          <a:cubicBezTo>
                            <a:pt x="3641" y="9323"/>
                            <a:pt x="3632" y="9297"/>
                            <a:pt x="3605" y="9279"/>
                          </a:cubicBezTo>
                          <a:cubicBezTo>
                            <a:pt x="3598" y="9276"/>
                            <a:pt x="3591" y="9275"/>
                            <a:pt x="3584" y="9275"/>
                          </a:cubicBezTo>
                          <a:cubicBezTo>
                            <a:pt x="3562" y="9275"/>
                            <a:pt x="3540" y="9285"/>
                            <a:pt x="3534" y="9305"/>
                          </a:cubicBezTo>
                          <a:cubicBezTo>
                            <a:pt x="3516" y="9332"/>
                            <a:pt x="3525" y="9359"/>
                            <a:pt x="3551" y="9377"/>
                          </a:cubicBezTo>
                          <a:lnTo>
                            <a:pt x="3569" y="9377"/>
                          </a:lnTo>
                          <a:lnTo>
                            <a:pt x="3569" y="10260"/>
                          </a:lnTo>
                          <a:cubicBezTo>
                            <a:pt x="3525" y="10305"/>
                            <a:pt x="3480" y="10349"/>
                            <a:pt x="3435" y="10385"/>
                          </a:cubicBezTo>
                          <a:lnTo>
                            <a:pt x="3435" y="9484"/>
                          </a:lnTo>
                          <a:cubicBezTo>
                            <a:pt x="3453" y="9484"/>
                            <a:pt x="3471" y="9475"/>
                            <a:pt x="3480" y="9457"/>
                          </a:cubicBezTo>
                          <a:cubicBezTo>
                            <a:pt x="3489" y="9430"/>
                            <a:pt x="3480" y="9404"/>
                            <a:pt x="3453" y="9386"/>
                          </a:cubicBezTo>
                          <a:cubicBezTo>
                            <a:pt x="3447" y="9383"/>
                            <a:pt x="3439" y="9382"/>
                            <a:pt x="3432" y="9382"/>
                          </a:cubicBezTo>
                          <a:cubicBezTo>
                            <a:pt x="3410" y="9382"/>
                            <a:pt x="3389" y="9392"/>
                            <a:pt x="3382" y="9412"/>
                          </a:cubicBezTo>
                          <a:cubicBezTo>
                            <a:pt x="3364" y="9439"/>
                            <a:pt x="3373" y="9466"/>
                            <a:pt x="3400" y="9484"/>
                          </a:cubicBezTo>
                          <a:lnTo>
                            <a:pt x="3418" y="9484"/>
                          </a:lnTo>
                          <a:lnTo>
                            <a:pt x="3418" y="10403"/>
                          </a:lnTo>
                          <a:cubicBezTo>
                            <a:pt x="3364" y="10447"/>
                            <a:pt x="3311" y="10501"/>
                            <a:pt x="3257" y="10545"/>
                          </a:cubicBezTo>
                          <a:lnTo>
                            <a:pt x="3257" y="9680"/>
                          </a:lnTo>
                          <a:cubicBezTo>
                            <a:pt x="3275" y="9680"/>
                            <a:pt x="3293" y="9671"/>
                            <a:pt x="3302" y="9653"/>
                          </a:cubicBezTo>
                          <a:cubicBezTo>
                            <a:pt x="3311" y="9627"/>
                            <a:pt x="3302" y="9591"/>
                            <a:pt x="3275" y="9582"/>
                          </a:cubicBezTo>
                          <a:cubicBezTo>
                            <a:pt x="3267" y="9577"/>
                            <a:pt x="3259" y="9575"/>
                            <a:pt x="3251" y="9575"/>
                          </a:cubicBezTo>
                          <a:cubicBezTo>
                            <a:pt x="3230" y="9575"/>
                            <a:pt x="3210" y="9589"/>
                            <a:pt x="3204" y="9609"/>
                          </a:cubicBezTo>
                          <a:cubicBezTo>
                            <a:pt x="3186" y="9636"/>
                            <a:pt x="3204" y="9662"/>
                            <a:pt x="3221" y="9680"/>
                          </a:cubicBezTo>
                          <a:lnTo>
                            <a:pt x="3239" y="9680"/>
                          </a:lnTo>
                          <a:lnTo>
                            <a:pt x="3239" y="10563"/>
                          </a:lnTo>
                          <a:cubicBezTo>
                            <a:pt x="3195" y="10599"/>
                            <a:pt x="3150" y="10635"/>
                            <a:pt x="3105" y="10670"/>
                          </a:cubicBezTo>
                          <a:lnTo>
                            <a:pt x="3105" y="9350"/>
                          </a:lnTo>
                          <a:lnTo>
                            <a:pt x="3373" y="9073"/>
                          </a:lnTo>
                          <a:lnTo>
                            <a:pt x="3373" y="8806"/>
                          </a:lnTo>
                          <a:close/>
                          <a:moveTo>
                            <a:pt x="3177" y="8770"/>
                          </a:moveTo>
                          <a:cubicBezTo>
                            <a:pt x="3195" y="8788"/>
                            <a:pt x="3221" y="8806"/>
                            <a:pt x="3257" y="8806"/>
                          </a:cubicBezTo>
                          <a:lnTo>
                            <a:pt x="3355" y="8806"/>
                          </a:lnTo>
                          <a:lnTo>
                            <a:pt x="3355" y="9065"/>
                          </a:lnTo>
                          <a:lnTo>
                            <a:pt x="3088" y="9341"/>
                          </a:lnTo>
                          <a:lnTo>
                            <a:pt x="3088" y="10679"/>
                          </a:lnTo>
                          <a:cubicBezTo>
                            <a:pt x="3061" y="10706"/>
                            <a:pt x="3034" y="10724"/>
                            <a:pt x="3007" y="10751"/>
                          </a:cubicBezTo>
                          <a:lnTo>
                            <a:pt x="3007" y="9332"/>
                          </a:lnTo>
                          <a:lnTo>
                            <a:pt x="3257" y="9073"/>
                          </a:lnTo>
                          <a:lnTo>
                            <a:pt x="3257" y="8806"/>
                          </a:lnTo>
                          <a:lnTo>
                            <a:pt x="3239" y="8806"/>
                          </a:lnTo>
                          <a:lnTo>
                            <a:pt x="3239" y="9065"/>
                          </a:lnTo>
                          <a:lnTo>
                            <a:pt x="2981" y="9323"/>
                          </a:lnTo>
                          <a:lnTo>
                            <a:pt x="2981" y="10760"/>
                          </a:lnTo>
                          <a:cubicBezTo>
                            <a:pt x="2900" y="10822"/>
                            <a:pt x="2820" y="10876"/>
                            <a:pt x="2740" y="10929"/>
                          </a:cubicBezTo>
                          <a:lnTo>
                            <a:pt x="2740" y="8859"/>
                          </a:lnTo>
                          <a:lnTo>
                            <a:pt x="2820" y="8779"/>
                          </a:lnTo>
                          <a:lnTo>
                            <a:pt x="3177" y="8779"/>
                          </a:lnTo>
                          <a:lnTo>
                            <a:pt x="3177" y="8770"/>
                          </a:lnTo>
                          <a:close/>
                          <a:moveTo>
                            <a:pt x="3159" y="8627"/>
                          </a:moveTo>
                          <a:lnTo>
                            <a:pt x="3159" y="8708"/>
                          </a:lnTo>
                          <a:cubicBezTo>
                            <a:pt x="3159" y="8726"/>
                            <a:pt x="3168" y="8743"/>
                            <a:pt x="3177" y="8761"/>
                          </a:cubicBezTo>
                          <a:lnTo>
                            <a:pt x="2811" y="8761"/>
                          </a:lnTo>
                          <a:lnTo>
                            <a:pt x="2722" y="8850"/>
                          </a:lnTo>
                          <a:lnTo>
                            <a:pt x="2722" y="10938"/>
                          </a:lnTo>
                          <a:cubicBezTo>
                            <a:pt x="2686" y="10956"/>
                            <a:pt x="2650" y="10974"/>
                            <a:pt x="2615" y="10991"/>
                          </a:cubicBezTo>
                          <a:lnTo>
                            <a:pt x="2615" y="8752"/>
                          </a:lnTo>
                          <a:lnTo>
                            <a:pt x="2740" y="8627"/>
                          </a:lnTo>
                          <a:close/>
                          <a:moveTo>
                            <a:pt x="313" y="8547"/>
                          </a:moveTo>
                          <a:lnTo>
                            <a:pt x="563" y="8770"/>
                          </a:lnTo>
                          <a:lnTo>
                            <a:pt x="563" y="9011"/>
                          </a:lnTo>
                          <a:lnTo>
                            <a:pt x="572" y="9011"/>
                          </a:lnTo>
                          <a:cubicBezTo>
                            <a:pt x="509" y="9029"/>
                            <a:pt x="474" y="9091"/>
                            <a:pt x="474" y="9154"/>
                          </a:cubicBezTo>
                          <a:lnTo>
                            <a:pt x="474" y="9636"/>
                          </a:lnTo>
                          <a:cubicBezTo>
                            <a:pt x="474" y="9725"/>
                            <a:pt x="545" y="9796"/>
                            <a:pt x="625" y="9796"/>
                          </a:cubicBezTo>
                          <a:lnTo>
                            <a:pt x="768" y="9796"/>
                          </a:lnTo>
                          <a:lnTo>
                            <a:pt x="768" y="11099"/>
                          </a:lnTo>
                          <a:cubicBezTo>
                            <a:pt x="652" y="11063"/>
                            <a:pt x="545" y="11036"/>
                            <a:pt x="456" y="11000"/>
                          </a:cubicBezTo>
                          <a:lnTo>
                            <a:pt x="456" y="10269"/>
                          </a:lnTo>
                          <a:lnTo>
                            <a:pt x="625" y="10073"/>
                          </a:lnTo>
                          <a:lnTo>
                            <a:pt x="625" y="9796"/>
                          </a:lnTo>
                          <a:lnTo>
                            <a:pt x="608" y="9796"/>
                          </a:lnTo>
                          <a:lnTo>
                            <a:pt x="608" y="10073"/>
                          </a:lnTo>
                          <a:lnTo>
                            <a:pt x="438" y="10260"/>
                          </a:lnTo>
                          <a:lnTo>
                            <a:pt x="438" y="10991"/>
                          </a:lnTo>
                          <a:cubicBezTo>
                            <a:pt x="331" y="10947"/>
                            <a:pt x="242" y="10893"/>
                            <a:pt x="179" y="10840"/>
                          </a:cubicBezTo>
                          <a:cubicBezTo>
                            <a:pt x="126" y="10786"/>
                            <a:pt x="54" y="10572"/>
                            <a:pt x="37" y="10492"/>
                          </a:cubicBezTo>
                          <a:lnTo>
                            <a:pt x="37" y="8547"/>
                          </a:lnTo>
                          <a:close/>
                          <a:moveTo>
                            <a:pt x="938" y="9796"/>
                          </a:moveTo>
                          <a:lnTo>
                            <a:pt x="938" y="10135"/>
                          </a:lnTo>
                          <a:lnTo>
                            <a:pt x="947" y="10144"/>
                          </a:lnTo>
                          <a:lnTo>
                            <a:pt x="1571" y="10768"/>
                          </a:lnTo>
                          <a:lnTo>
                            <a:pt x="1571" y="11197"/>
                          </a:lnTo>
                          <a:cubicBezTo>
                            <a:pt x="1437" y="11188"/>
                            <a:pt x="1303" y="11179"/>
                            <a:pt x="1170" y="11161"/>
                          </a:cubicBezTo>
                          <a:cubicBezTo>
                            <a:pt x="1036" y="11152"/>
                            <a:pt x="902" y="11125"/>
                            <a:pt x="786" y="11099"/>
                          </a:cubicBezTo>
                          <a:lnTo>
                            <a:pt x="786" y="9796"/>
                          </a:lnTo>
                          <a:close/>
                          <a:moveTo>
                            <a:pt x="1089" y="9796"/>
                          </a:moveTo>
                          <a:lnTo>
                            <a:pt x="1089" y="10090"/>
                          </a:lnTo>
                          <a:lnTo>
                            <a:pt x="1089" y="10099"/>
                          </a:lnTo>
                          <a:lnTo>
                            <a:pt x="1732" y="10742"/>
                          </a:lnTo>
                          <a:lnTo>
                            <a:pt x="1732" y="11197"/>
                          </a:lnTo>
                          <a:lnTo>
                            <a:pt x="1589" y="11197"/>
                          </a:lnTo>
                          <a:lnTo>
                            <a:pt x="1589" y="10760"/>
                          </a:lnTo>
                          <a:lnTo>
                            <a:pt x="955" y="10135"/>
                          </a:lnTo>
                          <a:lnTo>
                            <a:pt x="955" y="9796"/>
                          </a:lnTo>
                          <a:close/>
                          <a:moveTo>
                            <a:pt x="3168" y="8395"/>
                          </a:moveTo>
                          <a:cubicBezTo>
                            <a:pt x="3168" y="8404"/>
                            <a:pt x="3159" y="8404"/>
                            <a:pt x="3159" y="8413"/>
                          </a:cubicBezTo>
                          <a:lnTo>
                            <a:pt x="3159" y="8485"/>
                          </a:lnTo>
                          <a:lnTo>
                            <a:pt x="2624" y="8485"/>
                          </a:lnTo>
                          <a:lnTo>
                            <a:pt x="2454" y="8645"/>
                          </a:lnTo>
                          <a:lnTo>
                            <a:pt x="2454" y="9181"/>
                          </a:lnTo>
                          <a:lnTo>
                            <a:pt x="2008" y="9636"/>
                          </a:lnTo>
                          <a:lnTo>
                            <a:pt x="1268" y="9636"/>
                          </a:lnTo>
                          <a:lnTo>
                            <a:pt x="1268" y="9653"/>
                          </a:lnTo>
                          <a:lnTo>
                            <a:pt x="2017" y="9653"/>
                          </a:lnTo>
                          <a:lnTo>
                            <a:pt x="2472" y="9189"/>
                          </a:lnTo>
                          <a:lnTo>
                            <a:pt x="2472" y="8645"/>
                          </a:lnTo>
                          <a:lnTo>
                            <a:pt x="2633" y="8503"/>
                          </a:lnTo>
                          <a:lnTo>
                            <a:pt x="3159" y="8503"/>
                          </a:lnTo>
                          <a:lnTo>
                            <a:pt x="3159" y="8610"/>
                          </a:lnTo>
                          <a:lnTo>
                            <a:pt x="2731" y="8610"/>
                          </a:lnTo>
                          <a:lnTo>
                            <a:pt x="2597" y="8743"/>
                          </a:lnTo>
                          <a:lnTo>
                            <a:pt x="2597" y="11000"/>
                          </a:lnTo>
                          <a:cubicBezTo>
                            <a:pt x="2561" y="11018"/>
                            <a:pt x="2526" y="11036"/>
                            <a:pt x="2490" y="11054"/>
                          </a:cubicBezTo>
                          <a:lnTo>
                            <a:pt x="2490" y="10349"/>
                          </a:lnTo>
                          <a:lnTo>
                            <a:pt x="2071" y="9957"/>
                          </a:lnTo>
                          <a:cubicBezTo>
                            <a:pt x="2071" y="9957"/>
                            <a:pt x="2071" y="9948"/>
                            <a:pt x="2071" y="9948"/>
                          </a:cubicBezTo>
                          <a:cubicBezTo>
                            <a:pt x="2079" y="9921"/>
                            <a:pt x="2071" y="9894"/>
                            <a:pt x="2044" y="9876"/>
                          </a:cubicBezTo>
                          <a:cubicBezTo>
                            <a:pt x="2037" y="9874"/>
                            <a:pt x="2030" y="9873"/>
                            <a:pt x="2024" y="9873"/>
                          </a:cubicBezTo>
                          <a:cubicBezTo>
                            <a:pt x="2004" y="9873"/>
                            <a:pt x="1986" y="9883"/>
                            <a:pt x="1972" y="9903"/>
                          </a:cubicBezTo>
                          <a:cubicBezTo>
                            <a:pt x="1964" y="9930"/>
                            <a:pt x="1972" y="9957"/>
                            <a:pt x="1999" y="9974"/>
                          </a:cubicBezTo>
                          <a:cubicBezTo>
                            <a:pt x="2007" y="9978"/>
                            <a:pt x="2014" y="9980"/>
                            <a:pt x="2021" y="9980"/>
                          </a:cubicBezTo>
                          <a:cubicBezTo>
                            <a:pt x="2032" y="9980"/>
                            <a:pt x="2042" y="9976"/>
                            <a:pt x="2053" y="9966"/>
                          </a:cubicBezTo>
                          <a:lnTo>
                            <a:pt x="2472" y="10358"/>
                          </a:lnTo>
                          <a:lnTo>
                            <a:pt x="2472" y="11063"/>
                          </a:lnTo>
                          <a:cubicBezTo>
                            <a:pt x="2427" y="11090"/>
                            <a:pt x="2383" y="11107"/>
                            <a:pt x="2329" y="11116"/>
                          </a:cubicBezTo>
                          <a:lnTo>
                            <a:pt x="2329" y="10483"/>
                          </a:lnTo>
                          <a:lnTo>
                            <a:pt x="1928" y="10117"/>
                          </a:lnTo>
                          <a:cubicBezTo>
                            <a:pt x="1937" y="10090"/>
                            <a:pt x="1928" y="10055"/>
                            <a:pt x="1901" y="10046"/>
                          </a:cubicBezTo>
                          <a:cubicBezTo>
                            <a:pt x="1892" y="10040"/>
                            <a:pt x="1882" y="10037"/>
                            <a:pt x="1873" y="10037"/>
                          </a:cubicBezTo>
                          <a:cubicBezTo>
                            <a:pt x="1856" y="10037"/>
                            <a:pt x="1841" y="10046"/>
                            <a:pt x="1830" y="10064"/>
                          </a:cubicBezTo>
                          <a:cubicBezTo>
                            <a:pt x="1821" y="10090"/>
                            <a:pt x="1830" y="10126"/>
                            <a:pt x="1856" y="10135"/>
                          </a:cubicBezTo>
                          <a:cubicBezTo>
                            <a:pt x="1865" y="10140"/>
                            <a:pt x="1877" y="10142"/>
                            <a:pt x="1887" y="10142"/>
                          </a:cubicBezTo>
                          <a:cubicBezTo>
                            <a:pt x="1897" y="10142"/>
                            <a:pt x="1906" y="10140"/>
                            <a:pt x="1910" y="10135"/>
                          </a:cubicBezTo>
                          <a:lnTo>
                            <a:pt x="2311" y="10492"/>
                          </a:lnTo>
                          <a:lnTo>
                            <a:pt x="2311" y="11125"/>
                          </a:lnTo>
                          <a:cubicBezTo>
                            <a:pt x="2294" y="11134"/>
                            <a:pt x="2267" y="11134"/>
                            <a:pt x="2249" y="11143"/>
                          </a:cubicBezTo>
                          <a:cubicBezTo>
                            <a:pt x="2231" y="11143"/>
                            <a:pt x="2204" y="11152"/>
                            <a:pt x="2187" y="11152"/>
                          </a:cubicBezTo>
                          <a:lnTo>
                            <a:pt x="2187" y="10661"/>
                          </a:lnTo>
                          <a:lnTo>
                            <a:pt x="1758" y="10251"/>
                          </a:lnTo>
                          <a:cubicBezTo>
                            <a:pt x="1758" y="10251"/>
                            <a:pt x="1758" y="10242"/>
                            <a:pt x="1767" y="10242"/>
                          </a:cubicBezTo>
                          <a:cubicBezTo>
                            <a:pt x="1776" y="10215"/>
                            <a:pt x="1767" y="10189"/>
                            <a:pt x="1740" y="10171"/>
                          </a:cubicBezTo>
                          <a:cubicBezTo>
                            <a:pt x="1734" y="10169"/>
                            <a:pt x="1727" y="10167"/>
                            <a:pt x="1719" y="10167"/>
                          </a:cubicBezTo>
                          <a:cubicBezTo>
                            <a:pt x="1698" y="10167"/>
                            <a:pt x="1676" y="10177"/>
                            <a:pt x="1669" y="10198"/>
                          </a:cubicBezTo>
                          <a:cubicBezTo>
                            <a:pt x="1651" y="10224"/>
                            <a:pt x="1660" y="10251"/>
                            <a:pt x="1687" y="10269"/>
                          </a:cubicBezTo>
                          <a:cubicBezTo>
                            <a:pt x="1698" y="10273"/>
                            <a:pt x="1708" y="10275"/>
                            <a:pt x="1716" y="10275"/>
                          </a:cubicBezTo>
                          <a:cubicBezTo>
                            <a:pt x="1729" y="10275"/>
                            <a:pt x="1739" y="10270"/>
                            <a:pt x="1749" y="10260"/>
                          </a:cubicBezTo>
                          <a:lnTo>
                            <a:pt x="2169" y="10670"/>
                          </a:lnTo>
                          <a:lnTo>
                            <a:pt x="2169" y="11161"/>
                          </a:lnTo>
                          <a:cubicBezTo>
                            <a:pt x="2044" y="11179"/>
                            <a:pt x="1901" y="11197"/>
                            <a:pt x="1749" y="11197"/>
                          </a:cubicBezTo>
                          <a:lnTo>
                            <a:pt x="1749" y="10733"/>
                          </a:lnTo>
                          <a:lnTo>
                            <a:pt x="1740" y="10733"/>
                          </a:lnTo>
                          <a:lnTo>
                            <a:pt x="1107" y="10090"/>
                          </a:lnTo>
                          <a:lnTo>
                            <a:pt x="1107" y="9796"/>
                          </a:lnTo>
                          <a:lnTo>
                            <a:pt x="1116" y="9796"/>
                          </a:lnTo>
                          <a:cubicBezTo>
                            <a:pt x="1196" y="9796"/>
                            <a:pt x="1268" y="9725"/>
                            <a:pt x="1268" y="9636"/>
                          </a:cubicBezTo>
                          <a:lnTo>
                            <a:pt x="1268" y="9511"/>
                          </a:lnTo>
                          <a:lnTo>
                            <a:pt x="1919" y="9511"/>
                          </a:lnTo>
                          <a:lnTo>
                            <a:pt x="2294" y="9154"/>
                          </a:lnTo>
                          <a:lnTo>
                            <a:pt x="2294" y="8627"/>
                          </a:lnTo>
                          <a:lnTo>
                            <a:pt x="2526" y="8395"/>
                          </a:lnTo>
                          <a:close/>
                          <a:moveTo>
                            <a:pt x="768" y="0"/>
                          </a:moveTo>
                          <a:cubicBezTo>
                            <a:pt x="637" y="0"/>
                            <a:pt x="397" y="85"/>
                            <a:pt x="295" y="161"/>
                          </a:cubicBezTo>
                          <a:cubicBezTo>
                            <a:pt x="188" y="242"/>
                            <a:pt x="10" y="581"/>
                            <a:pt x="1" y="590"/>
                          </a:cubicBezTo>
                          <a:lnTo>
                            <a:pt x="1" y="599"/>
                          </a:lnTo>
                          <a:lnTo>
                            <a:pt x="1" y="10492"/>
                          </a:lnTo>
                          <a:cubicBezTo>
                            <a:pt x="1" y="10510"/>
                            <a:pt x="81" y="10795"/>
                            <a:pt x="161" y="10867"/>
                          </a:cubicBezTo>
                          <a:cubicBezTo>
                            <a:pt x="447" y="11116"/>
                            <a:pt x="1125" y="11232"/>
                            <a:pt x="1678" y="11232"/>
                          </a:cubicBezTo>
                          <a:cubicBezTo>
                            <a:pt x="1901" y="11232"/>
                            <a:pt x="2106" y="11215"/>
                            <a:pt x="2258" y="11179"/>
                          </a:cubicBezTo>
                          <a:cubicBezTo>
                            <a:pt x="3025" y="10991"/>
                            <a:pt x="4256" y="9743"/>
                            <a:pt x="4542" y="9002"/>
                          </a:cubicBezTo>
                          <a:cubicBezTo>
                            <a:pt x="4631" y="8779"/>
                            <a:pt x="4586" y="8395"/>
                            <a:pt x="4551" y="8030"/>
                          </a:cubicBezTo>
                          <a:cubicBezTo>
                            <a:pt x="4515" y="7744"/>
                            <a:pt x="4488" y="7477"/>
                            <a:pt x="4515" y="7298"/>
                          </a:cubicBezTo>
                          <a:cubicBezTo>
                            <a:pt x="4551" y="7129"/>
                            <a:pt x="4640" y="6879"/>
                            <a:pt x="4738" y="6638"/>
                          </a:cubicBezTo>
                          <a:cubicBezTo>
                            <a:pt x="4818" y="6406"/>
                            <a:pt x="4907" y="6174"/>
                            <a:pt x="4943" y="6005"/>
                          </a:cubicBezTo>
                          <a:cubicBezTo>
                            <a:pt x="5006" y="5701"/>
                            <a:pt x="5006" y="5059"/>
                            <a:pt x="4961" y="4729"/>
                          </a:cubicBezTo>
                          <a:cubicBezTo>
                            <a:pt x="4881" y="4247"/>
                            <a:pt x="4479" y="3328"/>
                            <a:pt x="4185" y="2945"/>
                          </a:cubicBezTo>
                          <a:cubicBezTo>
                            <a:pt x="3971" y="2677"/>
                            <a:pt x="3132" y="2133"/>
                            <a:pt x="3096" y="2106"/>
                          </a:cubicBezTo>
                          <a:cubicBezTo>
                            <a:pt x="3096" y="2106"/>
                            <a:pt x="2936" y="1981"/>
                            <a:pt x="2900" y="1928"/>
                          </a:cubicBezTo>
                          <a:cubicBezTo>
                            <a:pt x="2820" y="1812"/>
                            <a:pt x="2749" y="1589"/>
                            <a:pt x="2686" y="1375"/>
                          </a:cubicBezTo>
                          <a:cubicBezTo>
                            <a:pt x="2615" y="1125"/>
                            <a:pt x="2543" y="875"/>
                            <a:pt x="2436" y="741"/>
                          </a:cubicBezTo>
                          <a:cubicBezTo>
                            <a:pt x="2151" y="393"/>
                            <a:pt x="1241" y="54"/>
                            <a:pt x="786" y="1"/>
                          </a:cubicBezTo>
                          <a:cubicBezTo>
                            <a:pt x="780" y="0"/>
                            <a:pt x="774" y="0"/>
                            <a:pt x="768" y="0"/>
                          </a:cubicBezTo>
                          <a:close/>
                        </a:path>
                      </a:pathLst>
                    </a:custGeom>
                    <a:gradFill>
                      <a:gsLst>
                        <a:gs pos="0">
                          <a:schemeClr val="accent3">
                            <a:alpha val="70000"/>
                          </a:schemeClr>
                        </a:gs>
                        <a:gs pos="100000">
                          <a:schemeClr val="lt2">
                            <a:alpha val="70000"/>
                          </a:schemeClr>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85"/>
                    <p:cNvSpPr/>
                    <p:nvPr/>
                  </p:nvSpPr>
                  <p:spPr>
                    <a:xfrm>
                      <a:off x="2843326" y="1772417"/>
                      <a:ext cx="133216" cy="111858"/>
                    </a:xfrm>
                    <a:custGeom>
                      <a:rect b="b" l="l" r="r" t="t"/>
                      <a:pathLst>
                        <a:path extrusionOk="0" h="2053" w="2445">
                          <a:moveTo>
                            <a:pt x="1508" y="0"/>
                          </a:moveTo>
                          <a:lnTo>
                            <a:pt x="0" y="1490"/>
                          </a:lnTo>
                          <a:lnTo>
                            <a:pt x="0" y="2052"/>
                          </a:lnTo>
                          <a:lnTo>
                            <a:pt x="18" y="2052"/>
                          </a:lnTo>
                          <a:lnTo>
                            <a:pt x="18" y="1499"/>
                          </a:lnTo>
                          <a:lnTo>
                            <a:pt x="1517" y="18"/>
                          </a:lnTo>
                          <a:lnTo>
                            <a:pt x="2445" y="18"/>
                          </a:lnTo>
                          <a:lnTo>
                            <a:pt x="2445" y="0"/>
                          </a:lnTo>
                          <a:close/>
                        </a:path>
                      </a:pathLst>
                    </a:custGeom>
                    <a:gradFill>
                      <a:gsLst>
                        <a:gs pos="0">
                          <a:schemeClr val="accent3">
                            <a:alpha val="70000"/>
                          </a:schemeClr>
                        </a:gs>
                        <a:gs pos="100000">
                          <a:schemeClr val="lt2">
                            <a:alpha val="70000"/>
                          </a:schemeClr>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85"/>
                    <p:cNvSpPr/>
                    <p:nvPr/>
                  </p:nvSpPr>
                  <p:spPr>
                    <a:xfrm>
                      <a:off x="2950284" y="1823743"/>
                      <a:ext cx="45713" cy="93769"/>
                    </a:xfrm>
                    <a:custGeom>
                      <a:rect b="b" l="l" r="r" t="t"/>
                      <a:pathLst>
                        <a:path extrusionOk="0" h="1721" w="839">
                          <a:moveTo>
                            <a:pt x="778" y="1"/>
                          </a:moveTo>
                          <a:cubicBezTo>
                            <a:pt x="772" y="1"/>
                            <a:pt x="765" y="2"/>
                            <a:pt x="758" y="4"/>
                          </a:cubicBezTo>
                          <a:cubicBezTo>
                            <a:pt x="732" y="22"/>
                            <a:pt x="714" y="49"/>
                            <a:pt x="732" y="75"/>
                          </a:cubicBezTo>
                          <a:cubicBezTo>
                            <a:pt x="741" y="93"/>
                            <a:pt x="758" y="102"/>
                            <a:pt x="767" y="102"/>
                          </a:cubicBezTo>
                          <a:lnTo>
                            <a:pt x="767" y="209"/>
                          </a:lnTo>
                          <a:lnTo>
                            <a:pt x="54" y="923"/>
                          </a:lnTo>
                          <a:lnTo>
                            <a:pt x="54" y="1610"/>
                          </a:lnTo>
                          <a:cubicBezTo>
                            <a:pt x="45" y="1610"/>
                            <a:pt x="45" y="1619"/>
                            <a:pt x="36" y="1619"/>
                          </a:cubicBezTo>
                          <a:cubicBezTo>
                            <a:pt x="9" y="1628"/>
                            <a:pt x="0" y="1663"/>
                            <a:pt x="9" y="1690"/>
                          </a:cubicBezTo>
                          <a:cubicBezTo>
                            <a:pt x="22" y="1710"/>
                            <a:pt x="41" y="1720"/>
                            <a:pt x="60" y="1720"/>
                          </a:cubicBezTo>
                          <a:cubicBezTo>
                            <a:pt x="67" y="1720"/>
                            <a:pt x="74" y="1719"/>
                            <a:pt x="80" y="1717"/>
                          </a:cubicBezTo>
                          <a:cubicBezTo>
                            <a:pt x="107" y="1699"/>
                            <a:pt x="125" y="1663"/>
                            <a:pt x="107" y="1637"/>
                          </a:cubicBezTo>
                          <a:cubicBezTo>
                            <a:pt x="98" y="1628"/>
                            <a:pt x="80" y="1619"/>
                            <a:pt x="71" y="1610"/>
                          </a:cubicBezTo>
                          <a:lnTo>
                            <a:pt x="71" y="932"/>
                          </a:lnTo>
                          <a:lnTo>
                            <a:pt x="785" y="218"/>
                          </a:lnTo>
                          <a:lnTo>
                            <a:pt x="785" y="102"/>
                          </a:lnTo>
                          <a:lnTo>
                            <a:pt x="803" y="102"/>
                          </a:lnTo>
                          <a:cubicBezTo>
                            <a:pt x="830" y="84"/>
                            <a:pt x="839" y="58"/>
                            <a:pt x="830" y="31"/>
                          </a:cubicBezTo>
                          <a:cubicBezTo>
                            <a:pt x="816" y="11"/>
                            <a:pt x="798" y="1"/>
                            <a:pt x="778" y="1"/>
                          </a:cubicBezTo>
                          <a:close/>
                        </a:path>
                      </a:pathLst>
                    </a:custGeom>
                    <a:gradFill>
                      <a:gsLst>
                        <a:gs pos="0">
                          <a:schemeClr val="accent3">
                            <a:alpha val="70000"/>
                          </a:schemeClr>
                        </a:gs>
                        <a:gs pos="100000">
                          <a:schemeClr val="lt2">
                            <a:alpha val="70000"/>
                          </a:schemeClr>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85"/>
                    <p:cNvSpPr/>
                    <p:nvPr/>
                  </p:nvSpPr>
                  <p:spPr>
                    <a:xfrm>
                      <a:off x="2942982" y="1585746"/>
                      <a:ext cx="46203" cy="104066"/>
                    </a:xfrm>
                    <a:custGeom>
                      <a:rect b="b" l="l" r="r" t="t"/>
                      <a:pathLst>
                        <a:path extrusionOk="0" h="1910" w="848">
                          <a:moveTo>
                            <a:pt x="794" y="1"/>
                          </a:moveTo>
                          <a:cubicBezTo>
                            <a:pt x="768" y="1"/>
                            <a:pt x="741" y="27"/>
                            <a:pt x="741" y="54"/>
                          </a:cubicBezTo>
                          <a:cubicBezTo>
                            <a:pt x="741" y="63"/>
                            <a:pt x="741" y="81"/>
                            <a:pt x="750" y="90"/>
                          </a:cubicBezTo>
                          <a:lnTo>
                            <a:pt x="9" y="839"/>
                          </a:lnTo>
                          <a:lnTo>
                            <a:pt x="0" y="848"/>
                          </a:lnTo>
                          <a:lnTo>
                            <a:pt x="0" y="1535"/>
                          </a:lnTo>
                          <a:lnTo>
                            <a:pt x="295" y="1821"/>
                          </a:lnTo>
                          <a:cubicBezTo>
                            <a:pt x="295" y="1830"/>
                            <a:pt x="286" y="1838"/>
                            <a:pt x="286" y="1856"/>
                          </a:cubicBezTo>
                          <a:cubicBezTo>
                            <a:pt x="286" y="1883"/>
                            <a:pt x="313" y="1910"/>
                            <a:pt x="339" y="1910"/>
                          </a:cubicBezTo>
                          <a:cubicBezTo>
                            <a:pt x="375" y="1910"/>
                            <a:pt x="393" y="1883"/>
                            <a:pt x="393" y="1856"/>
                          </a:cubicBezTo>
                          <a:cubicBezTo>
                            <a:pt x="393" y="1821"/>
                            <a:pt x="375" y="1803"/>
                            <a:pt x="339" y="1803"/>
                          </a:cubicBezTo>
                          <a:cubicBezTo>
                            <a:pt x="330" y="1803"/>
                            <a:pt x="321" y="1803"/>
                            <a:pt x="313" y="1812"/>
                          </a:cubicBezTo>
                          <a:lnTo>
                            <a:pt x="18" y="1526"/>
                          </a:lnTo>
                          <a:lnTo>
                            <a:pt x="18" y="857"/>
                          </a:lnTo>
                          <a:lnTo>
                            <a:pt x="768" y="99"/>
                          </a:lnTo>
                          <a:cubicBezTo>
                            <a:pt x="776" y="108"/>
                            <a:pt x="785" y="108"/>
                            <a:pt x="794" y="108"/>
                          </a:cubicBezTo>
                          <a:cubicBezTo>
                            <a:pt x="821" y="108"/>
                            <a:pt x="848" y="81"/>
                            <a:pt x="848" y="54"/>
                          </a:cubicBezTo>
                          <a:cubicBezTo>
                            <a:pt x="848" y="27"/>
                            <a:pt x="821" y="1"/>
                            <a:pt x="794" y="1"/>
                          </a:cubicBezTo>
                          <a:close/>
                        </a:path>
                      </a:pathLst>
                    </a:custGeom>
                    <a:gradFill>
                      <a:gsLst>
                        <a:gs pos="0">
                          <a:schemeClr val="accent3">
                            <a:alpha val="70000"/>
                          </a:schemeClr>
                        </a:gs>
                        <a:gs pos="100000">
                          <a:schemeClr val="lt2">
                            <a:alpha val="70000"/>
                          </a:schemeClr>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85"/>
                    <p:cNvSpPr/>
                    <p:nvPr/>
                  </p:nvSpPr>
                  <p:spPr>
                    <a:xfrm>
                      <a:off x="2854986" y="1778247"/>
                      <a:ext cx="80747" cy="97910"/>
                    </a:xfrm>
                    <a:custGeom>
                      <a:rect b="b" l="l" r="r" t="t"/>
                      <a:pathLst>
                        <a:path extrusionOk="0" h="1797" w="1482">
                          <a:moveTo>
                            <a:pt x="1428" y="0"/>
                          </a:moveTo>
                          <a:cubicBezTo>
                            <a:pt x="1401" y="0"/>
                            <a:pt x="1374" y="27"/>
                            <a:pt x="1374" y="54"/>
                          </a:cubicBezTo>
                          <a:cubicBezTo>
                            <a:pt x="1374" y="63"/>
                            <a:pt x="1374" y="72"/>
                            <a:pt x="1383" y="81"/>
                          </a:cubicBezTo>
                          <a:lnTo>
                            <a:pt x="54" y="1401"/>
                          </a:lnTo>
                          <a:lnTo>
                            <a:pt x="54" y="1686"/>
                          </a:lnTo>
                          <a:cubicBezTo>
                            <a:pt x="45" y="1686"/>
                            <a:pt x="45" y="1695"/>
                            <a:pt x="36" y="1695"/>
                          </a:cubicBezTo>
                          <a:cubicBezTo>
                            <a:pt x="10" y="1704"/>
                            <a:pt x="1" y="1740"/>
                            <a:pt x="18" y="1767"/>
                          </a:cubicBezTo>
                          <a:cubicBezTo>
                            <a:pt x="25" y="1787"/>
                            <a:pt x="47" y="1797"/>
                            <a:pt x="69" y="1797"/>
                          </a:cubicBezTo>
                          <a:cubicBezTo>
                            <a:pt x="76" y="1797"/>
                            <a:pt x="83" y="1796"/>
                            <a:pt x="90" y="1794"/>
                          </a:cubicBezTo>
                          <a:cubicBezTo>
                            <a:pt x="117" y="1776"/>
                            <a:pt x="125" y="1740"/>
                            <a:pt x="108" y="1713"/>
                          </a:cubicBezTo>
                          <a:cubicBezTo>
                            <a:pt x="99" y="1704"/>
                            <a:pt x="90" y="1695"/>
                            <a:pt x="72" y="1686"/>
                          </a:cubicBezTo>
                          <a:lnTo>
                            <a:pt x="72" y="1410"/>
                          </a:lnTo>
                          <a:lnTo>
                            <a:pt x="1392" y="90"/>
                          </a:lnTo>
                          <a:cubicBezTo>
                            <a:pt x="1401" y="99"/>
                            <a:pt x="1419" y="107"/>
                            <a:pt x="1428" y="107"/>
                          </a:cubicBezTo>
                          <a:cubicBezTo>
                            <a:pt x="1455" y="107"/>
                            <a:pt x="1481" y="81"/>
                            <a:pt x="1481" y="54"/>
                          </a:cubicBezTo>
                          <a:cubicBezTo>
                            <a:pt x="1481" y="27"/>
                            <a:pt x="1455" y="0"/>
                            <a:pt x="1428" y="0"/>
                          </a:cubicBezTo>
                          <a:close/>
                        </a:path>
                      </a:pathLst>
                    </a:custGeom>
                    <a:gradFill>
                      <a:gsLst>
                        <a:gs pos="0">
                          <a:schemeClr val="accent3">
                            <a:alpha val="70000"/>
                          </a:schemeClr>
                        </a:gs>
                        <a:gs pos="100000">
                          <a:schemeClr val="lt2">
                            <a:alpha val="70000"/>
                          </a:schemeClr>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85"/>
                    <p:cNvSpPr/>
                    <p:nvPr/>
                  </p:nvSpPr>
                  <p:spPr>
                    <a:xfrm>
                      <a:off x="2938623" y="1824724"/>
                      <a:ext cx="32582" cy="76933"/>
                    </a:xfrm>
                    <a:custGeom>
                      <a:rect b="b" l="l" r="r" t="t"/>
                      <a:pathLst>
                        <a:path extrusionOk="0" h="1412" w="598">
                          <a:moveTo>
                            <a:pt x="537" y="0"/>
                          </a:moveTo>
                          <a:cubicBezTo>
                            <a:pt x="531" y="0"/>
                            <a:pt x="524" y="2"/>
                            <a:pt x="517" y="4"/>
                          </a:cubicBezTo>
                          <a:cubicBezTo>
                            <a:pt x="491" y="22"/>
                            <a:pt x="482" y="57"/>
                            <a:pt x="491" y="75"/>
                          </a:cubicBezTo>
                          <a:cubicBezTo>
                            <a:pt x="491" y="84"/>
                            <a:pt x="491" y="84"/>
                            <a:pt x="491" y="84"/>
                          </a:cubicBezTo>
                          <a:lnTo>
                            <a:pt x="54" y="530"/>
                          </a:lnTo>
                          <a:lnTo>
                            <a:pt x="45" y="530"/>
                          </a:lnTo>
                          <a:lnTo>
                            <a:pt x="45" y="1306"/>
                          </a:lnTo>
                          <a:lnTo>
                            <a:pt x="36" y="1306"/>
                          </a:lnTo>
                          <a:cubicBezTo>
                            <a:pt x="9" y="1324"/>
                            <a:pt x="0" y="1360"/>
                            <a:pt x="9" y="1378"/>
                          </a:cubicBezTo>
                          <a:cubicBezTo>
                            <a:pt x="22" y="1397"/>
                            <a:pt x="39" y="1412"/>
                            <a:pt x="58" y="1412"/>
                          </a:cubicBezTo>
                          <a:cubicBezTo>
                            <a:pt x="65" y="1412"/>
                            <a:pt x="73" y="1409"/>
                            <a:pt x="80" y="1404"/>
                          </a:cubicBezTo>
                          <a:cubicBezTo>
                            <a:pt x="107" y="1396"/>
                            <a:pt x="116" y="1360"/>
                            <a:pt x="107" y="1333"/>
                          </a:cubicBezTo>
                          <a:cubicBezTo>
                            <a:pt x="98" y="1315"/>
                            <a:pt x="80" y="1306"/>
                            <a:pt x="71" y="1306"/>
                          </a:cubicBezTo>
                          <a:lnTo>
                            <a:pt x="71" y="539"/>
                          </a:lnTo>
                          <a:lnTo>
                            <a:pt x="509" y="102"/>
                          </a:lnTo>
                          <a:cubicBezTo>
                            <a:pt x="517" y="106"/>
                            <a:pt x="526" y="109"/>
                            <a:pt x="535" y="109"/>
                          </a:cubicBezTo>
                          <a:cubicBezTo>
                            <a:pt x="544" y="109"/>
                            <a:pt x="553" y="106"/>
                            <a:pt x="562" y="102"/>
                          </a:cubicBezTo>
                          <a:cubicBezTo>
                            <a:pt x="589" y="93"/>
                            <a:pt x="598" y="57"/>
                            <a:pt x="589" y="31"/>
                          </a:cubicBezTo>
                          <a:cubicBezTo>
                            <a:pt x="575" y="11"/>
                            <a:pt x="557" y="0"/>
                            <a:pt x="537" y="0"/>
                          </a:cubicBezTo>
                          <a:close/>
                        </a:path>
                      </a:pathLst>
                    </a:custGeom>
                    <a:gradFill>
                      <a:gsLst>
                        <a:gs pos="0">
                          <a:schemeClr val="accent3">
                            <a:alpha val="70000"/>
                          </a:schemeClr>
                        </a:gs>
                        <a:gs pos="100000">
                          <a:schemeClr val="lt2">
                            <a:alpha val="70000"/>
                          </a:schemeClr>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85"/>
                    <p:cNvSpPr/>
                    <p:nvPr/>
                  </p:nvSpPr>
                  <p:spPr>
                    <a:xfrm>
                      <a:off x="2864249" y="1572124"/>
                      <a:ext cx="49145" cy="33127"/>
                    </a:xfrm>
                    <a:custGeom>
                      <a:rect b="b" l="l" r="r" t="t"/>
                      <a:pathLst>
                        <a:path extrusionOk="0" h="608" w="902">
                          <a:moveTo>
                            <a:pt x="848" y="1"/>
                          </a:moveTo>
                          <a:cubicBezTo>
                            <a:pt x="812" y="1"/>
                            <a:pt x="794" y="19"/>
                            <a:pt x="794" y="54"/>
                          </a:cubicBezTo>
                          <a:cubicBezTo>
                            <a:pt x="794" y="63"/>
                            <a:pt x="794" y="72"/>
                            <a:pt x="803" y="81"/>
                          </a:cubicBezTo>
                          <a:lnTo>
                            <a:pt x="339" y="545"/>
                          </a:lnTo>
                          <a:lnTo>
                            <a:pt x="98" y="545"/>
                          </a:lnTo>
                          <a:cubicBezTo>
                            <a:pt x="98" y="527"/>
                            <a:pt x="80" y="500"/>
                            <a:pt x="54" y="500"/>
                          </a:cubicBezTo>
                          <a:cubicBezTo>
                            <a:pt x="18" y="500"/>
                            <a:pt x="0" y="527"/>
                            <a:pt x="0" y="554"/>
                          </a:cubicBezTo>
                          <a:cubicBezTo>
                            <a:pt x="0" y="590"/>
                            <a:pt x="18" y="608"/>
                            <a:pt x="54" y="608"/>
                          </a:cubicBezTo>
                          <a:cubicBezTo>
                            <a:pt x="80" y="608"/>
                            <a:pt x="98" y="590"/>
                            <a:pt x="98" y="563"/>
                          </a:cubicBezTo>
                          <a:lnTo>
                            <a:pt x="348" y="563"/>
                          </a:lnTo>
                          <a:lnTo>
                            <a:pt x="812" y="90"/>
                          </a:lnTo>
                          <a:cubicBezTo>
                            <a:pt x="821" y="99"/>
                            <a:pt x="830" y="108"/>
                            <a:pt x="848" y="108"/>
                          </a:cubicBezTo>
                          <a:cubicBezTo>
                            <a:pt x="874" y="108"/>
                            <a:pt x="901" y="81"/>
                            <a:pt x="901" y="54"/>
                          </a:cubicBezTo>
                          <a:cubicBezTo>
                            <a:pt x="901" y="19"/>
                            <a:pt x="874" y="1"/>
                            <a:pt x="848" y="1"/>
                          </a:cubicBezTo>
                          <a:close/>
                        </a:path>
                      </a:pathLst>
                    </a:custGeom>
                    <a:gradFill>
                      <a:gsLst>
                        <a:gs pos="0">
                          <a:schemeClr val="accent3">
                            <a:alpha val="70000"/>
                          </a:schemeClr>
                        </a:gs>
                        <a:gs pos="100000">
                          <a:schemeClr val="lt2">
                            <a:alpha val="70000"/>
                          </a:schemeClr>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85"/>
                    <p:cNvSpPr/>
                    <p:nvPr/>
                  </p:nvSpPr>
                  <p:spPr>
                    <a:xfrm>
                      <a:off x="2861797" y="1553163"/>
                      <a:ext cx="74427" cy="68597"/>
                    </a:xfrm>
                    <a:custGeom>
                      <a:rect b="b" l="l" r="r" t="t"/>
                      <a:pathLst>
                        <a:path extrusionOk="0" h="1259" w="1366">
                          <a:moveTo>
                            <a:pt x="1276" y="1"/>
                          </a:moveTo>
                          <a:cubicBezTo>
                            <a:pt x="1232" y="1"/>
                            <a:pt x="1187" y="37"/>
                            <a:pt x="1187" y="90"/>
                          </a:cubicBezTo>
                          <a:cubicBezTo>
                            <a:pt x="1187" y="135"/>
                            <a:pt x="1223" y="170"/>
                            <a:pt x="1267" y="170"/>
                          </a:cubicBezTo>
                          <a:lnTo>
                            <a:pt x="1267" y="527"/>
                          </a:lnTo>
                          <a:lnTo>
                            <a:pt x="589" y="1196"/>
                          </a:lnTo>
                          <a:lnTo>
                            <a:pt x="108" y="1196"/>
                          </a:lnTo>
                          <a:cubicBezTo>
                            <a:pt x="108" y="1179"/>
                            <a:pt x="81" y="1152"/>
                            <a:pt x="54" y="1152"/>
                          </a:cubicBezTo>
                          <a:cubicBezTo>
                            <a:pt x="27" y="1152"/>
                            <a:pt x="0" y="1179"/>
                            <a:pt x="0" y="1205"/>
                          </a:cubicBezTo>
                          <a:cubicBezTo>
                            <a:pt x="0" y="1241"/>
                            <a:pt x="27" y="1259"/>
                            <a:pt x="54" y="1259"/>
                          </a:cubicBezTo>
                          <a:cubicBezTo>
                            <a:pt x="81" y="1259"/>
                            <a:pt x="108" y="1241"/>
                            <a:pt x="108" y="1214"/>
                          </a:cubicBezTo>
                          <a:lnTo>
                            <a:pt x="598" y="1214"/>
                          </a:lnTo>
                          <a:lnTo>
                            <a:pt x="1285" y="536"/>
                          </a:lnTo>
                          <a:lnTo>
                            <a:pt x="1285" y="170"/>
                          </a:lnTo>
                          <a:cubicBezTo>
                            <a:pt x="1330" y="170"/>
                            <a:pt x="1365" y="135"/>
                            <a:pt x="1365" y="90"/>
                          </a:cubicBezTo>
                          <a:cubicBezTo>
                            <a:pt x="1365" y="37"/>
                            <a:pt x="1321" y="1"/>
                            <a:pt x="1276" y="1"/>
                          </a:cubicBezTo>
                          <a:close/>
                        </a:path>
                      </a:pathLst>
                    </a:custGeom>
                    <a:gradFill>
                      <a:gsLst>
                        <a:gs pos="0">
                          <a:schemeClr val="accent3">
                            <a:alpha val="70000"/>
                          </a:schemeClr>
                        </a:gs>
                        <a:gs pos="100000">
                          <a:schemeClr val="lt2">
                            <a:alpha val="70000"/>
                          </a:schemeClr>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85"/>
                    <p:cNvSpPr/>
                    <p:nvPr/>
                  </p:nvSpPr>
                  <p:spPr>
                    <a:xfrm>
                      <a:off x="2858419" y="1643120"/>
                      <a:ext cx="48165" cy="19996"/>
                    </a:xfrm>
                    <a:custGeom>
                      <a:rect b="b" l="l" r="r" t="t"/>
                      <a:pathLst>
                        <a:path extrusionOk="0" h="367" w="884">
                          <a:moveTo>
                            <a:pt x="830" y="0"/>
                          </a:moveTo>
                          <a:cubicBezTo>
                            <a:pt x="803" y="0"/>
                            <a:pt x="785" y="18"/>
                            <a:pt x="776" y="45"/>
                          </a:cubicBezTo>
                          <a:lnTo>
                            <a:pt x="196" y="45"/>
                          </a:lnTo>
                          <a:lnTo>
                            <a:pt x="45" y="179"/>
                          </a:lnTo>
                          <a:lnTo>
                            <a:pt x="45" y="259"/>
                          </a:lnTo>
                          <a:cubicBezTo>
                            <a:pt x="18" y="268"/>
                            <a:pt x="0" y="286"/>
                            <a:pt x="0" y="313"/>
                          </a:cubicBezTo>
                          <a:cubicBezTo>
                            <a:pt x="0" y="339"/>
                            <a:pt x="18" y="366"/>
                            <a:pt x="54" y="366"/>
                          </a:cubicBezTo>
                          <a:cubicBezTo>
                            <a:pt x="80" y="366"/>
                            <a:pt x="107" y="339"/>
                            <a:pt x="107" y="313"/>
                          </a:cubicBezTo>
                          <a:cubicBezTo>
                            <a:pt x="107" y="286"/>
                            <a:pt x="80" y="268"/>
                            <a:pt x="62" y="259"/>
                          </a:cubicBezTo>
                          <a:lnTo>
                            <a:pt x="62" y="188"/>
                          </a:lnTo>
                          <a:lnTo>
                            <a:pt x="205" y="63"/>
                          </a:lnTo>
                          <a:lnTo>
                            <a:pt x="776" y="63"/>
                          </a:lnTo>
                          <a:cubicBezTo>
                            <a:pt x="785" y="90"/>
                            <a:pt x="803" y="107"/>
                            <a:pt x="830" y="107"/>
                          </a:cubicBezTo>
                          <a:cubicBezTo>
                            <a:pt x="865" y="107"/>
                            <a:pt x="883" y="81"/>
                            <a:pt x="883" y="54"/>
                          </a:cubicBezTo>
                          <a:cubicBezTo>
                            <a:pt x="883" y="27"/>
                            <a:pt x="865" y="0"/>
                            <a:pt x="830" y="0"/>
                          </a:cubicBezTo>
                          <a:close/>
                        </a:path>
                      </a:pathLst>
                    </a:custGeom>
                    <a:gradFill>
                      <a:gsLst>
                        <a:gs pos="0">
                          <a:schemeClr val="accent3">
                            <a:alpha val="70000"/>
                          </a:schemeClr>
                        </a:gs>
                        <a:gs pos="100000">
                          <a:schemeClr val="lt2">
                            <a:alpha val="70000"/>
                          </a:schemeClr>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85"/>
                    <p:cNvSpPr/>
                    <p:nvPr/>
                  </p:nvSpPr>
                  <p:spPr>
                    <a:xfrm>
                      <a:off x="2750971" y="1431167"/>
                      <a:ext cx="272752" cy="612030"/>
                    </a:xfrm>
                    <a:custGeom>
                      <a:rect b="b" l="l" r="r" t="t"/>
                      <a:pathLst>
                        <a:path extrusionOk="0" h="11233" w="5006">
                          <a:moveTo>
                            <a:pt x="3810" y="126"/>
                          </a:moveTo>
                          <a:lnTo>
                            <a:pt x="3810" y="1259"/>
                          </a:lnTo>
                          <a:lnTo>
                            <a:pt x="3667" y="1259"/>
                          </a:lnTo>
                          <a:lnTo>
                            <a:pt x="3667" y="946"/>
                          </a:lnTo>
                          <a:lnTo>
                            <a:pt x="3453" y="732"/>
                          </a:lnTo>
                          <a:lnTo>
                            <a:pt x="3453" y="251"/>
                          </a:lnTo>
                          <a:cubicBezTo>
                            <a:pt x="3578" y="197"/>
                            <a:pt x="3694" y="161"/>
                            <a:pt x="3810" y="126"/>
                          </a:cubicBezTo>
                          <a:close/>
                          <a:moveTo>
                            <a:pt x="3970" y="81"/>
                          </a:moveTo>
                          <a:lnTo>
                            <a:pt x="3970" y="1259"/>
                          </a:lnTo>
                          <a:lnTo>
                            <a:pt x="3828" y="1259"/>
                          </a:lnTo>
                          <a:lnTo>
                            <a:pt x="3828" y="117"/>
                          </a:lnTo>
                          <a:cubicBezTo>
                            <a:pt x="3881" y="108"/>
                            <a:pt x="3926" y="99"/>
                            <a:pt x="3970" y="81"/>
                          </a:cubicBezTo>
                          <a:close/>
                          <a:moveTo>
                            <a:pt x="3435" y="251"/>
                          </a:moveTo>
                          <a:lnTo>
                            <a:pt x="3435" y="732"/>
                          </a:lnTo>
                          <a:lnTo>
                            <a:pt x="3649" y="955"/>
                          </a:lnTo>
                          <a:lnTo>
                            <a:pt x="3649" y="1259"/>
                          </a:lnTo>
                          <a:lnTo>
                            <a:pt x="3658" y="1259"/>
                          </a:lnTo>
                          <a:cubicBezTo>
                            <a:pt x="3605" y="1259"/>
                            <a:pt x="3551" y="1294"/>
                            <a:pt x="3524" y="1339"/>
                          </a:cubicBezTo>
                          <a:lnTo>
                            <a:pt x="3524" y="1330"/>
                          </a:lnTo>
                          <a:lnTo>
                            <a:pt x="3212" y="1330"/>
                          </a:lnTo>
                          <a:lnTo>
                            <a:pt x="2953" y="1071"/>
                          </a:lnTo>
                          <a:lnTo>
                            <a:pt x="2454" y="1071"/>
                          </a:lnTo>
                          <a:cubicBezTo>
                            <a:pt x="2498" y="946"/>
                            <a:pt x="2543" y="839"/>
                            <a:pt x="2605" y="768"/>
                          </a:cubicBezTo>
                          <a:cubicBezTo>
                            <a:pt x="2757" y="572"/>
                            <a:pt x="3087" y="393"/>
                            <a:pt x="3435" y="251"/>
                          </a:cubicBezTo>
                          <a:close/>
                          <a:moveTo>
                            <a:pt x="4256" y="37"/>
                          </a:moveTo>
                          <a:cubicBezTo>
                            <a:pt x="4372" y="37"/>
                            <a:pt x="4595" y="117"/>
                            <a:pt x="4693" y="188"/>
                          </a:cubicBezTo>
                          <a:cubicBezTo>
                            <a:pt x="4782" y="260"/>
                            <a:pt x="4952" y="572"/>
                            <a:pt x="4970" y="607"/>
                          </a:cubicBezTo>
                          <a:lnTo>
                            <a:pt x="4970" y="1241"/>
                          </a:lnTo>
                          <a:lnTo>
                            <a:pt x="4746" y="1241"/>
                          </a:lnTo>
                          <a:lnTo>
                            <a:pt x="4657" y="1330"/>
                          </a:lnTo>
                          <a:lnTo>
                            <a:pt x="4283" y="1330"/>
                          </a:lnTo>
                          <a:lnTo>
                            <a:pt x="4283" y="1339"/>
                          </a:lnTo>
                          <a:cubicBezTo>
                            <a:pt x="4256" y="1303"/>
                            <a:pt x="4211" y="1268"/>
                            <a:pt x="4167" y="1268"/>
                          </a:cubicBezTo>
                          <a:lnTo>
                            <a:pt x="4176" y="1268"/>
                          </a:lnTo>
                          <a:lnTo>
                            <a:pt x="4176" y="946"/>
                          </a:lnTo>
                          <a:lnTo>
                            <a:pt x="4381" y="723"/>
                          </a:lnTo>
                          <a:lnTo>
                            <a:pt x="4381" y="63"/>
                          </a:lnTo>
                          <a:lnTo>
                            <a:pt x="4363" y="63"/>
                          </a:lnTo>
                          <a:lnTo>
                            <a:pt x="4363" y="715"/>
                          </a:lnTo>
                          <a:lnTo>
                            <a:pt x="4167" y="938"/>
                          </a:lnTo>
                          <a:lnTo>
                            <a:pt x="4158" y="946"/>
                          </a:lnTo>
                          <a:lnTo>
                            <a:pt x="4158" y="1268"/>
                          </a:lnTo>
                          <a:cubicBezTo>
                            <a:pt x="4158" y="1268"/>
                            <a:pt x="4149" y="1259"/>
                            <a:pt x="4149" y="1259"/>
                          </a:cubicBezTo>
                          <a:lnTo>
                            <a:pt x="3988" y="1259"/>
                          </a:lnTo>
                          <a:lnTo>
                            <a:pt x="3988" y="81"/>
                          </a:lnTo>
                          <a:cubicBezTo>
                            <a:pt x="4077" y="63"/>
                            <a:pt x="4158" y="45"/>
                            <a:pt x="4229" y="37"/>
                          </a:cubicBezTo>
                          <a:close/>
                          <a:moveTo>
                            <a:pt x="2944" y="1089"/>
                          </a:moveTo>
                          <a:lnTo>
                            <a:pt x="3203" y="1348"/>
                          </a:lnTo>
                          <a:lnTo>
                            <a:pt x="3524" y="1348"/>
                          </a:lnTo>
                          <a:cubicBezTo>
                            <a:pt x="3515" y="1366"/>
                            <a:pt x="3506" y="1393"/>
                            <a:pt x="3506" y="1419"/>
                          </a:cubicBezTo>
                          <a:lnTo>
                            <a:pt x="3506" y="1491"/>
                          </a:lnTo>
                          <a:lnTo>
                            <a:pt x="3203" y="1491"/>
                          </a:lnTo>
                          <a:lnTo>
                            <a:pt x="2944" y="1250"/>
                          </a:lnTo>
                          <a:lnTo>
                            <a:pt x="2391" y="1250"/>
                          </a:lnTo>
                          <a:cubicBezTo>
                            <a:pt x="2409" y="1196"/>
                            <a:pt x="2427" y="1143"/>
                            <a:pt x="2445" y="1089"/>
                          </a:cubicBezTo>
                          <a:close/>
                          <a:moveTo>
                            <a:pt x="4970" y="1259"/>
                          </a:moveTo>
                          <a:lnTo>
                            <a:pt x="4970" y="1526"/>
                          </a:lnTo>
                          <a:lnTo>
                            <a:pt x="4300" y="1526"/>
                          </a:lnTo>
                          <a:lnTo>
                            <a:pt x="4300" y="1419"/>
                          </a:lnTo>
                          <a:cubicBezTo>
                            <a:pt x="4300" y="1393"/>
                            <a:pt x="4292" y="1366"/>
                            <a:pt x="4283" y="1348"/>
                          </a:cubicBezTo>
                          <a:lnTo>
                            <a:pt x="4657" y="1348"/>
                          </a:lnTo>
                          <a:lnTo>
                            <a:pt x="4755" y="1259"/>
                          </a:lnTo>
                          <a:close/>
                          <a:moveTo>
                            <a:pt x="2944" y="1268"/>
                          </a:moveTo>
                          <a:lnTo>
                            <a:pt x="3194" y="1508"/>
                          </a:lnTo>
                          <a:lnTo>
                            <a:pt x="3506" y="1508"/>
                          </a:lnTo>
                          <a:lnTo>
                            <a:pt x="3506" y="1651"/>
                          </a:lnTo>
                          <a:lnTo>
                            <a:pt x="2266" y="1651"/>
                          </a:lnTo>
                          <a:cubicBezTo>
                            <a:pt x="2302" y="1571"/>
                            <a:pt x="2329" y="1473"/>
                            <a:pt x="2356" y="1384"/>
                          </a:cubicBezTo>
                          <a:cubicBezTo>
                            <a:pt x="2365" y="1348"/>
                            <a:pt x="2373" y="1303"/>
                            <a:pt x="2391" y="1268"/>
                          </a:cubicBezTo>
                          <a:close/>
                          <a:moveTo>
                            <a:pt x="4970" y="1544"/>
                          </a:moveTo>
                          <a:lnTo>
                            <a:pt x="4970" y="1687"/>
                          </a:lnTo>
                          <a:lnTo>
                            <a:pt x="4300" y="1687"/>
                          </a:lnTo>
                          <a:lnTo>
                            <a:pt x="4300" y="1544"/>
                          </a:lnTo>
                          <a:close/>
                          <a:moveTo>
                            <a:pt x="3506" y="1669"/>
                          </a:moveTo>
                          <a:lnTo>
                            <a:pt x="3506" y="1803"/>
                          </a:lnTo>
                          <a:lnTo>
                            <a:pt x="2213" y="1803"/>
                          </a:lnTo>
                          <a:cubicBezTo>
                            <a:pt x="2231" y="1758"/>
                            <a:pt x="2249" y="1714"/>
                            <a:pt x="2266" y="1669"/>
                          </a:cubicBezTo>
                          <a:close/>
                          <a:moveTo>
                            <a:pt x="4970" y="1705"/>
                          </a:moveTo>
                          <a:lnTo>
                            <a:pt x="4970" y="1928"/>
                          </a:lnTo>
                          <a:lnTo>
                            <a:pt x="4729" y="1928"/>
                          </a:lnTo>
                          <a:lnTo>
                            <a:pt x="4622" y="1839"/>
                          </a:lnTo>
                          <a:lnTo>
                            <a:pt x="4300" y="1839"/>
                          </a:lnTo>
                          <a:lnTo>
                            <a:pt x="4300" y="1705"/>
                          </a:lnTo>
                          <a:close/>
                          <a:moveTo>
                            <a:pt x="777" y="3070"/>
                          </a:moveTo>
                          <a:lnTo>
                            <a:pt x="1365" y="3614"/>
                          </a:lnTo>
                          <a:lnTo>
                            <a:pt x="1365" y="4470"/>
                          </a:lnTo>
                          <a:lnTo>
                            <a:pt x="1169" y="4470"/>
                          </a:lnTo>
                          <a:cubicBezTo>
                            <a:pt x="1053" y="4470"/>
                            <a:pt x="955" y="4568"/>
                            <a:pt x="955" y="4693"/>
                          </a:cubicBezTo>
                          <a:lnTo>
                            <a:pt x="955" y="4881"/>
                          </a:lnTo>
                          <a:lnTo>
                            <a:pt x="72" y="4881"/>
                          </a:lnTo>
                          <a:cubicBezTo>
                            <a:pt x="72" y="4827"/>
                            <a:pt x="81" y="4782"/>
                            <a:pt x="81" y="4738"/>
                          </a:cubicBezTo>
                          <a:cubicBezTo>
                            <a:pt x="90" y="4675"/>
                            <a:pt x="108" y="4613"/>
                            <a:pt x="125" y="4551"/>
                          </a:cubicBezTo>
                          <a:lnTo>
                            <a:pt x="339" y="4551"/>
                          </a:lnTo>
                          <a:lnTo>
                            <a:pt x="411" y="4675"/>
                          </a:lnTo>
                          <a:lnTo>
                            <a:pt x="955" y="4675"/>
                          </a:lnTo>
                          <a:lnTo>
                            <a:pt x="955" y="4658"/>
                          </a:lnTo>
                          <a:lnTo>
                            <a:pt x="429" y="4658"/>
                          </a:lnTo>
                          <a:lnTo>
                            <a:pt x="348" y="4533"/>
                          </a:lnTo>
                          <a:lnTo>
                            <a:pt x="134" y="4533"/>
                          </a:lnTo>
                          <a:cubicBezTo>
                            <a:pt x="206" y="4256"/>
                            <a:pt x="331" y="3917"/>
                            <a:pt x="482" y="3605"/>
                          </a:cubicBezTo>
                          <a:lnTo>
                            <a:pt x="812" y="3908"/>
                          </a:lnTo>
                          <a:lnTo>
                            <a:pt x="812" y="4113"/>
                          </a:lnTo>
                          <a:cubicBezTo>
                            <a:pt x="786" y="4122"/>
                            <a:pt x="768" y="4140"/>
                            <a:pt x="768" y="4167"/>
                          </a:cubicBezTo>
                          <a:cubicBezTo>
                            <a:pt x="768" y="4194"/>
                            <a:pt x="794" y="4220"/>
                            <a:pt x="821" y="4220"/>
                          </a:cubicBezTo>
                          <a:cubicBezTo>
                            <a:pt x="857" y="4220"/>
                            <a:pt x="875" y="4194"/>
                            <a:pt x="875" y="4167"/>
                          </a:cubicBezTo>
                          <a:cubicBezTo>
                            <a:pt x="875" y="4140"/>
                            <a:pt x="857" y="4122"/>
                            <a:pt x="830" y="4113"/>
                          </a:cubicBezTo>
                          <a:lnTo>
                            <a:pt x="830" y="3899"/>
                          </a:lnTo>
                          <a:lnTo>
                            <a:pt x="491" y="3596"/>
                          </a:lnTo>
                          <a:cubicBezTo>
                            <a:pt x="518" y="3534"/>
                            <a:pt x="545" y="3471"/>
                            <a:pt x="580" y="3418"/>
                          </a:cubicBezTo>
                          <a:lnTo>
                            <a:pt x="1142" y="3935"/>
                          </a:lnTo>
                          <a:lnTo>
                            <a:pt x="1142" y="4470"/>
                          </a:lnTo>
                          <a:lnTo>
                            <a:pt x="1169" y="4470"/>
                          </a:lnTo>
                          <a:lnTo>
                            <a:pt x="1169" y="3926"/>
                          </a:lnTo>
                          <a:lnTo>
                            <a:pt x="589" y="3400"/>
                          </a:lnTo>
                          <a:cubicBezTo>
                            <a:pt x="652" y="3275"/>
                            <a:pt x="714" y="3168"/>
                            <a:pt x="777" y="3070"/>
                          </a:cubicBezTo>
                          <a:close/>
                          <a:moveTo>
                            <a:pt x="4184" y="2053"/>
                          </a:moveTo>
                          <a:lnTo>
                            <a:pt x="4184" y="2802"/>
                          </a:lnTo>
                          <a:lnTo>
                            <a:pt x="3328" y="3650"/>
                          </a:lnTo>
                          <a:lnTo>
                            <a:pt x="3328" y="4542"/>
                          </a:lnTo>
                          <a:lnTo>
                            <a:pt x="3685" y="4890"/>
                          </a:lnTo>
                          <a:lnTo>
                            <a:pt x="3694" y="4898"/>
                          </a:lnTo>
                          <a:lnTo>
                            <a:pt x="4140" y="4898"/>
                          </a:lnTo>
                          <a:lnTo>
                            <a:pt x="4140" y="4881"/>
                          </a:lnTo>
                          <a:lnTo>
                            <a:pt x="3703" y="4881"/>
                          </a:lnTo>
                          <a:lnTo>
                            <a:pt x="3346" y="4533"/>
                          </a:lnTo>
                          <a:lnTo>
                            <a:pt x="3346" y="3658"/>
                          </a:lnTo>
                          <a:lnTo>
                            <a:pt x="4202" y="2811"/>
                          </a:lnTo>
                          <a:lnTo>
                            <a:pt x="4202" y="2053"/>
                          </a:lnTo>
                          <a:close/>
                          <a:moveTo>
                            <a:pt x="955" y="4898"/>
                          </a:moveTo>
                          <a:lnTo>
                            <a:pt x="955" y="5130"/>
                          </a:lnTo>
                          <a:lnTo>
                            <a:pt x="54" y="5130"/>
                          </a:lnTo>
                          <a:cubicBezTo>
                            <a:pt x="54" y="5050"/>
                            <a:pt x="63" y="4970"/>
                            <a:pt x="63" y="4898"/>
                          </a:cubicBezTo>
                          <a:close/>
                          <a:moveTo>
                            <a:pt x="955" y="5148"/>
                          </a:moveTo>
                          <a:lnTo>
                            <a:pt x="955" y="5362"/>
                          </a:lnTo>
                          <a:lnTo>
                            <a:pt x="393" y="5362"/>
                          </a:lnTo>
                          <a:lnTo>
                            <a:pt x="286" y="5478"/>
                          </a:lnTo>
                          <a:lnTo>
                            <a:pt x="54" y="5478"/>
                          </a:lnTo>
                          <a:cubicBezTo>
                            <a:pt x="54" y="5371"/>
                            <a:pt x="54" y="5255"/>
                            <a:pt x="54" y="5148"/>
                          </a:cubicBezTo>
                          <a:close/>
                          <a:moveTo>
                            <a:pt x="955" y="5371"/>
                          </a:moveTo>
                          <a:cubicBezTo>
                            <a:pt x="964" y="5487"/>
                            <a:pt x="1053" y="5576"/>
                            <a:pt x="1169" y="5576"/>
                          </a:cubicBezTo>
                          <a:lnTo>
                            <a:pt x="1365" y="5576"/>
                          </a:lnTo>
                          <a:lnTo>
                            <a:pt x="1365" y="5960"/>
                          </a:lnTo>
                          <a:lnTo>
                            <a:pt x="919" y="6397"/>
                          </a:lnTo>
                          <a:lnTo>
                            <a:pt x="224" y="6397"/>
                          </a:lnTo>
                          <a:lnTo>
                            <a:pt x="224" y="6406"/>
                          </a:lnTo>
                          <a:cubicBezTo>
                            <a:pt x="197" y="6335"/>
                            <a:pt x="179" y="6272"/>
                            <a:pt x="152" y="6210"/>
                          </a:cubicBezTo>
                          <a:lnTo>
                            <a:pt x="893" y="6210"/>
                          </a:lnTo>
                          <a:lnTo>
                            <a:pt x="1142" y="5933"/>
                          </a:lnTo>
                          <a:lnTo>
                            <a:pt x="1142" y="5576"/>
                          </a:lnTo>
                          <a:lnTo>
                            <a:pt x="1125" y="5576"/>
                          </a:lnTo>
                          <a:lnTo>
                            <a:pt x="1125" y="5924"/>
                          </a:lnTo>
                          <a:lnTo>
                            <a:pt x="884" y="6192"/>
                          </a:lnTo>
                          <a:lnTo>
                            <a:pt x="152" y="6192"/>
                          </a:lnTo>
                          <a:cubicBezTo>
                            <a:pt x="143" y="6156"/>
                            <a:pt x="125" y="6121"/>
                            <a:pt x="116" y="6085"/>
                          </a:cubicBezTo>
                          <a:lnTo>
                            <a:pt x="687" y="6085"/>
                          </a:lnTo>
                          <a:lnTo>
                            <a:pt x="794" y="5978"/>
                          </a:lnTo>
                          <a:cubicBezTo>
                            <a:pt x="803" y="5982"/>
                            <a:pt x="812" y="5985"/>
                            <a:pt x="821" y="5985"/>
                          </a:cubicBezTo>
                          <a:cubicBezTo>
                            <a:pt x="830" y="5985"/>
                            <a:pt x="839" y="5982"/>
                            <a:pt x="848" y="5978"/>
                          </a:cubicBezTo>
                          <a:cubicBezTo>
                            <a:pt x="875" y="5969"/>
                            <a:pt x="884" y="5933"/>
                            <a:pt x="875" y="5907"/>
                          </a:cubicBezTo>
                          <a:cubicBezTo>
                            <a:pt x="863" y="5889"/>
                            <a:pt x="848" y="5879"/>
                            <a:pt x="831" y="5879"/>
                          </a:cubicBezTo>
                          <a:cubicBezTo>
                            <a:pt x="822" y="5879"/>
                            <a:pt x="813" y="5882"/>
                            <a:pt x="803" y="5889"/>
                          </a:cubicBezTo>
                          <a:cubicBezTo>
                            <a:pt x="777" y="5898"/>
                            <a:pt x="768" y="5933"/>
                            <a:pt x="777" y="5960"/>
                          </a:cubicBezTo>
                          <a:cubicBezTo>
                            <a:pt x="777" y="5960"/>
                            <a:pt x="777" y="5960"/>
                            <a:pt x="786" y="5969"/>
                          </a:cubicBezTo>
                          <a:lnTo>
                            <a:pt x="678" y="6067"/>
                          </a:lnTo>
                          <a:lnTo>
                            <a:pt x="116" y="6067"/>
                          </a:lnTo>
                          <a:cubicBezTo>
                            <a:pt x="108" y="6049"/>
                            <a:pt x="108" y="6022"/>
                            <a:pt x="99" y="6005"/>
                          </a:cubicBezTo>
                          <a:cubicBezTo>
                            <a:pt x="99" y="5978"/>
                            <a:pt x="90" y="5960"/>
                            <a:pt x="90" y="5942"/>
                          </a:cubicBezTo>
                          <a:lnTo>
                            <a:pt x="473" y="5942"/>
                          </a:lnTo>
                          <a:lnTo>
                            <a:pt x="554" y="5871"/>
                          </a:lnTo>
                          <a:cubicBezTo>
                            <a:pt x="566" y="5877"/>
                            <a:pt x="583" y="5883"/>
                            <a:pt x="599" y="5883"/>
                          </a:cubicBezTo>
                          <a:cubicBezTo>
                            <a:pt x="605" y="5883"/>
                            <a:pt x="611" y="5882"/>
                            <a:pt x="616" y="5880"/>
                          </a:cubicBezTo>
                          <a:cubicBezTo>
                            <a:pt x="643" y="5862"/>
                            <a:pt x="652" y="5835"/>
                            <a:pt x="643" y="5808"/>
                          </a:cubicBezTo>
                          <a:cubicBezTo>
                            <a:pt x="630" y="5789"/>
                            <a:pt x="612" y="5774"/>
                            <a:pt x="594" y="5774"/>
                          </a:cubicBezTo>
                          <a:cubicBezTo>
                            <a:pt x="586" y="5774"/>
                            <a:pt x="579" y="5777"/>
                            <a:pt x="571" y="5782"/>
                          </a:cubicBezTo>
                          <a:cubicBezTo>
                            <a:pt x="545" y="5791"/>
                            <a:pt x="527" y="5826"/>
                            <a:pt x="545" y="5853"/>
                          </a:cubicBezTo>
                          <a:lnTo>
                            <a:pt x="464" y="5924"/>
                          </a:lnTo>
                          <a:lnTo>
                            <a:pt x="90" y="5924"/>
                          </a:lnTo>
                          <a:cubicBezTo>
                            <a:pt x="81" y="5898"/>
                            <a:pt x="81" y="5862"/>
                            <a:pt x="72" y="5835"/>
                          </a:cubicBezTo>
                          <a:lnTo>
                            <a:pt x="366" y="5835"/>
                          </a:lnTo>
                          <a:lnTo>
                            <a:pt x="447" y="5746"/>
                          </a:lnTo>
                          <a:cubicBezTo>
                            <a:pt x="455" y="5750"/>
                            <a:pt x="464" y="5753"/>
                            <a:pt x="474" y="5753"/>
                          </a:cubicBezTo>
                          <a:cubicBezTo>
                            <a:pt x="484" y="5753"/>
                            <a:pt x="496" y="5750"/>
                            <a:pt x="509" y="5746"/>
                          </a:cubicBezTo>
                          <a:cubicBezTo>
                            <a:pt x="527" y="5737"/>
                            <a:pt x="545" y="5701"/>
                            <a:pt x="527" y="5675"/>
                          </a:cubicBezTo>
                          <a:cubicBezTo>
                            <a:pt x="520" y="5655"/>
                            <a:pt x="498" y="5644"/>
                            <a:pt x="477" y="5644"/>
                          </a:cubicBezTo>
                          <a:cubicBezTo>
                            <a:pt x="469" y="5644"/>
                            <a:pt x="462" y="5646"/>
                            <a:pt x="455" y="5648"/>
                          </a:cubicBezTo>
                          <a:cubicBezTo>
                            <a:pt x="429" y="5666"/>
                            <a:pt x="420" y="5692"/>
                            <a:pt x="429" y="5719"/>
                          </a:cubicBezTo>
                          <a:cubicBezTo>
                            <a:pt x="438" y="5728"/>
                            <a:pt x="438" y="5728"/>
                            <a:pt x="438" y="5728"/>
                          </a:cubicBezTo>
                          <a:lnTo>
                            <a:pt x="357" y="5817"/>
                          </a:lnTo>
                          <a:lnTo>
                            <a:pt x="72" y="5817"/>
                          </a:lnTo>
                          <a:cubicBezTo>
                            <a:pt x="72" y="5773"/>
                            <a:pt x="63" y="5737"/>
                            <a:pt x="63" y="5692"/>
                          </a:cubicBezTo>
                          <a:lnTo>
                            <a:pt x="241" y="5692"/>
                          </a:lnTo>
                          <a:lnTo>
                            <a:pt x="322" y="5621"/>
                          </a:lnTo>
                          <a:cubicBezTo>
                            <a:pt x="332" y="5632"/>
                            <a:pt x="343" y="5636"/>
                            <a:pt x="353" y="5636"/>
                          </a:cubicBezTo>
                          <a:cubicBezTo>
                            <a:pt x="360" y="5636"/>
                            <a:pt x="368" y="5634"/>
                            <a:pt x="375" y="5630"/>
                          </a:cubicBezTo>
                          <a:cubicBezTo>
                            <a:pt x="402" y="5621"/>
                            <a:pt x="420" y="5585"/>
                            <a:pt x="402" y="5559"/>
                          </a:cubicBezTo>
                          <a:cubicBezTo>
                            <a:pt x="395" y="5539"/>
                            <a:pt x="374" y="5528"/>
                            <a:pt x="352" y="5528"/>
                          </a:cubicBezTo>
                          <a:cubicBezTo>
                            <a:pt x="345" y="5528"/>
                            <a:pt x="337" y="5530"/>
                            <a:pt x="331" y="5532"/>
                          </a:cubicBezTo>
                          <a:cubicBezTo>
                            <a:pt x="304" y="5550"/>
                            <a:pt x="295" y="5585"/>
                            <a:pt x="304" y="5603"/>
                          </a:cubicBezTo>
                          <a:cubicBezTo>
                            <a:pt x="304" y="5612"/>
                            <a:pt x="313" y="5612"/>
                            <a:pt x="313" y="5612"/>
                          </a:cubicBezTo>
                          <a:lnTo>
                            <a:pt x="241" y="5675"/>
                          </a:lnTo>
                          <a:lnTo>
                            <a:pt x="63" y="5675"/>
                          </a:lnTo>
                          <a:cubicBezTo>
                            <a:pt x="63" y="5621"/>
                            <a:pt x="54" y="5559"/>
                            <a:pt x="54" y="5496"/>
                          </a:cubicBezTo>
                          <a:lnTo>
                            <a:pt x="295" y="5496"/>
                          </a:lnTo>
                          <a:lnTo>
                            <a:pt x="402" y="5380"/>
                          </a:lnTo>
                          <a:lnTo>
                            <a:pt x="955" y="5380"/>
                          </a:lnTo>
                          <a:lnTo>
                            <a:pt x="955" y="5371"/>
                          </a:lnTo>
                          <a:close/>
                          <a:moveTo>
                            <a:pt x="1606" y="5576"/>
                          </a:moveTo>
                          <a:lnTo>
                            <a:pt x="1606" y="5924"/>
                          </a:lnTo>
                          <a:lnTo>
                            <a:pt x="946" y="6620"/>
                          </a:lnTo>
                          <a:lnTo>
                            <a:pt x="304" y="6620"/>
                          </a:lnTo>
                          <a:cubicBezTo>
                            <a:pt x="277" y="6558"/>
                            <a:pt x="250" y="6486"/>
                            <a:pt x="232" y="6415"/>
                          </a:cubicBezTo>
                          <a:lnTo>
                            <a:pt x="928" y="6415"/>
                          </a:lnTo>
                          <a:lnTo>
                            <a:pt x="1383" y="5969"/>
                          </a:lnTo>
                          <a:lnTo>
                            <a:pt x="1383" y="5576"/>
                          </a:lnTo>
                          <a:close/>
                          <a:moveTo>
                            <a:pt x="1829" y="5576"/>
                          </a:moveTo>
                          <a:lnTo>
                            <a:pt x="1838" y="5951"/>
                          </a:lnTo>
                          <a:lnTo>
                            <a:pt x="946" y="6861"/>
                          </a:lnTo>
                          <a:lnTo>
                            <a:pt x="393" y="6861"/>
                          </a:lnTo>
                          <a:cubicBezTo>
                            <a:pt x="366" y="6790"/>
                            <a:pt x="339" y="6709"/>
                            <a:pt x="313" y="6638"/>
                          </a:cubicBezTo>
                          <a:lnTo>
                            <a:pt x="955" y="6638"/>
                          </a:lnTo>
                          <a:lnTo>
                            <a:pt x="1624" y="5933"/>
                          </a:lnTo>
                          <a:lnTo>
                            <a:pt x="1624" y="5576"/>
                          </a:lnTo>
                          <a:close/>
                          <a:moveTo>
                            <a:pt x="759" y="8262"/>
                          </a:moveTo>
                          <a:lnTo>
                            <a:pt x="946" y="8395"/>
                          </a:lnTo>
                          <a:lnTo>
                            <a:pt x="1348" y="8395"/>
                          </a:lnTo>
                          <a:cubicBezTo>
                            <a:pt x="1348" y="8404"/>
                            <a:pt x="1348" y="8404"/>
                            <a:pt x="1348" y="8413"/>
                          </a:cubicBezTo>
                          <a:lnTo>
                            <a:pt x="1348" y="8503"/>
                          </a:lnTo>
                          <a:lnTo>
                            <a:pt x="955" y="8503"/>
                          </a:lnTo>
                          <a:lnTo>
                            <a:pt x="768" y="8378"/>
                          </a:lnTo>
                          <a:lnTo>
                            <a:pt x="455" y="8378"/>
                          </a:lnTo>
                          <a:cubicBezTo>
                            <a:pt x="464" y="8342"/>
                            <a:pt x="464" y="8297"/>
                            <a:pt x="473" y="8262"/>
                          </a:cubicBezTo>
                          <a:close/>
                          <a:moveTo>
                            <a:pt x="759" y="8395"/>
                          </a:moveTo>
                          <a:lnTo>
                            <a:pt x="946" y="8520"/>
                          </a:lnTo>
                          <a:lnTo>
                            <a:pt x="1348" y="8520"/>
                          </a:lnTo>
                          <a:lnTo>
                            <a:pt x="1348" y="8592"/>
                          </a:lnTo>
                          <a:lnTo>
                            <a:pt x="919" y="8592"/>
                          </a:lnTo>
                          <a:lnTo>
                            <a:pt x="794" y="8717"/>
                          </a:lnTo>
                          <a:lnTo>
                            <a:pt x="447" y="8717"/>
                          </a:lnTo>
                          <a:cubicBezTo>
                            <a:pt x="447" y="8619"/>
                            <a:pt x="447" y="8511"/>
                            <a:pt x="455" y="8395"/>
                          </a:cubicBezTo>
                          <a:close/>
                          <a:moveTo>
                            <a:pt x="1348" y="8610"/>
                          </a:moveTo>
                          <a:lnTo>
                            <a:pt x="1348" y="8690"/>
                          </a:lnTo>
                          <a:lnTo>
                            <a:pt x="946" y="8690"/>
                          </a:lnTo>
                          <a:lnTo>
                            <a:pt x="794" y="8824"/>
                          </a:lnTo>
                          <a:lnTo>
                            <a:pt x="455" y="8824"/>
                          </a:lnTo>
                          <a:cubicBezTo>
                            <a:pt x="455" y="8797"/>
                            <a:pt x="455" y="8761"/>
                            <a:pt x="447" y="8734"/>
                          </a:cubicBezTo>
                          <a:lnTo>
                            <a:pt x="803" y="8734"/>
                          </a:lnTo>
                          <a:lnTo>
                            <a:pt x="928" y="8610"/>
                          </a:lnTo>
                          <a:close/>
                          <a:moveTo>
                            <a:pt x="4970" y="8181"/>
                          </a:moveTo>
                          <a:lnTo>
                            <a:pt x="4970" y="8315"/>
                          </a:lnTo>
                          <a:lnTo>
                            <a:pt x="4675" y="8315"/>
                          </a:lnTo>
                          <a:lnTo>
                            <a:pt x="4309" y="8699"/>
                          </a:lnTo>
                          <a:lnTo>
                            <a:pt x="4309" y="9002"/>
                          </a:lnTo>
                          <a:lnTo>
                            <a:pt x="4149" y="9002"/>
                          </a:lnTo>
                          <a:lnTo>
                            <a:pt x="4149" y="8699"/>
                          </a:lnTo>
                          <a:lnTo>
                            <a:pt x="4684" y="8181"/>
                          </a:lnTo>
                          <a:close/>
                          <a:moveTo>
                            <a:pt x="4970" y="8333"/>
                          </a:moveTo>
                          <a:lnTo>
                            <a:pt x="4970" y="8529"/>
                          </a:lnTo>
                          <a:lnTo>
                            <a:pt x="4684" y="8529"/>
                          </a:lnTo>
                          <a:lnTo>
                            <a:pt x="4425" y="8761"/>
                          </a:lnTo>
                          <a:lnTo>
                            <a:pt x="4425" y="9002"/>
                          </a:lnTo>
                          <a:lnTo>
                            <a:pt x="4327" y="9002"/>
                          </a:lnTo>
                          <a:lnTo>
                            <a:pt x="4327" y="8699"/>
                          </a:lnTo>
                          <a:lnTo>
                            <a:pt x="4684" y="8333"/>
                          </a:lnTo>
                          <a:close/>
                          <a:moveTo>
                            <a:pt x="3506" y="1821"/>
                          </a:moveTo>
                          <a:lnTo>
                            <a:pt x="3506" y="1901"/>
                          </a:lnTo>
                          <a:cubicBezTo>
                            <a:pt x="3506" y="1972"/>
                            <a:pt x="3551" y="2035"/>
                            <a:pt x="3622" y="2053"/>
                          </a:cubicBezTo>
                          <a:cubicBezTo>
                            <a:pt x="3631" y="2053"/>
                            <a:pt x="3649" y="2062"/>
                            <a:pt x="3658" y="2062"/>
                          </a:cubicBezTo>
                          <a:lnTo>
                            <a:pt x="3756" y="2062"/>
                          </a:lnTo>
                          <a:lnTo>
                            <a:pt x="3756" y="2802"/>
                          </a:lnTo>
                          <a:lnTo>
                            <a:pt x="2721" y="3846"/>
                          </a:lnTo>
                          <a:lnTo>
                            <a:pt x="1990" y="3846"/>
                          </a:lnTo>
                          <a:lnTo>
                            <a:pt x="1856" y="3971"/>
                          </a:lnTo>
                          <a:lnTo>
                            <a:pt x="1856" y="4470"/>
                          </a:lnTo>
                          <a:lnTo>
                            <a:pt x="1874" y="4470"/>
                          </a:lnTo>
                          <a:lnTo>
                            <a:pt x="1874" y="3980"/>
                          </a:lnTo>
                          <a:lnTo>
                            <a:pt x="1999" y="3864"/>
                          </a:lnTo>
                          <a:lnTo>
                            <a:pt x="2730" y="3864"/>
                          </a:lnTo>
                          <a:lnTo>
                            <a:pt x="3774" y="2811"/>
                          </a:lnTo>
                          <a:lnTo>
                            <a:pt x="3774" y="2062"/>
                          </a:lnTo>
                          <a:lnTo>
                            <a:pt x="3890" y="2062"/>
                          </a:lnTo>
                          <a:lnTo>
                            <a:pt x="3890" y="2802"/>
                          </a:lnTo>
                          <a:lnTo>
                            <a:pt x="3043" y="3641"/>
                          </a:lnTo>
                          <a:lnTo>
                            <a:pt x="3043" y="3650"/>
                          </a:lnTo>
                          <a:lnTo>
                            <a:pt x="3043" y="4925"/>
                          </a:lnTo>
                          <a:lnTo>
                            <a:pt x="3399" y="5300"/>
                          </a:lnTo>
                          <a:lnTo>
                            <a:pt x="4140" y="5300"/>
                          </a:lnTo>
                          <a:lnTo>
                            <a:pt x="4140" y="5282"/>
                          </a:lnTo>
                          <a:lnTo>
                            <a:pt x="3417" y="5282"/>
                          </a:lnTo>
                          <a:lnTo>
                            <a:pt x="3060" y="4916"/>
                          </a:lnTo>
                          <a:lnTo>
                            <a:pt x="3060" y="3658"/>
                          </a:lnTo>
                          <a:lnTo>
                            <a:pt x="3908" y="2820"/>
                          </a:lnTo>
                          <a:lnTo>
                            <a:pt x="3908" y="2811"/>
                          </a:lnTo>
                          <a:lnTo>
                            <a:pt x="3908" y="2062"/>
                          </a:lnTo>
                          <a:lnTo>
                            <a:pt x="4024" y="2062"/>
                          </a:lnTo>
                          <a:lnTo>
                            <a:pt x="4024" y="2793"/>
                          </a:lnTo>
                          <a:lnTo>
                            <a:pt x="3176" y="3650"/>
                          </a:lnTo>
                          <a:lnTo>
                            <a:pt x="3176" y="4756"/>
                          </a:lnTo>
                          <a:lnTo>
                            <a:pt x="3542" y="5095"/>
                          </a:lnTo>
                          <a:lnTo>
                            <a:pt x="4140" y="5095"/>
                          </a:lnTo>
                          <a:lnTo>
                            <a:pt x="4140" y="5077"/>
                          </a:lnTo>
                          <a:lnTo>
                            <a:pt x="3551" y="5077"/>
                          </a:lnTo>
                          <a:lnTo>
                            <a:pt x="3194" y="4747"/>
                          </a:lnTo>
                          <a:lnTo>
                            <a:pt x="3194" y="3658"/>
                          </a:lnTo>
                          <a:lnTo>
                            <a:pt x="4042" y="2802"/>
                          </a:lnTo>
                          <a:lnTo>
                            <a:pt x="4042" y="2062"/>
                          </a:lnTo>
                          <a:lnTo>
                            <a:pt x="4149" y="2062"/>
                          </a:lnTo>
                          <a:cubicBezTo>
                            <a:pt x="4158" y="2062"/>
                            <a:pt x="4176" y="2053"/>
                            <a:pt x="4184" y="2053"/>
                          </a:cubicBezTo>
                          <a:cubicBezTo>
                            <a:pt x="4256" y="2035"/>
                            <a:pt x="4300" y="1972"/>
                            <a:pt x="4300" y="1901"/>
                          </a:cubicBezTo>
                          <a:lnTo>
                            <a:pt x="4300" y="1856"/>
                          </a:lnTo>
                          <a:lnTo>
                            <a:pt x="4613" y="1856"/>
                          </a:lnTo>
                          <a:lnTo>
                            <a:pt x="4720" y="1946"/>
                          </a:lnTo>
                          <a:lnTo>
                            <a:pt x="4970" y="1946"/>
                          </a:lnTo>
                          <a:lnTo>
                            <a:pt x="4970" y="3168"/>
                          </a:lnTo>
                          <a:lnTo>
                            <a:pt x="4488" y="3168"/>
                          </a:lnTo>
                          <a:lnTo>
                            <a:pt x="4051" y="3578"/>
                          </a:lnTo>
                          <a:cubicBezTo>
                            <a:pt x="4042" y="3569"/>
                            <a:pt x="4033" y="3560"/>
                            <a:pt x="4015" y="3560"/>
                          </a:cubicBezTo>
                          <a:cubicBezTo>
                            <a:pt x="3988" y="3560"/>
                            <a:pt x="3961" y="3587"/>
                            <a:pt x="3961" y="3614"/>
                          </a:cubicBezTo>
                          <a:cubicBezTo>
                            <a:pt x="3961" y="3650"/>
                            <a:pt x="3988" y="3667"/>
                            <a:pt x="4015" y="3667"/>
                          </a:cubicBezTo>
                          <a:cubicBezTo>
                            <a:pt x="4051" y="3667"/>
                            <a:pt x="4068" y="3650"/>
                            <a:pt x="4068" y="3614"/>
                          </a:cubicBezTo>
                          <a:cubicBezTo>
                            <a:pt x="4068" y="3605"/>
                            <a:pt x="4068" y="3596"/>
                            <a:pt x="4060" y="3587"/>
                          </a:cubicBezTo>
                          <a:lnTo>
                            <a:pt x="4488" y="3186"/>
                          </a:lnTo>
                          <a:lnTo>
                            <a:pt x="4970" y="3186"/>
                          </a:lnTo>
                          <a:lnTo>
                            <a:pt x="4970" y="3337"/>
                          </a:lnTo>
                          <a:lnTo>
                            <a:pt x="4550" y="3337"/>
                          </a:lnTo>
                          <a:lnTo>
                            <a:pt x="4292" y="3569"/>
                          </a:lnTo>
                          <a:cubicBezTo>
                            <a:pt x="4283" y="3569"/>
                            <a:pt x="4274" y="3560"/>
                            <a:pt x="4256" y="3560"/>
                          </a:cubicBezTo>
                          <a:cubicBezTo>
                            <a:pt x="4229" y="3560"/>
                            <a:pt x="4202" y="3587"/>
                            <a:pt x="4202" y="3614"/>
                          </a:cubicBezTo>
                          <a:cubicBezTo>
                            <a:pt x="4202" y="3650"/>
                            <a:pt x="4229" y="3667"/>
                            <a:pt x="4256" y="3667"/>
                          </a:cubicBezTo>
                          <a:cubicBezTo>
                            <a:pt x="4292" y="3667"/>
                            <a:pt x="4309" y="3650"/>
                            <a:pt x="4309" y="3614"/>
                          </a:cubicBezTo>
                          <a:cubicBezTo>
                            <a:pt x="4309" y="3605"/>
                            <a:pt x="4309" y="3596"/>
                            <a:pt x="4300" y="3587"/>
                          </a:cubicBezTo>
                          <a:lnTo>
                            <a:pt x="4559" y="3355"/>
                          </a:lnTo>
                          <a:lnTo>
                            <a:pt x="4970" y="3355"/>
                          </a:lnTo>
                          <a:lnTo>
                            <a:pt x="4970" y="3435"/>
                          </a:lnTo>
                          <a:lnTo>
                            <a:pt x="4684" y="3435"/>
                          </a:lnTo>
                          <a:lnTo>
                            <a:pt x="4523" y="3569"/>
                          </a:lnTo>
                          <a:cubicBezTo>
                            <a:pt x="4523" y="3569"/>
                            <a:pt x="4515" y="3560"/>
                            <a:pt x="4506" y="3560"/>
                          </a:cubicBezTo>
                          <a:cubicBezTo>
                            <a:pt x="4470" y="3560"/>
                            <a:pt x="4452" y="3587"/>
                            <a:pt x="4452" y="3614"/>
                          </a:cubicBezTo>
                          <a:cubicBezTo>
                            <a:pt x="4452" y="3650"/>
                            <a:pt x="4470" y="3667"/>
                            <a:pt x="4506" y="3667"/>
                          </a:cubicBezTo>
                          <a:cubicBezTo>
                            <a:pt x="4532" y="3667"/>
                            <a:pt x="4559" y="3650"/>
                            <a:pt x="4559" y="3614"/>
                          </a:cubicBezTo>
                          <a:cubicBezTo>
                            <a:pt x="4559" y="3605"/>
                            <a:pt x="4550" y="3587"/>
                            <a:pt x="4541" y="3578"/>
                          </a:cubicBezTo>
                          <a:lnTo>
                            <a:pt x="4693" y="3453"/>
                          </a:lnTo>
                          <a:lnTo>
                            <a:pt x="4970" y="3453"/>
                          </a:lnTo>
                          <a:lnTo>
                            <a:pt x="4970" y="4104"/>
                          </a:lnTo>
                          <a:lnTo>
                            <a:pt x="4399" y="4104"/>
                          </a:lnTo>
                          <a:lnTo>
                            <a:pt x="4247" y="3944"/>
                          </a:lnTo>
                          <a:cubicBezTo>
                            <a:pt x="4256" y="3935"/>
                            <a:pt x="4256" y="3926"/>
                            <a:pt x="4256" y="3917"/>
                          </a:cubicBezTo>
                          <a:cubicBezTo>
                            <a:pt x="4256" y="3881"/>
                            <a:pt x="4238" y="3864"/>
                            <a:pt x="4202" y="3864"/>
                          </a:cubicBezTo>
                          <a:cubicBezTo>
                            <a:pt x="4176" y="3864"/>
                            <a:pt x="4149" y="3881"/>
                            <a:pt x="4149" y="3917"/>
                          </a:cubicBezTo>
                          <a:cubicBezTo>
                            <a:pt x="4149" y="3944"/>
                            <a:pt x="4176" y="3971"/>
                            <a:pt x="4202" y="3971"/>
                          </a:cubicBezTo>
                          <a:cubicBezTo>
                            <a:pt x="4220" y="3971"/>
                            <a:pt x="4229" y="3962"/>
                            <a:pt x="4238" y="3962"/>
                          </a:cubicBezTo>
                          <a:lnTo>
                            <a:pt x="4390" y="4122"/>
                          </a:lnTo>
                          <a:lnTo>
                            <a:pt x="4970" y="4122"/>
                          </a:lnTo>
                          <a:lnTo>
                            <a:pt x="4970" y="4238"/>
                          </a:lnTo>
                          <a:lnTo>
                            <a:pt x="4300" y="4238"/>
                          </a:lnTo>
                          <a:lnTo>
                            <a:pt x="4024" y="3953"/>
                          </a:lnTo>
                          <a:cubicBezTo>
                            <a:pt x="4033" y="3944"/>
                            <a:pt x="4033" y="3926"/>
                            <a:pt x="4033" y="3917"/>
                          </a:cubicBezTo>
                          <a:cubicBezTo>
                            <a:pt x="4033" y="3881"/>
                            <a:pt x="4015" y="3864"/>
                            <a:pt x="3979" y="3864"/>
                          </a:cubicBezTo>
                          <a:cubicBezTo>
                            <a:pt x="3953" y="3864"/>
                            <a:pt x="3926" y="3881"/>
                            <a:pt x="3926" y="3917"/>
                          </a:cubicBezTo>
                          <a:cubicBezTo>
                            <a:pt x="3926" y="3944"/>
                            <a:pt x="3953" y="3971"/>
                            <a:pt x="3979" y="3971"/>
                          </a:cubicBezTo>
                          <a:cubicBezTo>
                            <a:pt x="3988" y="3971"/>
                            <a:pt x="3997" y="3962"/>
                            <a:pt x="4006" y="3962"/>
                          </a:cubicBezTo>
                          <a:lnTo>
                            <a:pt x="4292" y="4256"/>
                          </a:lnTo>
                          <a:lnTo>
                            <a:pt x="4970" y="4256"/>
                          </a:lnTo>
                          <a:lnTo>
                            <a:pt x="4970" y="4354"/>
                          </a:lnTo>
                          <a:lnTo>
                            <a:pt x="4211" y="4354"/>
                          </a:lnTo>
                          <a:lnTo>
                            <a:pt x="3810" y="3944"/>
                          </a:lnTo>
                          <a:cubicBezTo>
                            <a:pt x="3819" y="3935"/>
                            <a:pt x="3819" y="3926"/>
                            <a:pt x="3819" y="3917"/>
                          </a:cubicBezTo>
                          <a:cubicBezTo>
                            <a:pt x="3819" y="3881"/>
                            <a:pt x="3801" y="3864"/>
                            <a:pt x="3765" y="3864"/>
                          </a:cubicBezTo>
                          <a:cubicBezTo>
                            <a:pt x="3738" y="3864"/>
                            <a:pt x="3712" y="3881"/>
                            <a:pt x="3712" y="3917"/>
                          </a:cubicBezTo>
                          <a:cubicBezTo>
                            <a:pt x="3712" y="3944"/>
                            <a:pt x="3738" y="3971"/>
                            <a:pt x="3765" y="3971"/>
                          </a:cubicBezTo>
                          <a:cubicBezTo>
                            <a:pt x="3783" y="3971"/>
                            <a:pt x="3792" y="3962"/>
                            <a:pt x="3801" y="3962"/>
                          </a:cubicBezTo>
                          <a:lnTo>
                            <a:pt x="4202" y="4372"/>
                          </a:lnTo>
                          <a:lnTo>
                            <a:pt x="4970" y="4372"/>
                          </a:lnTo>
                          <a:lnTo>
                            <a:pt x="4970" y="8164"/>
                          </a:lnTo>
                          <a:lnTo>
                            <a:pt x="4675" y="8164"/>
                          </a:lnTo>
                          <a:lnTo>
                            <a:pt x="4131" y="8690"/>
                          </a:lnTo>
                          <a:lnTo>
                            <a:pt x="4131" y="8699"/>
                          </a:lnTo>
                          <a:lnTo>
                            <a:pt x="4131" y="9002"/>
                          </a:lnTo>
                          <a:lnTo>
                            <a:pt x="3997" y="9002"/>
                          </a:lnTo>
                          <a:lnTo>
                            <a:pt x="3997" y="8199"/>
                          </a:lnTo>
                          <a:lnTo>
                            <a:pt x="4773" y="7441"/>
                          </a:lnTo>
                          <a:lnTo>
                            <a:pt x="4773" y="7120"/>
                          </a:lnTo>
                          <a:lnTo>
                            <a:pt x="4791" y="7120"/>
                          </a:lnTo>
                          <a:cubicBezTo>
                            <a:pt x="4818" y="7102"/>
                            <a:pt x="4827" y="7075"/>
                            <a:pt x="4818" y="7048"/>
                          </a:cubicBezTo>
                          <a:cubicBezTo>
                            <a:pt x="4804" y="7028"/>
                            <a:pt x="4786" y="7018"/>
                            <a:pt x="4766" y="7018"/>
                          </a:cubicBezTo>
                          <a:cubicBezTo>
                            <a:pt x="4760" y="7018"/>
                            <a:pt x="4753" y="7019"/>
                            <a:pt x="4746" y="7022"/>
                          </a:cubicBezTo>
                          <a:cubicBezTo>
                            <a:pt x="4720" y="7039"/>
                            <a:pt x="4702" y="7066"/>
                            <a:pt x="4720" y="7093"/>
                          </a:cubicBezTo>
                          <a:cubicBezTo>
                            <a:pt x="4729" y="7111"/>
                            <a:pt x="4746" y="7120"/>
                            <a:pt x="4755" y="7120"/>
                          </a:cubicBezTo>
                          <a:lnTo>
                            <a:pt x="4755" y="7432"/>
                          </a:lnTo>
                          <a:lnTo>
                            <a:pt x="3979" y="8190"/>
                          </a:lnTo>
                          <a:lnTo>
                            <a:pt x="3979" y="9002"/>
                          </a:lnTo>
                          <a:lnTo>
                            <a:pt x="3854" y="9002"/>
                          </a:lnTo>
                          <a:lnTo>
                            <a:pt x="3854" y="8137"/>
                          </a:lnTo>
                          <a:lnTo>
                            <a:pt x="4595" y="7405"/>
                          </a:lnTo>
                          <a:lnTo>
                            <a:pt x="4604" y="7396"/>
                          </a:lnTo>
                          <a:lnTo>
                            <a:pt x="4604" y="7173"/>
                          </a:lnTo>
                          <a:cubicBezTo>
                            <a:pt x="4604" y="7173"/>
                            <a:pt x="4613" y="7173"/>
                            <a:pt x="4613" y="7164"/>
                          </a:cubicBezTo>
                          <a:cubicBezTo>
                            <a:pt x="4639" y="7155"/>
                            <a:pt x="4648" y="7120"/>
                            <a:pt x="4639" y="7093"/>
                          </a:cubicBezTo>
                          <a:cubicBezTo>
                            <a:pt x="4628" y="7076"/>
                            <a:pt x="4613" y="7066"/>
                            <a:pt x="4596" y="7066"/>
                          </a:cubicBezTo>
                          <a:cubicBezTo>
                            <a:pt x="4587" y="7066"/>
                            <a:pt x="4578" y="7069"/>
                            <a:pt x="4568" y="7075"/>
                          </a:cubicBezTo>
                          <a:cubicBezTo>
                            <a:pt x="4541" y="7084"/>
                            <a:pt x="4532" y="7120"/>
                            <a:pt x="4541" y="7147"/>
                          </a:cubicBezTo>
                          <a:cubicBezTo>
                            <a:pt x="4550" y="7164"/>
                            <a:pt x="4568" y="7173"/>
                            <a:pt x="4586" y="7173"/>
                          </a:cubicBezTo>
                          <a:lnTo>
                            <a:pt x="4586" y="7396"/>
                          </a:lnTo>
                          <a:lnTo>
                            <a:pt x="3837" y="8119"/>
                          </a:lnTo>
                          <a:lnTo>
                            <a:pt x="3837" y="8128"/>
                          </a:lnTo>
                          <a:lnTo>
                            <a:pt x="3837" y="9011"/>
                          </a:lnTo>
                          <a:cubicBezTo>
                            <a:pt x="3783" y="9029"/>
                            <a:pt x="3738" y="9082"/>
                            <a:pt x="3738" y="9154"/>
                          </a:cubicBezTo>
                          <a:lnTo>
                            <a:pt x="3738" y="9181"/>
                          </a:lnTo>
                          <a:lnTo>
                            <a:pt x="3346" y="9181"/>
                          </a:lnTo>
                          <a:lnTo>
                            <a:pt x="3132" y="8975"/>
                          </a:lnTo>
                          <a:lnTo>
                            <a:pt x="3132" y="7405"/>
                          </a:lnTo>
                          <a:lnTo>
                            <a:pt x="3774" y="6781"/>
                          </a:lnTo>
                          <a:lnTo>
                            <a:pt x="4167" y="6781"/>
                          </a:lnTo>
                          <a:lnTo>
                            <a:pt x="4167" y="6763"/>
                          </a:lnTo>
                          <a:lnTo>
                            <a:pt x="3765" y="6763"/>
                          </a:lnTo>
                          <a:lnTo>
                            <a:pt x="3123" y="7396"/>
                          </a:lnTo>
                          <a:lnTo>
                            <a:pt x="3114" y="7396"/>
                          </a:lnTo>
                          <a:lnTo>
                            <a:pt x="3114" y="8975"/>
                          </a:lnTo>
                          <a:lnTo>
                            <a:pt x="3337" y="9198"/>
                          </a:lnTo>
                          <a:lnTo>
                            <a:pt x="3738" y="9198"/>
                          </a:lnTo>
                          <a:lnTo>
                            <a:pt x="3738" y="9386"/>
                          </a:lnTo>
                          <a:lnTo>
                            <a:pt x="3221" y="9386"/>
                          </a:lnTo>
                          <a:lnTo>
                            <a:pt x="2891" y="9029"/>
                          </a:lnTo>
                          <a:lnTo>
                            <a:pt x="2891" y="7405"/>
                          </a:lnTo>
                          <a:lnTo>
                            <a:pt x="3774" y="6531"/>
                          </a:lnTo>
                          <a:lnTo>
                            <a:pt x="4140" y="6531"/>
                          </a:lnTo>
                          <a:lnTo>
                            <a:pt x="4140" y="6513"/>
                          </a:lnTo>
                          <a:lnTo>
                            <a:pt x="3765" y="6513"/>
                          </a:lnTo>
                          <a:lnTo>
                            <a:pt x="2873" y="7396"/>
                          </a:lnTo>
                          <a:lnTo>
                            <a:pt x="2873" y="9038"/>
                          </a:lnTo>
                          <a:lnTo>
                            <a:pt x="3212" y="9404"/>
                          </a:lnTo>
                          <a:lnTo>
                            <a:pt x="3738" y="9404"/>
                          </a:lnTo>
                          <a:lnTo>
                            <a:pt x="3738" y="9493"/>
                          </a:lnTo>
                          <a:lnTo>
                            <a:pt x="3096" y="9493"/>
                          </a:lnTo>
                          <a:lnTo>
                            <a:pt x="2730" y="9145"/>
                          </a:lnTo>
                          <a:lnTo>
                            <a:pt x="2730" y="8627"/>
                          </a:lnTo>
                          <a:lnTo>
                            <a:pt x="2489" y="8378"/>
                          </a:lnTo>
                          <a:lnTo>
                            <a:pt x="1838" y="8378"/>
                          </a:lnTo>
                          <a:lnTo>
                            <a:pt x="1838" y="8387"/>
                          </a:lnTo>
                          <a:cubicBezTo>
                            <a:pt x="1829" y="8342"/>
                            <a:pt x="1794" y="8315"/>
                            <a:pt x="1749" y="8315"/>
                          </a:cubicBezTo>
                          <a:lnTo>
                            <a:pt x="1490" y="8315"/>
                          </a:lnTo>
                          <a:lnTo>
                            <a:pt x="1490" y="7762"/>
                          </a:lnTo>
                          <a:lnTo>
                            <a:pt x="3212" y="6031"/>
                          </a:lnTo>
                          <a:lnTo>
                            <a:pt x="4140" y="6031"/>
                          </a:lnTo>
                          <a:lnTo>
                            <a:pt x="4140" y="6014"/>
                          </a:lnTo>
                          <a:lnTo>
                            <a:pt x="3203" y="6014"/>
                          </a:lnTo>
                          <a:lnTo>
                            <a:pt x="1472" y="7753"/>
                          </a:lnTo>
                          <a:lnTo>
                            <a:pt x="1472" y="8315"/>
                          </a:lnTo>
                          <a:lnTo>
                            <a:pt x="1446" y="8315"/>
                          </a:lnTo>
                          <a:cubicBezTo>
                            <a:pt x="1401" y="8315"/>
                            <a:pt x="1356" y="8342"/>
                            <a:pt x="1348" y="8387"/>
                          </a:cubicBezTo>
                          <a:lnTo>
                            <a:pt x="1348" y="8378"/>
                          </a:lnTo>
                          <a:lnTo>
                            <a:pt x="955" y="8378"/>
                          </a:lnTo>
                          <a:lnTo>
                            <a:pt x="759" y="8244"/>
                          </a:lnTo>
                          <a:lnTo>
                            <a:pt x="473" y="8244"/>
                          </a:lnTo>
                          <a:cubicBezTo>
                            <a:pt x="473" y="8199"/>
                            <a:pt x="482" y="8164"/>
                            <a:pt x="482" y="8119"/>
                          </a:cubicBezTo>
                          <a:lnTo>
                            <a:pt x="678" y="8119"/>
                          </a:lnTo>
                          <a:cubicBezTo>
                            <a:pt x="678" y="8128"/>
                            <a:pt x="678" y="8128"/>
                            <a:pt x="687" y="8137"/>
                          </a:cubicBezTo>
                          <a:cubicBezTo>
                            <a:pt x="693" y="8154"/>
                            <a:pt x="710" y="8164"/>
                            <a:pt x="729" y="8164"/>
                          </a:cubicBezTo>
                          <a:cubicBezTo>
                            <a:pt x="739" y="8164"/>
                            <a:pt x="749" y="8161"/>
                            <a:pt x="759" y="8155"/>
                          </a:cubicBezTo>
                          <a:cubicBezTo>
                            <a:pt x="786" y="8146"/>
                            <a:pt x="794" y="8110"/>
                            <a:pt x="777" y="8083"/>
                          </a:cubicBezTo>
                          <a:cubicBezTo>
                            <a:pt x="771" y="8066"/>
                            <a:pt x="754" y="8056"/>
                            <a:pt x="735" y="8056"/>
                          </a:cubicBezTo>
                          <a:cubicBezTo>
                            <a:pt x="725" y="8056"/>
                            <a:pt x="715" y="8059"/>
                            <a:pt x="705" y="8065"/>
                          </a:cubicBezTo>
                          <a:cubicBezTo>
                            <a:pt x="696" y="8074"/>
                            <a:pt x="687" y="8083"/>
                            <a:pt x="678" y="8101"/>
                          </a:cubicBezTo>
                          <a:lnTo>
                            <a:pt x="491" y="8101"/>
                          </a:lnTo>
                          <a:cubicBezTo>
                            <a:pt x="491" y="8083"/>
                            <a:pt x="491" y="8056"/>
                            <a:pt x="491" y="8039"/>
                          </a:cubicBezTo>
                          <a:cubicBezTo>
                            <a:pt x="500" y="8003"/>
                            <a:pt x="500" y="7976"/>
                            <a:pt x="500" y="7941"/>
                          </a:cubicBezTo>
                          <a:lnTo>
                            <a:pt x="830" y="7941"/>
                          </a:lnTo>
                          <a:cubicBezTo>
                            <a:pt x="830" y="7949"/>
                            <a:pt x="830" y="7958"/>
                            <a:pt x="830" y="7958"/>
                          </a:cubicBezTo>
                          <a:cubicBezTo>
                            <a:pt x="844" y="7978"/>
                            <a:pt x="867" y="7988"/>
                            <a:pt x="885" y="7988"/>
                          </a:cubicBezTo>
                          <a:cubicBezTo>
                            <a:pt x="891" y="7988"/>
                            <a:pt x="897" y="7987"/>
                            <a:pt x="902" y="7985"/>
                          </a:cubicBezTo>
                          <a:cubicBezTo>
                            <a:pt x="928" y="7967"/>
                            <a:pt x="946" y="7941"/>
                            <a:pt x="928" y="7914"/>
                          </a:cubicBezTo>
                          <a:cubicBezTo>
                            <a:pt x="922" y="7894"/>
                            <a:pt x="900" y="7884"/>
                            <a:pt x="878" y="7884"/>
                          </a:cubicBezTo>
                          <a:cubicBezTo>
                            <a:pt x="871" y="7884"/>
                            <a:pt x="864" y="7885"/>
                            <a:pt x="857" y="7887"/>
                          </a:cubicBezTo>
                          <a:cubicBezTo>
                            <a:pt x="839" y="7896"/>
                            <a:pt x="830" y="7914"/>
                            <a:pt x="830" y="7923"/>
                          </a:cubicBezTo>
                          <a:lnTo>
                            <a:pt x="509" y="7923"/>
                          </a:lnTo>
                          <a:cubicBezTo>
                            <a:pt x="509" y="7869"/>
                            <a:pt x="518" y="7816"/>
                            <a:pt x="518" y="7771"/>
                          </a:cubicBezTo>
                          <a:lnTo>
                            <a:pt x="964" y="7771"/>
                          </a:lnTo>
                          <a:cubicBezTo>
                            <a:pt x="964" y="7771"/>
                            <a:pt x="964" y="7780"/>
                            <a:pt x="964" y="7780"/>
                          </a:cubicBezTo>
                          <a:cubicBezTo>
                            <a:pt x="977" y="7800"/>
                            <a:pt x="996" y="7810"/>
                            <a:pt x="1015" y="7810"/>
                          </a:cubicBezTo>
                          <a:cubicBezTo>
                            <a:pt x="1022" y="7810"/>
                            <a:pt x="1029" y="7809"/>
                            <a:pt x="1035" y="7807"/>
                          </a:cubicBezTo>
                          <a:cubicBezTo>
                            <a:pt x="1062" y="7789"/>
                            <a:pt x="1071" y="7762"/>
                            <a:pt x="1062" y="7735"/>
                          </a:cubicBezTo>
                          <a:cubicBezTo>
                            <a:pt x="1049" y="7715"/>
                            <a:pt x="1030" y="7705"/>
                            <a:pt x="1011" y="7705"/>
                          </a:cubicBezTo>
                          <a:cubicBezTo>
                            <a:pt x="1004" y="7705"/>
                            <a:pt x="997" y="7706"/>
                            <a:pt x="991" y="7709"/>
                          </a:cubicBezTo>
                          <a:cubicBezTo>
                            <a:pt x="973" y="7717"/>
                            <a:pt x="964" y="7735"/>
                            <a:pt x="964" y="7753"/>
                          </a:cubicBezTo>
                          <a:lnTo>
                            <a:pt x="527" y="7753"/>
                          </a:lnTo>
                          <a:cubicBezTo>
                            <a:pt x="527" y="7700"/>
                            <a:pt x="536" y="7646"/>
                            <a:pt x="536" y="7593"/>
                          </a:cubicBezTo>
                          <a:lnTo>
                            <a:pt x="1107" y="7593"/>
                          </a:lnTo>
                          <a:cubicBezTo>
                            <a:pt x="1107" y="7602"/>
                            <a:pt x="1107" y="7610"/>
                            <a:pt x="1107" y="7610"/>
                          </a:cubicBezTo>
                          <a:cubicBezTo>
                            <a:pt x="1120" y="7631"/>
                            <a:pt x="1138" y="7641"/>
                            <a:pt x="1158" y="7641"/>
                          </a:cubicBezTo>
                          <a:cubicBezTo>
                            <a:pt x="1165" y="7641"/>
                            <a:pt x="1171" y="7639"/>
                            <a:pt x="1178" y="7637"/>
                          </a:cubicBezTo>
                          <a:cubicBezTo>
                            <a:pt x="1205" y="7619"/>
                            <a:pt x="1223" y="7593"/>
                            <a:pt x="1205" y="7566"/>
                          </a:cubicBezTo>
                          <a:cubicBezTo>
                            <a:pt x="1198" y="7547"/>
                            <a:pt x="1178" y="7532"/>
                            <a:pt x="1157" y="7532"/>
                          </a:cubicBezTo>
                          <a:cubicBezTo>
                            <a:pt x="1149" y="7532"/>
                            <a:pt x="1141" y="7534"/>
                            <a:pt x="1133" y="7539"/>
                          </a:cubicBezTo>
                          <a:cubicBezTo>
                            <a:pt x="1116" y="7548"/>
                            <a:pt x="1107" y="7566"/>
                            <a:pt x="1107" y="7575"/>
                          </a:cubicBezTo>
                          <a:lnTo>
                            <a:pt x="536" y="7575"/>
                          </a:lnTo>
                          <a:cubicBezTo>
                            <a:pt x="536" y="7539"/>
                            <a:pt x="536" y="7503"/>
                            <a:pt x="536" y="7468"/>
                          </a:cubicBezTo>
                          <a:lnTo>
                            <a:pt x="1330" y="7468"/>
                          </a:lnTo>
                          <a:lnTo>
                            <a:pt x="2507" y="6290"/>
                          </a:lnTo>
                          <a:cubicBezTo>
                            <a:pt x="2516" y="6299"/>
                            <a:pt x="2534" y="6308"/>
                            <a:pt x="2543" y="6308"/>
                          </a:cubicBezTo>
                          <a:cubicBezTo>
                            <a:pt x="2579" y="6308"/>
                            <a:pt x="2597" y="6281"/>
                            <a:pt x="2597" y="6254"/>
                          </a:cubicBezTo>
                          <a:cubicBezTo>
                            <a:pt x="2597" y="6228"/>
                            <a:pt x="2579" y="6201"/>
                            <a:pt x="2543" y="6201"/>
                          </a:cubicBezTo>
                          <a:cubicBezTo>
                            <a:pt x="2516" y="6201"/>
                            <a:pt x="2489" y="6228"/>
                            <a:pt x="2489" y="6254"/>
                          </a:cubicBezTo>
                          <a:cubicBezTo>
                            <a:pt x="2489" y="6263"/>
                            <a:pt x="2498" y="6272"/>
                            <a:pt x="2498" y="6281"/>
                          </a:cubicBezTo>
                          <a:lnTo>
                            <a:pt x="1321" y="7450"/>
                          </a:lnTo>
                          <a:lnTo>
                            <a:pt x="536" y="7450"/>
                          </a:lnTo>
                          <a:cubicBezTo>
                            <a:pt x="536" y="7396"/>
                            <a:pt x="536" y="7343"/>
                            <a:pt x="527" y="7289"/>
                          </a:cubicBezTo>
                          <a:cubicBezTo>
                            <a:pt x="518" y="7280"/>
                            <a:pt x="518" y="7271"/>
                            <a:pt x="518" y="7254"/>
                          </a:cubicBezTo>
                          <a:lnTo>
                            <a:pt x="1205" y="7254"/>
                          </a:lnTo>
                          <a:lnTo>
                            <a:pt x="2177" y="6290"/>
                          </a:lnTo>
                          <a:cubicBezTo>
                            <a:pt x="2186" y="6299"/>
                            <a:pt x="2195" y="6308"/>
                            <a:pt x="2213" y="6308"/>
                          </a:cubicBezTo>
                          <a:cubicBezTo>
                            <a:pt x="2240" y="6308"/>
                            <a:pt x="2266" y="6281"/>
                            <a:pt x="2266" y="6254"/>
                          </a:cubicBezTo>
                          <a:cubicBezTo>
                            <a:pt x="2266" y="6228"/>
                            <a:pt x="2240" y="6201"/>
                            <a:pt x="2213" y="6201"/>
                          </a:cubicBezTo>
                          <a:cubicBezTo>
                            <a:pt x="2186" y="6201"/>
                            <a:pt x="2159" y="6228"/>
                            <a:pt x="2159" y="6254"/>
                          </a:cubicBezTo>
                          <a:cubicBezTo>
                            <a:pt x="2159" y="6263"/>
                            <a:pt x="2159" y="6272"/>
                            <a:pt x="2168" y="6281"/>
                          </a:cubicBezTo>
                          <a:lnTo>
                            <a:pt x="1196" y="7236"/>
                          </a:lnTo>
                          <a:lnTo>
                            <a:pt x="509" y="7236"/>
                          </a:lnTo>
                          <a:cubicBezTo>
                            <a:pt x="500" y="7191"/>
                            <a:pt x="482" y="7129"/>
                            <a:pt x="464" y="7075"/>
                          </a:cubicBezTo>
                          <a:lnTo>
                            <a:pt x="1053" y="7075"/>
                          </a:lnTo>
                          <a:lnTo>
                            <a:pt x="1811" y="6290"/>
                          </a:lnTo>
                          <a:cubicBezTo>
                            <a:pt x="1822" y="6301"/>
                            <a:pt x="1832" y="6305"/>
                            <a:pt x="1843" y="6305"/>
                          </a:cubicBezTo>
                          <a:cubicBezTo>
                            <a:pt x="1850" y="6305"/>
                            <a:pt x="1858" y="6303"/>
                            <a:pt x="1865" y="6299"/>
                          </a:cubicBezTo>
                          <a:cubicBezTo>
                            <a:pt x="1892" y="6290"/>
                            <a:pt x="1910" y="6254"/>
                            <a:pt x="1892" y="6228"/>
                          </a:cubicBezTo>
                          <a:cubicBezTo>
                            <a:pt x="1886" y="6210"/>
                            <a:pt x="1869" y="6201"/>
                            <a:pt x="1851" y="6201"/>
                          </a:cubicBezTo>
                          <a:cubicBezTo>
                            <a:pt x="1840" y="6201"/>
                            <a:pt x="1830" y="6204"/>
                            <a:pt x="1820" y="6210"/>
                          </a:cubicBezTo>
                          <a:cubicBezTo>
                            <a:pt x="1794" y="6219"/>
                            <a:pt x="1785" y="6254"/>
                            <a:pt x="1794" y="6281"/>
                          </a:cubicBezTo>
                          <a:lnTo>
                            <a:pt x="1044" y="7048"/>
                          </a:lnTo>
                          <a:lnTo>
                            <a:pt x="464" y="7048"/>
                          </a:lnTo>
                          <a:cubicBezTo>
                            <a:pt x="447" y="6995"/>
                            <a:pt x="420" y="6941"/>
                            <a:pt x="402" y="6879"/>
                          </a:cubicBezTo>
                          <a:lnTo>
                            <a:pt x="955" y="6879"/>
                          </a:lnTo>
                          <a:lnTo>
                            <a:pt x="1847" y="5960"/>
                          </a:lnTo>
                          <a:lnTo>
                            <a:pt x="1856" y="5951"/>
                          </a:lnTo>
                          <a:lnTo>
                            <a:pt x="1847" y="5576"/>
                          </a:lnTo>
                          <a:lnTo>
                            <a:pt x="1838" y="5576"/>
                          </a:lnTo>
                          <a:cubicBezTo>
                            <a:pt x="1927" y="5576"/>
                            <a:pt x="2008" y="5523"/>
                            <a:pt x="2034" y="5452"/>
                          </a:cubicBezTo>
                          <a:lnTo>
                            <a:pt x="2034" y="5460"/>
                          </a:lnTo>
                          <a:lnTo>
                            <a:pt x="2481" y="5460"/>
                          </a:lnTo>
                          <a:lnTo>
                            <a:pt x="2837" y="5791"/>
                          </a:lnTo>
                          <a:cubicBezTo>
                            <a:pt x="2828" y="5799"/>
                            <a:pt x="2820" y="5808"/>
                            <a:pt x="2820" y="5826"/>
                          </a:cubicBezTo>
                          <a:cubicBezTo>
                            <a:pt x="2820" y="5853"/>
                            <a:pt x="2846" y="5880"/>
                            <a:pt x="2873" y="5880"/>
                          </a:cubicBezTo>
                          <a:cubicBezTo>
                            <a:pt x="2909" y="5880"/>
                            <a:pt x="2927" y="5853"/>
                            <a:pt x="2927" y="5826"/>
                          </a:cubicBezTo>
                          <a:cubicBezTo>
                            <a:pt x="2927" y="5791"/>
                            <a:pt x="2909" y="5773"/>
                            <a:pt x="2873" y="5773"/>
                          </a:cubicBezTo>
                          <a:cubicBezTo>
                            <a:pt x="2864" y="5773"/>
                            <a:pt x="2855" y="5773"/>
                            <a:pt x="2846" y="5782"/>
                          </a:cubicBezTo>
                          <a:lnTo>
                            <a:pt x="2489" y="5443"/>
                          </a:lnTo>
                          <a:lnTo>
                            <a:pt x="2043" y="5443"/>
                          </a:lnTo>
                          <a:cubicBezTo>
                            <a:pt x="2052" y="5416"/>
                            <a:pt x="2061" y="5389"/>
                            <a:pt x="2061" y="5362"/>
                          </a:cubicBezTo>
                          <a:lnTo>
                            <a:pt x="2061" y="5237"/>
                          </a:lnTo>
                          <a:lnTo>
                            <a:pt x="2498" y="5237"/>
                          </a:lnTo>
                          <a:lnTo>
                            <a:pt x="2739" y="5460"/>
                          </a:lnTo>
                          <a:cubicBezTo>
                            <a:pt x="2739" y="5469"/>
                            <a:pt x="2730" y="5478"/>
                            <a:pt x="2730" y="5487"/>
                          </a:cubicBezTo>
                          <a:cubicBezTo>
                            <a:pt x="2730" y="5523"/>
                            <a:pt x="2757" y="5541"/>
                            <a:pt x="2784" y="5541"/>
                          </a:cubicBezTo>
                          <a:cubicBezTo>
                            <a:pt x="2820" y="5541"/>
                            <a:pt x="2837" y="5523"/>
                            <a:pt x="2837" y="5487"/>
                          </a:cubicBezTo>
                          <a:cubicBezTo>
                            <a:pt x="2837" y="5460"/>
                            <a:pt x="2820" y="5434"/>
                            <a:pt x="2784" y="5434"/>
                          </a:cubicBezTo>
                          <a:cubicBezTo>
                            <a:pt x="2775" y="5434"/>
                            <a:pt x="2766" y="5443"/>
                            <a:pt x="2757" y="5452"/>
                          </a:cubicBezTo>
                          <a:lnTo>
                            <a:pt x="2507" y="5220"/>
                          </a:lnTo>
                          <a:lnTo>
                            <a:pt x="2061" y="5220"/>
                          </a:lnTo>
                          <a:lnTo>
                            <a:pt x="2061" y="4997"/>
                          </a:lnTo>
                          <a:lnTo>
                            <a:pt x="2605" y="4997"/>
                          </a:lnTo>
                          <a:lnTo>
                            <a:pt x="3373" y="5773"/>
                          </a:lnTo>
                          <a:lnTo>
                            <a:pt x="4140" y="5773"/>
                          </a:lnTo>
                          <a:lnTo>
                            <a:pt x="4140" y="5755"/>
                          </a:lnTo>
                          <a:lnTo>
                            <a:pt x="3382" y="5755"/>
                          </a:lnTo>
                          <a:lnTo>
                            <a:pt x="2614" y="4988"/>
                          </a:lnTo>
                          <a:lnTo>
                            <a:pt x="2605" y="4979"/>
                          </a:lnTo>
                          <a:lnTo>
                            <a:pt x="2061" y="4979"/>
                          </a:lnTo>
                          <a:lnTo>
                            <a:pt x="2061" y="4702"/>
                          </a:lnTo>
                          <a:lnTo>
                            <a:pt x="2597" y="4702"/>
                          </a:lnTo>
                          <a:lnTo>
                            <a:pt x="3426" y="5532"/>
                          </a:lnTo>
                          <a:lnTo>
                            <a:pt x="3426" y="5541"/>
                          </a:lnTo>
                          <a:lnTo>
                            <a:pt x="4140" y="5541"/>
                          </a:lnTo>
                          <a:lnTo>
                            <a:pt x="4140" y="5523"/>
                          </a:lnTo>
                          <a:lnTo>
                            <a:pt x="3435" y="5523"/>
                          </a:lnTo>
                          <a:lnTo>
                            <a:pt x="2605" y="4684"/>
                          </a:lnTo>
                          <a:lnTo>
                            <a:pt x="2061" y="4684"/>
                          </a:lnTo>
                          <a:lnTo>
                            <a:pt x="2061" y="4693"/>
                          </a:lnTo>
                          <a:cubicBezTo>
                            <a:pt x="2061" y="4568"/>
                            <a:pt x="1963" y="4470"/>
                            <a:pt x="1838" y="4470"/>
                          </a:cubicBezTo>
                          <a:lnTo>
                            <a:pt x="1642" y="4470"/>
                          </a:lnTo>
                          <a:lnTo>
                            <a:pt x="1642" y="3953"/>
                          </a:lnTo>
                          <a:lnTo>
                            <a:pt x="1954" y="3658"/>
                          </a:lnTo>
                          <a:lnTo>
                            <a:pt x="2811" y="3658"/>
                          </a:lnTo>
                          <a:lnTo>
                            <a:pt x="3622" y="2811"/>
                          </a:lnTo>
                          <a:lnTo>
                            <a:pt x="3622" y="2053"/>
                          </a:lnTo>
                          <a:lnTo>
                            <a:pt x="3605" y="2053"/>
                          </a:lnTo>
                          <a:lnTo>
                            <a:pt x="3605" y="2802"/>
                          </a:lnTo>
                          <a:lnTo>
                            <a:pt x="2802" y="3641"/>
                          </a:lnTo>
                          <a:lnTo>
                            <a:pt x="1945" y="3641"/>
                          </a:lnTo>
                          <a:lnTo>
                            <a:pt x="1633" y="3935"/>
                          </a:lnTo>
                          <a:lnTo>
                            <a:pt x="1624" y="3944"/>
                          </a:lnTo>
                          <a:lnTo>
                            <a:pt x="1624" y="4470"/>
                          </a:lnTo>
                          <a:lnTo>
                            <a:pt x="1383" y="4470"/>
                          </a:lnTo>
                          <a:lnTo>
                            <a:pt x="1383" y="3605"/>
                          </a:lnTo>
                          <a:lnTo>
                            <a:pt x="794" y="3052"/>
                          </a:lnTo>
                          <a:cubicBezTo>
                            <a:pt x="812" y="3025"/>
                            <a:pt x="830" y="2998"/>
                            <a:pt x="857" y="2972"/>
                          </a:cubicBezTo>
                          <a:cubicBezTo>
                            <a:pt x="866" y="2945"/>
                            <a:pt x="884" y="2927"/>
                            <a:pt x="910" y="2909"/>
                          </a:cubicBezTo>
                          <a:lnTo>
                            <a:pt x="1196" y="2909"/>
                          </a:lnTo>
                          <a:lnTo>
                            <a:pt x="1490" y="3186"/>
                          </a:lnTo>
                          <a:cubicBezTo>
                            <a:pt x="1490" y="3195"/>
                            <a:pt x="1481" y="3212"/>
                            <a:pt x="1481" y="3221"/>
                          </a:cubicBezTo>
                          <a:cubicBezTo>
                            <a:pt x="1481" y="3248"/>
                            <a:pt x="1508" y="3275"/>
                            <a:pt x="1535" y="3275"/>
                          </a:cubicBezTo>
                          <a:cubicBezTo>
                            <a:pt x="1562" y="3275"/>
                            <a:pt x="1588" y="3248"/>
                            <a:pt x="1588" y="3221"/>
                          </a:cubicBezTo>
                          <a:cubicBezTo>
                            <a:pt x="1588" y="3195"/>
                            <a:pt x="1562" y="3168"/>
                            <a:pt x="1535" y="3168"/>
                          </a:cubicBezTo>
                          <a:cubicBezTo>
                            <a:pt x="1526" y="3168"/>
                            <a:pt x="1517" y="3177"/>
                            <a:pt x="1508" y="3177"/>
                          </a:cubicBezTo>
                          <a:lnTo>
                            <a:pt x="1205" y="2891"/>
                          </a:lnTo>
                          <a:lnTo>
                            <a:pt x="928" y="2891"/>
                          </a:lnTo>
                          <a:cubicBezTo>
                            <a:pt x="973" y="2838"/>
                            <a:pt x="1035" y="2784"/>
                            <a:pt x="1107" y="2731"/>
                          </a:cubicBezTo>
                          <a:lnTo>
                            <a:pt x="1374" y="2731"/>
                          </a:lnTo>
                          <a:lnTo>
                            <a:pt x="1695" y="3043"/>
                          </a:lnTo>
                          <a:cubicBezTo>
                            <a:pt x="1687" y="3052"/>
                            <a:pt x="1678" y="3061"/>
                            <a:pt x="1678" y="3070"/>
                          </a:cubicBezTo>
                          <a:cubicBezTo>
                            <a:pt x="1678" y="3105"/>
                            <a:pt x="1704" y="3123"/>
                            <a:pt x="1731" y="3123"/>
                          </a:cubicBezTo>
                          <a:cubicBezTo>
                            <a:pt x="1767" y="3123"/>
                            <a:pt x="1785" y="3105"/>
                            <a:pt x="1785" y="3070"/>
                          </a:cubicBezTo>
                          <a:cubicBezTo>
                            <a:pt x="1785" y="3043"/>
                            <a:pt x="1767" y="3016"/>
                            <a:pt x="1731" y="3016"/>
                          </a:cubicBezTo>
                          <a:cubicBezTo>
                            <a:pt x="1722" y="3016"/>
                            <a:pt x="1713" y="3025"/>
                            <a:pt x="1704" y="3025"/>
                          </a:cubicBezTo>
                          <a:lnTo>
                            <a:pt x="1383" y="2713"/>
                          </a:lnTo>
                          <a:lnTo>
                            <a:pt x="1125" y="2713"/>
                          </a:lnTo>
                          <a:cubicBezTo>
                            <a:pt x="1169" y="2677"/>
                            <a:pt x="1214" y="2641"/>
                            <a:pt x="1258" y="2615"/>
                          </a:cubicBezTo>
                          <a:lnTo>
                            <a:pt x="1580" y="2615"/>
                          </a:lnTo>
                          <a:lnTo>
                            <a:pt x="1865" y="2891"/>
                          </a:lnTo>
                          <a:cubicBezTo>
                            <a:pt x="1865" y="2900"/>
                            <a:pt x="1856" y="2909"/>
                            <a:pt x="1856" y="2927"/>
                          </a:cubicBezTo>
                          <a:cubicBezTo>
                            <a:pt x="1856" y="2954"/>
                            <a:pt x="1883" y="2980"/>
                            <a:pt x="1910" y="2980"/>
                          </a:cubicBezTo>
                          <a:cubicBezTo>
                            <a:pt x="1945" y="2980"/>
                            <a:pt x="1963" y="2954"/>
                            <a:pt x="1963" y="2927"/>
                          </a:cubicBezTo>
                          <a:cubicBezTo>
                            <a:pt x="1963" y="2891"/>
                            <a:pt x="1945" y="2873"/>
                            <a:pt x="1910" y="2873"/>
                          </a:cubicBezTo>
                          <a:cubicBezTo>
                            <a:pt x="1901" y="2873"/>
                            <a:pt x="1892" y="2873"/>
                            <a:pt x="1883" y="2882"/>
                          </a:cubicBezTo>
                          <a:lnTo>
                            <a:pt x="1588" y="2588"/>
                          </a:lnTo>
                          <a:lnTo>
                            <a:pt x="1285" y="2588"/>
                          </a:lnTo>
                          <a:cubicBezTo>
                            <a:pt x="1356" y="2534"/>
                            <a:pt x="1437" y="2481"/>
                            <a:pt x="1508" y="2427"/>
                          </a:cubicBezTo>
                          <a:lnTo>
                            <a:pt x="2097" y="2427"/>
                          </a:lnTo>
                          <a:lnTo>
                            <a:pt x="2266" y="2311"/>
                          </a:lnTo>
                          <a:lnTo>
                            <a:pt x="2614" y="2311"/>
                          </a:lnTo>
                          <a:cubicBezTo>
                            <a:pt x="2614" y="2338"/>
                            <a:pt x="2632" y="2356"/>
                            <a:pt x="2659" y="2356"/>
                          </a:cubicBezTo>
                          <a:cubicBezTo>
                            <a:pt x="2695" y="2356"/>
                            <a:pt x="2712" y="2329"/>
                            <a:pt x="2712" y="2302"/>
                          </a:cubicBezTo>
                          <a:cubicBezTo>
                            <a:pt x="2712" y="2267"/>
                            <a:pt x="2695" y="2249"/>
                            <a:pt x="2659" y="2249"/>
                          </a:cubicBezTo>
                          <a:cubicBezTo>
                            <a:pt x="2632" y="2249"/>
                            <a:pt x="2614" y="2267"/>
                            <a:pt x="2614" y="2294"/>
                          </a:cubicBezTo>
                          <a:lnTo>
                            <a:pt x="2258" y="2294"/>
                          </a:lnTo>
                          <a:lnTo>
                            <a:pt x="2097" y="2409"/>
                          </a:lnTo>
                          <a:lnTo>
                            <a:pt x="1535" y="2409"/>
                          </a:lnTo>
                          <a:cubicBezTo>
                            <a:pt x="1642" y="2338"/>
                            <a:pt x="1740" y="2267"/>
                            <a:pt x="1811" y="2222"/>
                          </a:cubicBezTo>
                          <a:lnTo>
                            <a:pt x="2757" y="2222"/>
                          </a:lnTo>
                          <a:cubicBezTo>
                            <a:pt x="2766" y="2249"/>
                            <a:pt x="2784" y="2267"/>
                            <a:pt x="2820" y="2267"/>
                          </a:cubicBezTo>
                          <a:cubicBezTo>
                            <a:pt x="2855" y="2267"/>
                            <a:pt x="2882" y="2240"/>
                            <a:pt x="2882" y="2213"/>
                          </a:cubicBezTo>
                          <a:cubicBezTo>
                            <a:pt x="2882" y="2178"/>
                            <a:pt x="2855" y="2151"/>
                            <a:pt x="2820" y="2151"/>
                          </a:cubicBezTo>
                          <a:cubicBezTo>
                            <a:pt x="2784" y="2151"/>
                            <a:pt x="2766" y="2169"/>
                            <a:pt x="2757" y="2204"/>
                          </a:cubicBezTo>
                          <a:lnTo>
                            <a:pt x="1838" y="2204"/>
                          </a:lnTo>
                          <a:cubicBezTo>
                            <a:pt x="1892" y="2160"/>
                            <a:pt x="1927" y="2142"/>
                            <a:pt x="1936" y="2142"/>
                          </a:cubicBezTo>
                          <a:cubicBezTo>
                            <a:pt x="1936" y="2133"/>
                            <a:pt x="1963" y="2115"/>
                            <a:pt x="1990" y="2088"/>
                          </a:cubicBezTo>
                          <a:lnTo>
                            <a:pt x="3078" y="2088"/>
                          </a:lnTo>
                          <a:lnTo>
                            <a:pt x="3248" y="1946"/>
                          </a:lnTo>
                          <a:lnTo>
                            <a:pt x="3506" y="1946"/>
                          </a:lnTo>
                          <a:lnTo>
                            <a:pt x="3506" y="1928"/>
                          </a:lnTo>
                          <a:lnTo>
                            <a:pt x="3239" y="1928"/>
                          </a:lnTo>
                          <a:lnTo>
                            <a:pt x="3069" y="2070"/>
                          </a:lnTo>
                          <a:lnTo>
                            <a:pt x="2017" y="2070"/>
                          </a:lnTo>
                          <a:cubicBezTo>
                            <a:pt x="2061" y="2035"/>
                            <a:pt x="2115" y="1981"/>
                            <a:pt x="2133" y="1955"/>
                          </a:cubicBezTo>
                          <a:cubicBezTo>
                            <a:pt x="2159" y="1910"/>
                            <a:pt x="2186" y="1865"/>
                            <a:pt x="2204" y="1821"/>
                          </a:cubicBezTo>
                          <a:close/>
                          <a:moveTo>
                            <a:pt x="1348" y="8708"/>
                          </a:moveTo>
                          <a:cubicBezTo>
                            <a:pt x="1348" y="8752"/>
                            <a:pt x="1374" y="8788"/>
                            <a:pt x="1401" y="8797"/>
                          </a:cubicBezTo>
                          <a:lnTo>
                            <a:pt x="1392" y="8797"/>
                          </a:lnTo>
                          <a:lnTo>
                            <a:pt x="1392" y="9056"/>
                          </a:lnTo>
                          <a:lnTo>
                            <a:pt x="1178" y="9279"/>
                          </a:lnTo>
                          <a:lnTo>
                            <a:pt x="1178" y="9983"/>
                          </a:lnTo>
                          <a:cubicBezTo>
                            <a:pt x="857" y="9644"/>
                            <a:pt x="607" y="9279"/>
                            <a:pt x="500" y="8993"/>
                          </a:cubicBezTo>
                          <a:cubicBezTo>
                            <a:pt x="482" y="8949"/>
                            <a:pt x="473" y="8895"/>
                            <a:pt x="464" y="8842"/>
                          </a:cubicBezTo>
                          <a:lnTo>
                            <a:pt x="803" y="8842"/>
                          </a:lnTo>
                          <a:lnTo>
                            <a:pt x="955" y="8708"/>
                          </a:lnTo>
                          <a:close/>
                          <a:moveTo>
                            <a:pt x="1490" y="8806"/>
                          </a:moveTo>
                          <a:lnTo>
                            <a:pt x="1490" y="9091"/>
                          </a:lnTo>
                          <a:lnTo>
                            <a:pt x="1267" y="9305"/>
                          </a:lnTo>
                          <a:lnTo>
                            <a:pt x="1267" y="10090"/>
                          </a:lnTo>
                          <a:cubicBezTo>
                            <a:pt x="1241" y="10064"/>
                            <a:pt x="1214" y="10037"/>
                            <a:pt x="1196" y="10010"/>
                          </a:cubicBezTo>
                          <a:lnTo>
                            <a:pt x="1196" y="9279"/>
                          </a:lnTo>
                          <a:lnTo>
                            <a:pt x="1410" y="9056"/>
                          </a:lnTo>
                          <a:lnTo>
                            <a:pt x="1410" y="8806"/>
                          </a:lnTo>
                          <a:close/>
                          <a:moveTo>
                            <a:pt x="1633" y="8806"/>
                          </a:moveTo>
                          <a:lnTo>
                            <a:pt x="1633" y="9073"/>
                          </a:lnTo>
                          <a:lnTo>
                            <a:pt x="1901" y="9350"/>
                          </a:lnTo>
                          <a:lnTo>
                            <a:pt x="1901" y="10670"/>
                          </a:lnTo>
                          <a:cubicBezTo>
                            <a:pt x="1856" y="10635"/>
                            <a:pt x="1811" y="10599"/>
                            <a:pt x="1767" y="10563"/>
                          </a:cubicBezTo>
                          <a:lnTo>
                            <a:pt x="1767" y="9680"/>
                          </a:lnTo>
                          <a:lnTo>
                            <a:pt x="1785" y="9680"/>
                          </a:lnTo>
                          <a:cubicBezTo>
                            <a:pt x="1803" y="9662"/>
                            <a:pt x="1820" y="9636"/>
                            <a:pt x="1803" y="9609"/>
                          </a:cubicBezTo>
                          <a:cubicBezTo>
                            <a:pt x="1796" y="9589"/>
                            <a:pt x="1776" y="9575"/>
                            <a:pt x="1755" y="9575"/>
                          </a:cubicBezTo>
                          <a:cubicBezTo>
                            <a:pt x="1747" y="9575"/>
                            <a:pt x="1739" y="9577"/>
                            <a:pt x="1731" y="9582"/>
                          </a:cubicBezTo>
                          <a:cubicBezTo>
                            <a:pt x="1704" y="9591"/>
                            <a:pt x="1695" y="9627"/>
                            <a:pt x="1704" y="9653"/>
                          </a:cubicBezTo>
                          <a:cubicBezTo>
                            <a:pt x="1713" y="9671"/>
                            <a:pt x="1731" y="9680"/>
                            <a:pt x="1749" y="9680"/>
                          </a:cubicBezTo>
                          <a:lnTo>
                            <a:pt x="1749" y="10545"/>
                          </a:lnTo>
                          <a:cubicBezTo>
                            <a:pt x="1695" y="10501"/>
                            <a:pt x="1642" y="10447"/>
                            <a:pt x="1588" y="10403"/>
                          </a:cubicBezTo>
                          <a:lnTo>
                            <a:pt x="1588" y="9484"/>
                          </a:lnTo>
                          <a:lnTo>
                            <a:pt x="1606" y="9484"/>
                          </a:lnTo>
                          <a:cubicBezTo>
                            <a:pt x="1633" y="9466"/>
                            <a:pt x="1642" y="9439"/>
                            <a:pt x="1624" y="9412"/>
                          </a:cubicBezTo>
                          <a:cubicBezTo>
                            <a:pt x="1617" y="9392"/>
                            <a:pt x="1596" y="9382"/>
                            <a:pt x="1574" y="9382"/>
                          </a:cubicBezTo>
                          <a:cubicBezTo>
                            <a:pt x="1567" y="9382"/>
                            <a:pt x="1559" y="9383"/>
                            <a:pt x="1553" y="9386"/>
                          </a:cubicBezTo>
                          <a:cubicBezTo>
                            <a:pt x="1526" y="9404"/>
                            <a:pt x="1517" y="9430"/>
                            <a:pt x="1526" y="9457"/>
                          </a:cubicBezTo>
                          <a:cubicBezTo>
                            <a:pt x="1535" y="9475"/>
                            <a:pt x="1553" y="9484"/>
                            <a:pt x="1571" y="9484"/>
                          </a:cubicBezTo>
                          <a:lnTo>
                            <a:pt x="1571" y="10385"/>
                          </a:lnTo>
                          <a:cubicBezTo>
                            <a:pt x="1526" y="10349"/>
                            <a:pt x="1481" y="10305"/>
                            <a:pt x="1437" y="10260"/>
                          </a:cubicBezTo>
                          <a:lnTo>
                            <a:pt x="1437" y="9377"/>
                          </a:lnTo>
                          <a:lnTo>
                            <a:pt x="1455" y="9377"/>
                          </a:lnTo>
                          <a:cubicBezTo>
                            <a:pt x="1481" y="9359"/>
                            <a:pt x="1490" y="9332"/>
                            <a:pt x="1472" y="9305"/>
                          </a:cubicBezTo>
                          <a:cubicBezTo>
                            <a:pt x="1466" y="9285"/>
                            <a:pt x="1444" y="9275"/>
                            <a:pt x="1422" y="9275"/>
                          </a:cubicBezTo>
                          <a:cubicBezTo>
                            <a:pt x="1415" y="9275"/>
                            <a:pt x="1408" y="9276"/>
                            <a:pt x="1401" y="9279"/>
                          </a:cubicBezTo>
                          <a:cubicBezTo>
                            <a:pt x="1374" y="9297"/>
                            <a:pt x="1365" y="9323"/>
                            <a:pt x="1383" y="9350"/>
                          </a:cubicBezTo>
                          <a:cubicBezTo>
                            <a:pt x="1392" y="9368"/>
                            <a:pt x="1401" y="9377"/>
                            <a:pt x="1419" y="9377"/>
                          </a:cubicBezTo>
                          <a:lnTo>
                            <a:pt x="1419" y="10242"/>
                          </a:lnTo>
                          <a:cubicBezTo>
                            <a:pt x="1374" y="10198"/>
                            <a:pt x="1330" y="10153"/>
                            <a:pt x="1285" y="10108"/>
                          </a:cubicBezTo>
                          <a:lnTo>
                            <a:pt x="1285" y="9314"/>
                          </a:lnTo>
                          <a:lnTo>
                            <a:pt x="1508" y="9091"/>
                          </a:lnTo>
                          <a:lnTo>
                            <a:pt x="1508" y="8806"/>
                          </a:lnTo>
                          <a:close/>
                          <a:moveTo>
                            <a:pt x="1829" y="8770"/>
                          </a:moveTo>
                          <a:lnTo>
                            <a:pt x="1829" y="8779"/>
                          </a:lnTo>
                          <a:lnTo>
                            <a:pt x="2186" y="8779"/>
                          </a:lnTo>
                          <a:lnTo>
                            <a:pt x="2266" y="8859"/>
                          </a:lnTo>
                          <a:lnTo>
                            <a:pt x="2266" y="10929"/>
                          </a:lnTo>
                          <a:cubicBezTo>
                            <a:pt x="2186" y="10876"/>
                            <a:pt x="2106" y="10822"/>
                            <a:pt x="2026" y="10760"/>
                          </a:cubicBezTo>
                          <a:lnTo>
                            <a:pt x="2026" y="9323"/>
                          </a:lnTo>
                          <a:lnTo>
                            <a:pt x="1767" y="9065"/>
                          </a:lnTo>
                          <a:lnTo>
                            <a:pt x="1767" y="8806"/>
                          </a:lnTo>
                          <a:lnTo>
                            <a:pt x="1749" y="8806"/>
                          </a:lnTo>
                          <a:lnTo>
                            <a:pt x="1749" y="9073"/>
                          </a:lnTo>
                          <a:lnTo>
                            <a:pt x="2008" y="9332"/>
                          </a:lnTo>
                          <a:lnTo>
                            <a:pt x="2008" y="10751"/>
                          </a:lnTo>
                          <a:cubicBezTo>
                            <a:pt x="1972" y="10724"/>
                            <a:pt x="1945" y="10706"/>
                            <a:pt x="1919" y="10679"/>
                          </a:cubicBezTo>
                          <a:lnTo>
                            <a:pt x="1919" y="9341"/>
                          </a:lnTo>
                          <a:lnTo>
                            <a:pt x="1651" y="9065"/>
                          </a:lnTo>
                          <a:lnTo>
                            <a:pt x="1651" y="8806"/>
                          </a:lnTo>
                          <a:lnTo>
                            <a:pt x="1749" y="8806"/>
                          </a:lnTo>
                          <a:cubicBezTo>
                            <a:pt x="1785" y="8806"/>
                            <a:pt x="1811" y="8788"/>
                            <a:pt x="1829" y="8770"/>
                          </a:cubicBezTo>
                          <a:close/>
                          <a:moveTo>
                            <a:pt x="2266" y="8627"/>
                          </a:moveTo>
                          <a:lnTo>
                            <a:pt x="2391" y="8752"/>
                          </a:lnTo>
                          <a:lnTo>
                            <a:pt x="2391" y="10991"/>
                          </a:lnTo>
                          <a:cubicBezTo>
                            <a:pt x="2356" y="10974"/>
                            <a:pt x="2320" y="10956"/>
                            <a:pt x="2284" y="10938"/>
                          </a:cubicBezTo>
                          <a:lnTo>
                            <a:pt x="2284" y="8850"/>
                          </a:lnTo>
                          <a:lnTo>
                            <a:pt x="2195" y="8761"/>
                          </a:lnTo>
                          <a:lnTo>
                            <a:pt x="1829" y="8761"/>
                          </a:lnTo>
                          <a:cubicBezTo>
                            <a:pt x="1838" y="8743"/>
                            <a:pt x="1847" y="8726"/>
                            <a:pt x="1847" y="8708"/>
                          </a:cubicBezTo>
                          <a:lnTo>
                            <a:pt x="1847" y="8627"/>
                          </a:lnTo>
                          <a:close/>
                          <a:moveTo>
                            <a:pt x="4970" y="8547"/>
                          </a:moveTo>
                          <a:lnTo>
                            <a:pt x="4970" y="10492"/>
                          </a:lnTo>
                          <a:cubicBezTo>
                            <a:pt x="4952" y="10572"/>
                            <a:pt x="4880" y="10786"/>
                            <a:pt x="4827" y="10840"/>
                          </a:cubicBezTo>
                          <a:cubicBezTo>
                            <a:pt x="4764" y="10893"/>
                            <a:pt x="4675" y="10947"/>
                            <a:pt x="4568" y="10991"/>
                          </a:cubicBezTo>
                          <a:lnTo>
                            <a:pt x="4568" y="10260"/>
                          </a:lnTo>
                          <a:lnTo>
                            <a:pt x="4399" y="10073"/>
                          </a:lnTo>
                          <a:lnTo>
                            <a:pt x="4399" y="9796"/>
                          </a:lnTo>
                          <a:lnTo>
                            <a:pt x="4381" y="9796"/>
                          </a:lnTo>
                          <a:lnTo>
                            <a:pt x="4381" y="10073"/>
                          </a:lnTo>
                          <a:lnTo>
                            <a:pt x="4550" y="10269"/>
                          </a:lnTo>
                          <a:lnTo>
                            <a:pt x="4550" y="11000"/>
                          </a:lnTo>
                          <a:cubicBezTo>
                            <a:pt x="4461" y="11036"/>
                            <a:pt x="4354" y="11063"/>
                            <a:pt x="4238" y="11099"/>
                          </a:cubicBezTo>
                          <a:lnTo>
                            <a:pt x="4238" y="9796"/>
                          </a:lnTo>
                          <a:lnTo>
                            <a:pt x="4381" y="9796"/>
                          </a:lnTo>
                          <a:cubicBezTo>
                            <a:pt x="4461" y="9796"/>
                            <a:pt x="4532" y="9725"/>
                            <a:pt x="4532" y="9636"/>
                          </a:cubicBezTo>
                          <a:lnTo>
                            <a:pt x="4532" y="9154"/>
                          </a:lnTo>
                          <a:cubicBezTo>
                            <a:pt x="4532" y="9091"/>
                            <a:pt x="4497" y="9029"/>
                            <a:pt x="4434" y="9011"/>
                          </a:cubicBezTo>
                          <a:lnTo>
                            <a:pt x="4443" y="9011"/>
                          </a:lnTo>
                          <a:lnTo>
                            <a:pt x="4443" y="8770"/>
                          </a:lnTo>
                          <a:lnTo>
                            <a:pt x="4693" y="8547"/>
                          </a:lnTo>
                          <a:close/>
                          <a:moveTo>
                            <a:pt x="2481" y="8395"/>
                          </a:moveTo>
                          <a:lnTo>
                            <a:pt x="2712" y="8627"/>
                          </a:lnTo>
                          <a:lnTo>
                            <a:pt x="2712" y="9154"/>
                          </a:lnTo>
                          <a:lnTo>
                            <a:pt x="3087" y="9511"/>
                          </a:lnTo>
                          <a:lnTo>
                            <a:pt x="3738" y="9511"/>
                          </a:lnTo>
                          <a:lnTo>
                            <a:pt x="3738" y="9636"/>
                          </a:lnTo>
                          <a:cubicBezTo>
                            <a:pt x="3738" y="9725"/>
                            <a:pt x="3810" y="9796"/>
                            <a:pt x="3890" y="9796"/>
                          </a:cubicBezTo>
                          <a:lnTo>
                            <a:pt x="3899" y="9796"/>
                          </a:lnTo>
                          <a:lnTo>
                            <a:pt x="3899" y="10090"/>
                          </a:lnTo>
                          <a:lnTo>
                            <a:pt x="3266" y="10733"/>
                          </a:lnTo>
                          <a:lnTo>
                            <a:pt x="3257" y="10733"/>
                          </a:lnTo>
                          <a:lnTo>
                            <a:pt x="3257" y="11197"/>
                          </a:lnTo>
                          <a:cubicBezTo>
                            <a:pt x="3105" y="11197"/>
                            <a:pt x="2962" y="11179"/>
                            <a:pt x="2837" y="11161"/>
                          </a:cubicBezTo>
                          <a:lnTo>
                            <a:pt x="2837" y="10670"/>
                          </a:lnTo>
                          <a:lnTo>
                            <a:pt x="3257" y="10260"/>
                          </a:lnTo>
                          <a:cubicBezTo>
                            <a:pt x="3267" y="10270"/>
                            <a:pt x="3281" y="10275"/>
                            <a:pt x="3294" y="10275"/>
                          </a:cubicBezTo>
                          <a:cubicBezTo>
                            <a:pt x="3303" y="10275"/>
                            <a:pt x="3312" y="10273"/>
                            <a:pt x="3319" y="10269"/>
                          </a:cubicBezTo>
                          <a:cubicBezTo>
                            <a:pt x="3346" y="10251"/>
                            <a:pt x="3355" y="10224"/>
                            <a:pt x="3337" y="10198"/>
                          </a:cubicBezTo>
                          <a:cubicBezTo>
                            <a:pt x="3330" y="10177"/>
                            <a:pt x="3309" y="10167"/>
                            <a:pt x="3287" y="10167"/>
                          </a:cubicBezTo>
                          <a:cubicBezTo>
                            <a:pt x="3280" y="10167"/>
                            <a:pt x="3272" y="10169"/>
                            <a:pt x="3266" y="10171"/>
                          </a:cubicBezTo>
                          <a:cubicBezTo>
                            <a:pt x="3239" y="10189"/>
                            <a:pt x="3230" y="10215"/>
                            <a:pt x="3248" y="10242"/>
                          </a:cubicBezTo>
                          <a:cubicBezTo>
                            <a:pt x="3248" y="10242"/>
                            <a:pt x="3248" y="10251"/>
                            <a:pt x="3248" y="10251"/>
                          </a:cubicBezTo>
                          <a:lnTo>
                            <a:pt x="2820" y="10661"/>
                          </a:lnTo>
                          <a:lnTo>
                            <a:pt x="2820" y="11152"/>
                          </a:lnTo>
                          <a:cubicBezTo>
                            <a:pt x="2802" y="11152"/>
                            <a:pt x="2775" y="11143"/>
                            <a:pt x="2757" y="11143"/>
                          </a:cubicBezTo>
                          <a:cubicBezTo>
                            <a:pt x="2739" y="11134"/>
                            <a:pt x="2712" y="11134"/>
                            <a:pt x="2695" y="11125"/>
                          </a:cubicBezTo>
                          <a:lnTo>
                            <a:pt x="2695" y="10492"/>
                          </a:lnTo>
                          <a:lnTo>
                            <a:pt x="3096" y="10135"/>
                          </a:lnTo>
                          <a:cubicBezTo>
                            <a:pt x="3101" y="10140"/>
                            <a:pt x="3109" y="10142"/>
                            <a:pt x="3120" y="10142"/>
                          </a:cubicBezTo>
                          <a:cubicBezTo>
                            <a:pt x="3130" y="10142"/>
                            <a:pt x="3141" y="10140"/>
                            <a:pt x="3150" y="10135"/>
                          </a:cubicBezTo>
                          <a:cubicBezTo>
                            <a:pt x="3176" y="10126"/>
                            <a:pt x="3185" y="10090"/>
                            <a:pt x="3176" y="10064"/>
                          </a:cubicBezTo>
                          <a:cubicBezTo>
                            <a:pt x="3165" y="10046"/>
                            <a:pt x="3150" y="10037"/>
                            <a:pt x="3133" y="10037"/>
                          </a:cubicBezTo>
                          <a:cubicBezTo>
                            <a:pt x="3124" y="10037"/>
                            <a:pt x="3115" y="10040"/>
                            <a:pt x="3105" y="10046"/>
                          </a:cubicBezTo>
                          <a:cubicBezTo>
                            <a:pt x="3078" y="10055"/>
                            <a:pt x="3069" y="10090"/>
                            <a:pt x="3078" y="10117"/>
                          </a:cubicBezTo>
                          <a:lnTo>
                            <a:pt x="2677" y="10483"/>
                          </a:lnTo>
                          <a:lnTo>
                            <a:pt x="2677" y="11116"/>
                          </a:lnTo>
                          <a:cubicBezTo>
                            <a:pt x="2623" y="11107"/>
                            <a:pt x="2579" y="11090"/>
                            <a:pt x="2534" y="11063"/>
                          </a:cubicBezTo>
                          <a:lnTo>
                            <a:pt x="2534" y="10358"/>
                          </a:lnTo>
                          <a:lnTo>
                            <a:pt x="2953" y="9966"/>
                          </a:lnTo>
                          <a:cubicBezTo>
                            <a:pt x="2964" y="9976"/>
                            <a:pt x="2974" y="9980"/>
                            <a:pt x="2985" y="9980"/>
                          </a:cubicBezTo>
                          <a:cubicBezTo>
                            <a:pt x="2992" y="9980"/>
                            <a:pt x="3000" y="9978"/>
                            <a:pt x="3007" y="9974"/>
                          </a:cubicBezTo>
                          <a:cubicBezTo>
                            <a:pt x="3034" y="9957"/>
                            <a:pt x="3043" y="9930"/>
                            <a:pt x="3034" y="9903"/>
                          </a:cubicBezTo>
                          <a:cubicBezTo>
                            <a:pt x="3020" y="9883"/>
                            <a:pt x="3002" y="9873"/>
                            <a:pt x="2982" y="9873"/>
                          </a:cubicBezTo>
                          <a:cubicBezTo>
                            <a:pt x="2976" y="9873"/>
                            <a:pt x="2969" y="9874"/>
                            <a:pt x="2962" y="9876"/>
                          </a:cubicBezTo>
                          <a:cubicBezTo>
                            <a:pt x="2936" y="9894"/>
                            <a:pt x="2927" y="9921"/>
                            <a:pt x="2936" y="9948"/>
                          </a:cubicBezTo>
                          <a:cubicBezTo>
                            <a:pt x="2936" y="9948"/>
                            <a:pt x="2936" y="9957"/>
                            <a:pt x="2936" y="9957"/>
                          </a:cubicBezTo>
                          <a:lnTo>
                            <a:pt x="2516" y="10349"/>
                          </a:lnTo>
                          <a:lnTo>
                            <a:pt x="2516" y="11054"/>
                          </a:lnTo>
                          <a:cubicBezTo>
                            <a:pt x="2481" y="11036"/>
                            <a:pt x="2445" y="11018"/>
                            <a:pt x="2409" y="11000"/>
                          </a:cubicBezTo>
                          <a:lnTo>
                            <a:pt x="2409" y="8743"/>
                          </a:lnTo>
                          <a:lnTo>
                            <a:pt x="2275" y="8610"/>
                          </a:lnTo>
                          <a:lnTo>
                            <a:pt x="1847" y="8610"/>
                          </a:lnTo>
                          <a:lnTo>
                            <a:pt x="1847" y="8503"/>
                          </a:lnTo>
                          <a:lnTo>
                            <a:pt x="2373" y="8503"/>
                          </a:lnTo>
                          <a:lnTo>
                            <a:pt x="2534" y="8645"/>
                          </a:lnTo>
                          <a:lnTo>
                            <a:pt x="2534" y="9189"/>
                          </a:lnTo>
                          <a:lnTo>
                            <a:pt x="2989" y="9653"/>
                          </a:lnTo>
                          <a:lnTo>
                            <a:pt x="3738" y="9653"/>
                          </a:lnTo>
                          <a:lnTo>
                            <a:pt x="3738" y="9636"/>
                          </a:lnTo>
                          <a:lnTo>
                            <a:pt x="2998" y="9636"/>
                          </a:lnTo>
                          <a:lnTo>
                            <a:pt x="2552" y="9181"/>
                          </a:lnTo>
                          <a:lnTo>
                            <a:pt x="2552" y="8645"/>
                          </a:lnTo>
                          <a:lnTo>
                            <a:pt x="2382" y="8485"/>
                          </a:lnTo>
                          <a:lnTo>
                            <a:pt x="1847" y="8485"/>
                          </a:lnTo>
                          <a:lnTo>
                            <a:pt x="1847" y="8413"/>
                          </a:lnTo>
                          <a:cubicBezTo>
                            <a:pt x="1847" y="8404"/>
                            <a:pt x="1838" y="8404"/>
                            <a:pt x="1838" y="8395"/>
                          </a:cubicBezTo>
                          <a:close/>
                          <a:moveTo>
                            <a:pt x="4051" y="9796"/>
                          </a:moveTo>
                          <a:lnTo>
                            <a:pt x="4051" y="10135"/>
                          </a:lnTo>
                          <a:lnTo>
                            <a:pt x="3417" y="10760"/>
                          </a:lnTo>
                          <a:lnTo>
                            <a:pt x="3417" y="11197"/>
                          </a:lnTo>
                          <a:lnTo>
                            <a:pt x="3283" y="11197"/>
                          </a:lnTo>
                          <a:lnTo>
                            <a:pt x="3283" y="10742"/>
                          </a:lnTo>
                          <a:lnTo>
                            <a:pt x="3917" y="10099"/>
                          </a:lnTo>
                          <a:lnTo>
                            <a:pt x="3917" y="10090"/>
                          </a:lnTo>
                          <a:lnTo>
                            <a:pt x="3917" y="9796"/>
                          </a:lnTo>
                          <a:close/>
                          <a:moveTo>
                            <a:pt x="4220" y="9796"/>
                          </a:moveTo>
                          <a:lnTo>
                            <a:pt x="4220" y="11099"/>
                          </a:lnTo>
                          <a:cubicBezTo>
                            <a:pt x="4104" y="11125"/>
                            <a:pt x="3970" y="11152"/>
                            <a:pt x="3837" y="11161"/>
                          </a:cubicBezTo>
                          <a:cubicBezTo>
                            <a:pt x="3703" y="11179"/>
                            <a:pt x="3569" y="11188"/>
                            <a:pt x="3435" y="11197"/>
                          </a:cubicBezTo>
                          <a:lnTo>
                            <a:pt x="3435" y="10768"/>
                          </a:lnTo>
                          <a:lnTo>
                            <a:pt x="4060" y="10144"/>
                          </a:lnTo>
                          <a:lnTo>
                            <a:pt x="4068" y="10135"/>
                          </a:lnTo>
                          <a:lnTo>
                            <a:pt x="4068" y="9796"/>
                          </a:lnTo>
                          <a:close/>
                          <a:moveTo>
                            <a:pt x="4238" y="0"/>
                          </a:moveTo>
                          <a:cubicBezTo>
                            <a:pt x="4232" y="0"/>
                            <a:pt x="4226" y="0"/>
                            <a:pt x="4220" y="1"/>
                          </a:cubicBezTo>
                          <a:cubicBezTo>
                            <a:pt x="3765" y="54"/>
                            <a:pt x="2855" y="393"/>
                            <a:pt x="2579" y="741"/>
                          </a:cubicBezTo>
                          <a:cubicBezTo>
                            <a:pt x="2463" y="875"/>
                            <a:pt x="2391" y="1125"/>
                            <a:pt x="2320" y="1375"/>
                          </a:cubicBezTo>
                          <a:cubicBezTo>
                            <a:pt x="2258" y="1589"/>
                            <a:pt x="2186" y="1812"/>
                            <a:pt x="2106" y="1928"/>
                          </a:cubicBezTo>
                          <a:cubicBezTo>
                            <a:pt x="2070" y="1981"/>
                            <a:pt x="1910" y="2106"/>
                            <a:pt x="1910" y="2106"/>
                          </a:cubicBezTo>
                          <a:cubicBezTo>
                            <a:pt x="1874" y="2133"/>
                            <a:pt x="1035" y="2677"/>
                            <a:pt x="821" y="2945"/>
                          </a:cubicBezTo>
                          <a:cubicBezTo>
                            <a:pt x="527" y="3328"/>
                            <a:pt x="125" y="4247"/>
                            <a:pt x="45" y="4729"/>
                          </a:cubicBezTo>
                          <a:cubicBezTo>
                            <a:pt x="1" y="5059"/>
                            <a:pt x="1" y="5701"/>
                            <a:pt x="63" y="6005"/>
                          </a:cubicBezTo>
                          <a:cubicBezTo>
                            <a:pt x="99" y="6174"/>
                            <a:pt x="188" y="6406"/>
                            <a:pt x="268" y="6638"/>
                          </a:cubicBezTo>
                          <a:cubicBezTo>
                            <a:pt x="366" y="6879"/>
                            <a:pt x="455" y="7129"/>
                            <a:pt x="491" y="7298"/>
                          </a:cubicBezTo>
                          <a:cubicBezTo>
                            <a:pt x="518" y="7477"/>
                            <a:pt x="491" y="7744"/>
                            <a:pt x="455" y="8030"/>
                          </a:cubicBezTo>
                          <a:cubicBezTo>
                            <a:pt x="420" y="8395"/>
                            <a:pt x="375" y="8779"/>
                            <a:pt x="464" y="9002"/>
                          </a:cubicBezTo>
                          <a:cubicBezTo>
                            <a:pt x="750" y="9743"/>
                            <a:pt x="1981" y="10991"/>
                            <a:pt x="2748" y="11179"/>
                          </a:cubicBezTo>
                          <a:cubicBezTo>
                            <a:pt x="2900" y="11215"/>
                            <a:pt x="3105" y="11232"/>
                            <a:pt x="3328" y="11232"/>
                          </a:cubicBezTo>
                          <a:cubicBezTo>
                            <a:pt x="3881" y="11232"/>
                            <a:pt x="4559" y="11116"/>
                            <a:pt x="4845" y="10867"/>
                          </a:cubicBezTo>
                          <a:cubicBezTo>
                            <a:pt x="4925" y="10795"/>
                            <a:pt x="5005" y="10510"/>
                            <a:pt x="5005" y="10492"/>
                          </a:cubicBezTo>
                          <a:lnTo>
                            <a:pt x="5005" y="599"/>
                          </a:lnTo>
                          <a:lnTo>
                            <a:pt x="5005" y="590"/>
                          </a:lnTo>
                          <a:cubicBezTo>
                            <a:pt x="4996" y="581"/>
                            <a:pt x="4818" y="242"/>
                            <a:pt x="4711" y="161"/>
                          </a:cubicBezTo>
                          <a:cubicBezTo>
                            <a:pt x="4609" y="85"/>
                            <a:pt x="4369" y="0"/>
                            <a:pt x="4238" y="0"/>
                          </a:cubicBezTo>
                          <a:close/>
                        </a:path>
                      </a:pathLst>
                    </a:custGeom>
                    <a:gradFill>
                      <a:gsLst>
                        <a:gs pos="0">
                          <a:schemeClr val="accent3">
                            <a:alpha val="70000"/>
                          </a:schemeClr>
                        </a:gs>
                        <a:gs pos="100000">
                          <a:schemeClr val="lt2">
                            <a:alpha val="70000"/>
                          </a:schemeClr>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97" name="Google Shape;997;p85"/>
                  <p:cNvSpPr/>
                  <p:nvPr/>
                </p:nvSpPr>
                <p:spPr>
                  <a:xfrm>
                    <a:off x="2762389" y="2464281"/>
                    <a:ext cx="563973" cy="354886"/>
                  </a:xfrm>
                  <a:custGeom>
                    <a:rect b="b" l="l" r="r" t="t"/>
                    <a:pathLst>
                      <a:path extrusionOk="0" h="4301" w="6835">
                        <a:moveTo>
                          <a:pt x="1" y="1"/>
                        </a:moveTo>
                        <a:lnTo>
                          <a:pt x="2918" y="4301"/>
                        </a:lnTo>
                        <a:lnTo>
                          <a:pt x="4024" y="4301"/>
                        </a:lnTo>
                        <a:lnTo>
                          <a:pt x="6834" y="1"/>
                        </a:lnTo>
                        <a:close/>
                      </a:path>
                    </a:pathLst>
                  </a:custGeom>
                  <a:gradFill>
                    <a:gsLst>
                      <a:gs pos="0">
                        <a:schemeClr val="accent3">
                          <a:alpha val="50000"/>
                        </a:schemeClr>
                      </a:gs>
                      <a:gs pos="83000">
                        <a:srgbClr val="FFFFFF">
                          <a:alpha val="0"/>
                          <a:alpha val="50000"/>
                        </a:srgbClr>
                      </a:gs>
                      <a:gs pos="100000">
                        <a:srgbClr val="FFFFFF">
                          <a:alpha val="0"/>
                          <a:alpha val="50000"/>
                        </a:srgbClr>
                      </a:gs>
                    </a:gsLst>
                    <a:lin ang="16200038" scaled="0"/>
                  </a:gradFill>
                  <a:ln>
                    <a:noFill/>
                  </a:ln>
                  <a:effectLst>
                    <a:outerShdw blurRad="114300" rotWithShape="0" algn="bl">
                      <a:schemeClr val="dk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85"/>
                  <p:cNvSpPr/>
                  <p:nvPr/>
                </p:nvSpPr>
                <p:spPr>
                  <a:xfrm>
                    <a:off x="2585157" y="2888934"/>
                    <a:ext cx="76719" cy="21296"/>
                  </a:xfrm>
                  <a:custGeom>
                    <a:rect b="b" l="l" r="r" t="t"/>
                    <a:pathLst>
                      <a:path extrusionOk="0" h="322" w="1160">
                        <a:moveTo>
                          <a:pt x="54" y="107"/>
                        </a:moveTo>
                        <a:cubicBezTo>
                          <a:pt x="36" y="116"/>
                          <a:pt x="27" y="134"/>
                          <a:pt x="18" y="152"/>
                        </a:cubicBezTo>
                        <a:lnTo>
                          <a:pt x="18" y="152"/>
                        </a:lnTo>
                        <a:cubicBezTo>
                          <a:pt x="9" y="161"/>
                          <a:pt x="0" y="188"/>
                          <a:pt x="9" y="197"/>
                        </a:cubicBezTo>
                        <a:lnTo>
                          <a:pt x="9" y="197"/>
                        </a:lnTo>
                        <a:cubicBezTo>
                          <a:pt x="18" y="232"/>
                          <a:pt x="54" y="241"/>
                          <a:pt x="80" y="250"/>
                        </a:cubicBezTo>
                        <a:lnTo>
                          <a:pt x="80" y="250"/>
                        </a:lnTo>
                        <a:cubicBezTo>
                          <a:pt x="303" y="295"/>
                          <a:pt x="526" y="321"/>
                          <a:pt x="758" y="321"/>
                        </a:cubicBezTo>
                        <a:lnTo>
                          <a:pt x="758" y="321"/>
                        </a:lnTo>
                        <a:cubicBezTo>
                          <a:pt x="812" y="321"/>
                          <a:pt x="865" y="321"/>
                          <a:pt x="910" y="321"/>
                        </a:cubicBezTo>
                        <a:lnTo>
                          <a:pt x="910" y="321"/>
                        </a:lnTo>
                        <a:cubicBezTo>
                          <a:pt x="964" y="321"/>
                          <a:pt x="1008" y="313"/>
                          <a:pt x="1062" y="313"/>
                        </a:cubicBezTo>
                        <a:lnTo>
                          <a:pt x="1062" y="313"/>
                        </a:lnTo>
                        <a:cubicBezTo>
                          <a:pt x="1080" y="313"/>
                          <a:pt x="1151" y="313"/>
                          <a:pt x="1151" y="286"/>
                        </a:cubicBezTo>
                        <a:lnTo>
                          <a:pt x="1151" y="286"/>
                        </a:lnTo>
                        <a:cubicBezTo>
                          <a:pt x="1160" y="268"/>
                          <a:pt x="1142" y="259"/>
                          <a:pt x="1133" y="250"/>
                        </a:cubicBezTo>
                        <a:lnTo>
                          <a:pt x="1133" y="250"/>
                        </a:lnTo>
                        <a:cubicBezTo>
                          <a:pt x="1106" y="232"/>
                          <a:pt x="1080" y="214"/>
                          <a:pt x="1053" y="197"/>
                        </a:cubicBezTo>
                        <a:lnTo>
                          <a:pt x="1053" y="197"/>
                        </a:lnTo>
                        <a:cubicBezTo>
                          <a:pt x="919" y="116"/>
                          <a:pt x="785" y="63"/>
                          <a:pt x="633" y="27"/>
                        </a:cubicBezTo>
                        <a:lnTo>
                          <a:pt x="633" y="27"/>
                        </a:lnTo>
                        <a:cubicBezTo>
                          <a:pt x="571" y="9"/>
                          <a:pt x="491" y="0"/>
                          <a:pt x="419" y="0"/>
                        </a:cubicBezTo>
                        <a:lnTo>
                          <a:pt x="419" y="0"/>
                        </a:lnTo>
                        <a:cubicBezTo>
                          <a:pt x="286" y="0"/>
                          <a:pt x="161" y="36"/>
                          <a:pt x="54" y="107"/>
                        </a:cubicBezTo>
                      </a:path>
                    </a:pathLst>
                  </a:custGeom>
                  <a:gradFill>
                    <a:gsLst>
                      <a:gs pos="0">
                        <a:schemeClr val="dk1"/>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85"/>
                  <p:cNvSpPr/>
                  <p:nvPr/>
                </p:nvSpPr>
                <p:spPr>
                  <a:xfrm>
                    <a:off x="2918497" y="2859436"/>
                    <a:ext cx="452579" cy="159325"/>
                  </a:xfrm>
                  <a:custGeom>
                    <a:rect b="b" l="l" r="r" t="t"/>
                    <a:pathLst>
                      <a:path extrusionOk="0" h="2409" w="6843">
                        <a:moveTo>
                          <a:pt x="36" y="232"/>
                        </a:moveTo>
                        <a:cubicBezTo>
                          <a:pt x="63" y="312"/>
                          <a:pt x="107" y="375"/>
                          <a:pt x="161" y="437"/>
                        </a:cubicBezTo>
                        <a:lnTo>
                          <a:pt x="161" y="437"/>
                        </a:lnTo>
                        <a:cubicBezTo>
                          <a:pt x="259" y="562"/>
                          <a:pt x="411" y="643"/>
                          <a:pt x="562" y="705"/>
                        </a:cubicBezTo>
                        <a:lnTo>
                          <a:pt x="562" y="705"/>
                        </a:lnTo>
                        <a:cubicBezTo>
                          <a:pt x="705" y="759"/>
                          <a:pt x="857" y="803"/>
                          <a:pt x="1009" y="848"/>
                        </a:cubicBezTo>
                        <a:lnTo>
                          <a:pt x="1009" y="848"/>
                        </a:lnTo>
                        <a:cubicBezTo>
                          <a:pt x="1160" y="892"/>
                          <a:pt x="1312" y="937"/>
                          <a:pt x="1463" y="973"/>
                        </a:cubicBezTo>
                        <a:lnTo>
                          <a:pt x="1463" y="973"/>
                        </a:lnTo>
                        <a:cubicBezTo>
                          <a:pt x="1767" y="1062"/>
                          <a:pt x="2070" y="1133"/>
                          <a:pt x="2382" y="1205"/>
                        </a:cubicBezTo>
                        <a:lnTo>
                          <a:pt x="2382" y="1205"/>
                        </a:lnTo>
                        <a:cubicBezTo>
                          <a:pt x="2534" y="1231"/>
                          <a:pt x="2695" y="1258"/>
                          <a:pt x="2837" y="1285"/>
                        </a:cubicBezTo>
                        <a:lnTo>
                          <a:pt x="2837" y="1285"/>
                        </a:lnTo>
                        <a:cubicBezTo>
                          <a:pt x="2998" y="1312"/>
                          <a:pt x="3141" y="1347"/>
                          <a:pt x="3292" y="1383"/>
                        </a:cubicBezTo>
                        <a:lnTo>
                          <a:pt x="3292" y="1383"/>
                        </a:lnTo>
                        <a:cubicBezTo>
                          <a:pt x="3899" y="1526"/>
                          <a:pt x="4470" y="1758"/>
                          <a:pt x="5023" y="2043"/>
                        </a:cubicBezTo>
                        <a:lnTo>
                          <a:pt x="5023" y="2043"/>
                        </a:lnTo>
                        <a:cubicBezTo>
                          <a:pt x="5308" y="2177"/>
                          <a:pt x="5603" y="2311"/>
                          <a:pt x="5915" y="2364"/>
                        </a:cubicBezTo>
                        <a:lnTo>
                          <a:pt x="5915" y="2364"/>
                        </a:lnTo>
                        <a:cubicBezTo>
                          <a:pt x="6076" y="2391"/>
                          <a:pt x="6236" y="2409"/>
                          <a:pt x="6397" y="2382"/>
                        </a:cubicBezTo>
                        <a:lnTo>
                          <a:pt x="6397" y="2382"/>
                        </a:lnTo>
                        <a:cubicBezTo>
                          <a:pt x="6557" y="2373"/>
                          <a:pt x="6709" y="2320"/>
                          <a:pt x="6843" y="2239"/>
                        </a:cubicBezTo>
                        <a:lnTo>
                          <a:pt x="6843" y="2239"/>
                        </a:lnTo>
                        <a:cubicBezTo>
                          <a:pt x="6557" y="2364"/>
                          <a:pt x="6236" y="2355"/>
                          <a:pt x="5942" y="2275"/>
                        </a:cubicBezTo>
                        <a:lnTo>
                          <a:pt x="5942" y="2275"/>
                        </a:lnTo>
                        <a:cubicBezTo>
                          <a:pt x="5639" y="2204"/>
                          <a:pt x="5371" y="2052"/>
                          <a:pt x="5094" y="1909"/>
                        </a:cubicBezTo>
                        <a:lnTo>
                          <a:pt x="5094" y="1909"/>
                        </a:lnTo>
                        <a:cubicBezTo>
                          <a:pt x="4818" y="1758"/>
                          <a:pt x="4541" y="1615"/>
                          <a:pt x="4247" y="1490"/>
                        </a:cubicBezTo>
                        <a:lnTo>
                          <a:pt x="4247" y="1490"/>
                        </a:lnTo>
                        <a:cubicBezTo>
                          <a:pt x="3952" y="1374"/>
                          <a:pt x="3649" y="1276"/>
                          <a:pt x="3337" y="1196"/>
                        </a:cubicBezTo>
                        <a:lnTo>
                          <a:pt x="3337" y="1196"/>
                        </a:lnTo>
                        <a:cubicBezTo>
                          <a:pt x="3185" y="1160"/>
                          <a:pt x="3034" y="1133"/>
                          <a:pt x="2873" y="1106"/>
                        </a:cubicBezTo>
                        <a:lnTo>
                          <a:pt x="2873" y="1106"/>
                        </a:lnTo>
                        <a:cubicBezTo>
                          <a:pt x="2712" y="1080"/>
                          <a:pt x="2570" y="1053"/>
                          <a:pt x="2409" y="1026"/>
                        </a:cubicBezTo>
                        <a:lnTo>
                          <a:pt x="2409" y="1026"/>
                        </a:lnTo>
                        <a:cubicBezTo>
                          <a:pt x="2106" y="973"/>
                          <a:pt x="1802" y="901"/>
                          <a:pt x="1499" y="830"/>
                        </a:cubicBezTo>
                        <a:lnTo>
                          <a:pt x="1499" y="830"/>
                        </a:lnTo>
                        <a:lnTo>
                          <a:pt x="1044" y="732"/>
                        </a:lnTo>
                        <a:cubicBezTo>
                          <a:pt x="893" y="696"/>
                          <a:pt x="732" y="660"/>
                          <a:pt x="589" y="616"/>
                        </a:cubicBezTo>
                        <a:lnTo>
                          <a:pt x="589" y="616"/>
                        </a:lnTo>
                        <a:cubicBezTo>
                          <a:pt x="446" y="571"/>
                          <a:pt x="304" y="509"/>
                          <a:pt x="197" y="402"/>
                        </a:cubicBezTo>
                        <a:lnTo>
                          <a:pt x="197" y="402"/>
                        </a:lnTo>
                        <a:cubicBezTo>
                          <a:pt x="90" y="304"/>
                          <a:pt x="9" y="152"/>
                          <a:pt x="18" y="0"/>
                        </a:cubicBezTo>
                        <a:lnTo>
                          <a:pt x="18" y="0"/>
                        </a:lnTo>
                        <a:cubicBezTo>
                          <a:pt x="0" y="72"/>
                          <a:pt x="9" y="152"/>
                          <a:pt x="36" y="232"/>
                        </a:cubicBezTo>
                        <a:close/>
                      </a:path>
                    </a:pathLst>
                  </a:custGeom>
                  <a:gradFill>
                    <a:gsLst>
                      <a:gs pos="0">
                        <a:schemeClr val="accent1"/>
                      </a:gs>
                      <a:gs pos="100000">
                        <a:schemeClr val="dk2"/>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85"/>
                  <p:cNvSpPr/>
                  <p:nvPr/>
                </p:nvSpPr>
                <p:spPr>
                  <a:xfrm>
                    <a:off x="2912015" y="2831658"/>
                    <a:ext cx="113360" cy="76786"/>
                  </a:xfrm>
                  <a:custGeom>
                    <a:rect b="b" l="l" r="r" t="t"/>
                    <a:pathLst>
                      <a:path extrusionOk="0" h="1161" w="1714">
                        <a:moveTo>
                          <a:pt x="295" y="313"/>
                        </a:moveTo>
                        <a:cubicBezTo>
                          <a:pt x="143" y="501"/>
                          <a:pt x="0" y="857"/>
                          <a:pt x="250" y="1027"/>
                        </a:cubicBezTo>
                        <a:lnTo>
                          <a:pt x="250" y="1027"/>
                        </a:lnTo>
                        <a:cubicBezTo>
                          <a:pt x="357" y="1089"/>
                          <a:pt x="482" y="1089"/>
                          <a:pt x="607" y="1098"/>
                        </a:cubicBezTo>
                        <a:lnTo>
                          <a:pt x="607" y="1098"/>
                        </a:lnTo>
                        <a:cubicBezTo>
                          <a:pt x="759" y="1116"/>
                          <a:pt x="919" y="1152"/>
                          <a:pt x="1071" y="1152"/>
                        </a:cubicBezTo>
                        <a:lnTo>
                          <a:pt x="1071" y="1152"/>
                        </a:lnTo>
                        <a:cubicBezTo>
                          <a:pt x="1258" y="1161"/>
                          <a:pt x="1472" y="1107"/>
                          <a:pt x="1597" y="947"/>
                        </a:cubicBezTo>
                        <a:lnTo>
                          <a:pt x="1597" y="947"/>
                        </a:lnTo>
                        <a:cubicBezTo>
                          <a:pt x="1660" y="866"/>
                          <a:pt x="1695" y="759"/>
                          <a:pt x="1704" y="652"/>
                        </a:cubicBezTo>
                        <a:lnTo>
                          <a:pt x="1704" y="652"/>
                        </a:lnTo>
                        <a:cubicBezTo>
                          <a:pt x="1713" y="545"/>
                          <a:pt x="1713" y="447"/>
                          <a:pt x="1686" y="358"/>
                        </a:cubicBezTo>
                        <a:lnTo>
                          <a:pt x="1686" y="358"/>
                        </a:lnTo>
                        <a:cubicBezTo>
                          <a:pt x="1669" y="269"/>
                          <a:pt x="1606" y="188"/>
                          <a:pt x="1499" y="126"/>
                        </a:cubicBezTo>
                        <a:lnTo>
                          <a:pt x="1499" y="126"/>
                        </a:lnTo>
                        <a:cubicBezTo>
                          <a:pt x="1356" y="54"/>
                          <a:pt x="1187" y="10"/>
                          <a:pt x="1026" y="1"/>
                        </a:cubicBezTo>
                        <a:lnTo>
                          <a:pt x="1026" y="1"/>
                        </a:lnTo>
                        <a:cubicBezTo>
                          <a:pt x="1008" y="1"/>
                          <a:pt x="999" y="1"/>
                          <a:pt x="982" y="1"/>
                        </a:cubicBezTo>
                        <a:lnTo>
                          <a:pt x="982" y="1"/>
                        </a:lnTo>
                        <a:cubicBezTo>
                          <a:pt x="723" y="1"/>
                          <a:pt x="464" y="117"/>
                          <a:pt x="295" y="313"/>
                        </a:cubicBezTo>
                      </a:path>
                    </a:pathLst>
                  </a:custGeom>
                  <a:gradFill>
                    <a:gsLst>
                      <a:gs pos="0">
                        <a:schemeClr val="dk1"/>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01" name="Google Shape;1001;p85"/>
                <p:cNvSpPr/>
                <p:nvPr/>
              </p:nvSpPr>
              <p:spPr>
                <a:xfrm>
                  <a:off x="4814250" y="596848"/>
                  <a:ext cx="716036" cy="71612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85"/>
                <p:cNvSpPr/>
                <p:nvPr/>
              </p:nvSpPr>
              <p:spPr>
                <a:xfrm>
                  <a:off x="7393860" y="3277728"/>
                  <a:ext cx="258568" cy="258598"/>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85"/>
                <p:cNvSpPr/>
                <p:nvPr/>
              </p:nvSpPr>
              <p:spPr>
                <a:xfrm>
                  <a:off x="8035449" y="2585529"/>
                  <a:ext cx="258568" cy="258598"/>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85"/>
                <p:cNvSpPr/>
                <p:nvPr/>
              </p:nvSpPr>
              <p:spPr>
                <a:xfrm>
                  <a:off x="5530281" y="3035708"/>
                  <a:ext cx="258568" cy="258598"/>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85"/>
                <p:cNvSpPr/>
                <p:nvPr/>
              </p:nvSpPr>
              <p:spPr>
                <a:xfrm>
                  <a:off x="7011756" y="584085"/>
                  <a:ext cx="1292563" cy="1292651"/>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85"/>
                <p:cNvSpPr/>
                <p:nvPr/>
              </p:nvSpPr>
              <p:spPr>
                <a:xfrm>
                  <a:off x="8035457" y="1519454"/>
                  <a:ext cx="792788" cy="7928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85"/>
                <p:cNvSpPr/>
                <p:nvPr/>
              </p:nvSpPr>
              <p:spPr>
                <a:xfrm>
                  <a:off x="5021733" y="1950845"/>
                  <a:ext cx="508552" cy="50858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85"/>
                <p:cNvSpPr/>
                <p:nvPr/>
              </p:nvSpPr>
              <p:spPr>
                <a:xfrm>
                  <a:off x="5788842" y="633050"/>
                  <a:ext cx="258568" cy="258598"/>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85"/>
                <p:cNvSpPr/>
                <p:nvPr/>
              </p:nvSpPr>
              <p:spPr>
                <a:xfrm>
                  <a:off x="6457220" y="182501"/>
                  <a:ext cx="354760" cy="354798"/>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0" name="Google Shape;1010;p85"/>
              <p:cNvGrpSpPr/>
              <p:nvPr/>
            </p:nvGrpSpPr>
            <p:grpSpPr>
              <a:xfrm flipH="1" rot="-2979843">
                <a:off x="7139016" y="358"/>
                <a:ext cx="2497851" cy="956975"/>
                <a:chOff x="300338" y="2024677"/>
                <a:chExt cx="2497728" cy="956928"/>
              </a:xfrm>
            </p:grpSpPr>
            <p:sp>
              <p:nvSpPr>
                <p:cNvPr id="1011" name="Google Shape;1011;p85"/>
                <p:cNvSpPr/>
                <p:nvPr/>
              </p:nvSpPr>
              <p:spPr>
                <a:xfrm>
                  <a:off x="300338" y="2024677"/>
                  <a:ext cx="2497728" cy="956928"/>
                </a:xfrm>
                <a:custGeom>
                  <a:rect b="b" l="l" r="r" t="t"/>
                  <a:pathLst>
                    <a:path extrusionOk="0" h="7308" w="19075">
                      <a:moveTo>
                        <a:pt x="9841" y="1"/>
                      </a:moveTo>
                      <a:cubicBezTo>
                        <a:pt x="9198" y="90"/>
                        <a:pt x="4113" y="2570"/>
                        <a:pt x="4113" y="2570"/>
                      </a:cubicBezTo>
                      <a:lnTo>
                        <a:pt x="4113" y="2570"/>
                      </a:lnTo>
                      <a:cubicBezTo>
                        <a:pt x="2909" y="2971"/>
                        <a:pt x="2775" y="2873"/>
                        <a:pt x="1473" y="3150"/>
                      </a:cubicBezTo>
                      <a:lnTo>
                        <a:pt x="1473" y="3150"/>
                      </a:lnTo>
                      <a:cubicBezTo>
                        <a:pt x="1" y="3471"/>
                        <a:pt x="1901" y="7031"/>
                        <a:pt x="1901" y="7031"/>
                      </a:cubicBezTo>
                      <a:lnTo>
                        <a:pt x="1901" y="7031"/>
                      </a:lnTo>
                      <a:cubicBezTo>
                        <a:pt x="3489" y="6014"/>
                        <a:pt x="4738" y="6317"/>
                        <a:pt x="4738" y="6317"/>
                      </a:cubicBezTo>
                      <a:lnTo>
                        <a:pt x="4738" y="6317"/>
                      </a:lnTo>
                      <a:cubicBezTo>
                        <a:pt x="7503" y="7307"/>
                        <a:pt x="9573" y="6460"/>
                        <a:pt x="9573" y="6460"/>
                      </a:cubicBezTo>
                      <a:lnTo>
                        <a:pt x="9573" y="6460"/>
                      </a:lnTo>
                      <a:cubicBezTo>
                        <a:pt x="9573" y="6460"/>
                        <a:pt x="11268" y="6326"/>
                        <a:pt x="11928" y="6254"/>
                      </a:cubicBezTo>
                      <a:lnTo>
                        <a:pt x="11928" y="6254"/>
                      </a:lnTo>
                      <a:cubicBezTo>
                        <a:pt x="12151" y="6237"/>
                        <a:pt x="12455" y="6263"/>
                        <a:pt x="12811" y="6299"/>
                      </a:cubicBezTo>
                      <a:lnTo>
                        <a:pt x="12811" y="6299"/>
                      </a:lnTo>
                      <a:cubicBezTo>
                        <a:pt x="13498" y="6353"/>
                        <a:pt x="14346" y="6415"/>
                        <a:pt x="15069" y="6085"/>
                      </a:cubicBezTo>
                      <a:lnTo>
                        <a:pt x="15069" y="6085"/>
                      </a:lnTo>
                      <a:cubicBezTo>
                        <a:pt x="15077" y="6076"/>
                        <a:pt x="15077" y="6076"/>
                        <a:pt x="15086" y="6076"/>
                      </a:cubicBezTo>
                      <a:lnTo>
                        <a:pt x="15086" y="6076"/>
                      </a:lnTo>
                      <a:cubicBezTo>
                        <a:pt x="15122" y="6058"/>
                        <a:pt x="15158" y="6040"/>
                        <a:pt x="15184" y="6014"/>
                      </a:cubicBezTo>
                      <a:lnTo>
                        <a:pt x="15184" y="6014"/>
                      </a:lnTo>
                      <a:cubicBezTo>
                        <a:pt x="15577" y="5960"/>
                        <a:pt x="15568" y="5532"/>
                        <a:pt x="15497" y="5291"/>
                      </a:cubicBezTo>
                      <a:lnTo>
                        <a:pt x="15497" y="5291"/>
                      </a:lnTo>
                      <a:cubicBezTo>
                        <a:pt x="15461" y="5166"/>
                        <a:pt x="15283" y="5050"/>
                        <a:pt x="15158" y="4988"/>
                      </a:cubicBezTo>
                      <a:lnTo>
                        <a:pt x="15158" y="4988"/>
                      </a:lnTo>
                      <a:cubicBezTo>
                        <a:pt x="15149" y="4988"/>
                        <a:pt x="15149" y="4988"/>
                        <a:pt x="15149" y="4988"/>
                      </a:cubicBezTo>
                      <a:lnTo>
                        <a:pt x="15149" y="4988"/>
                      </a:lnTo>
                      <a:cubicBezTo>
                        <a:pt x="14783" y="4604"/>
                        <a:pt x="13650" y="4524"/>
                        <a:pt x="13088" y="4506"/>
                      </a:cubicBezTo>
                      <a:lnTo>
                        <a:pt x="13088" y="4506"/>
                      </a:lnTo>
                      <a:cubicBezTo>
                        <a:pt x="12901" y="4506"/>
                        <a:pt x="12776" y="4506"/>
                        <a:pt x="12776" y="4506"/>
                      </a:cubicBezTo>
                      <a:lnTo>
                        <a:pt x="12776" y="4506"/>
                      </a:lnTo>
                      <a:cubicBezTo>
                        <a:pt x="10153" y="4658"/>
                        <a:pt x="10215" y="4417"/>
                        <a:pt x="10215" y="4417"/>
                      </a:cubicBezTo>
                      <a:lnTo>
                        <a:pt x="10215" y="4417"/>
                      </a:lnTo>
                      <a:cubicBezTo>
                        <a:pt x="10421" y="4176"/>
                        <a:pt x="10153" y="3641"/>
                        <a:pt x="10153" y="3641"/>
                      </a:cubicBezTo>
                      <a:lnTo>
                        <a:pt x="10153" y="3641"/>
                      </a:lnTo>
                      <a:cubicBezTo>
                        <a:pt x="10189" y="3623"/>
                        <a:pt x="10251" y="3560"/>
                        <a:pt x="10251" y="3560"/>
                      </a:cubicBezTo>
                      <a:lnTo>
                        <a:pt x="10251" y="3560"/>
                      </a:lnTo>
                      <a:cubicBezTo>
                        <a:pt x="10572" y="3712"/>
                        <a:pt x="10831" y="3596"/>
                        <a:pt x="11001" y="3462"/>
                      </a:cubicBezTo>
                      <a:lnTo>
                        <a:pt x="11001" y="3462"/>
                      </a:lnTo>
                      <a:cubicBezTo>
                        <a:pt x="11152" y="3328"/>
                        <a:pt x="11232" y="3177"/>
                        <a:pt x="11232" y="3177"/>
                      </a:cubicBezTo>
                      <a:lnTo>
                        <a:pt x="11232" y="3177"/>
                      </a:lnTo>
                      <a:cubicBezTo>
                        <a:pt x="11830" y="3284"/>
                        <a:pt x="12580" y="1954"/>
                        <a:pt x="12580" y="1954"/>
                      </a:cubicBezTo>
                      <a:lnTo>
                        <a:pt x="12580" y="1954"/>
                      </a:lnTo>
                      <a:cubicBezTo>
                        <a:pt x="13525" y="2008"/>
                        <a:pt x="14382" y="1491"/>
                        <a:pt x="14382" y="1491"/>
                      </a:cubicBezTo>
                      <a:lnTo>
                        <a:pt x="14382" y="1491"/>
                      </a:lnTo>
                      <a:cubicBezTo>
                        <a:pt x="14542" y="1660"/>
                        <a:pt x="14926" y="1696"/>
                        <a:pt x="15149" y="1687"/>
                      </a:cubicBezTo>
                      <a:lnTo>
                        <a:pt x="15149" y="1687"/>
                      </a:lnTo>
                      <a:cubicBezTo>
                        <a:pt x="15247" y="1696"/>
                        <a:pt x="15318" y="1687"/>
                        <a:pt x="15318" y="1687"/>
                      </a:cubicBezTo>
                      <a:lnTo>
                        <a:pt x="15318" y="1687"/>
                      </a:lnTo>
                      <a:cubicBezTo>
                        <a:pt x="15318" y="1687"/>
                        <a:pt x="17495" y="1901"/>
                        <a:pt x="17968" y="1910"/>
                      </a:cubicBezTo>
                      <a:lnTo>
                        <a:pt x="17968" y="1910"/>
                      </a:lnTo>
                      <a:cubicBezTo>
                        <a:pt x="18780" y="1919"/>
                        <a:pt x="19074" y="1152"/>
                        <a:pt x="19074" y="1152"/>
                      </a:cubicBezTo>
                      <a:lnTo>
                        <a:pt x="19074" y="1152"/>
                      </a:lnTo>
                      <a:lnTo>
                        <a:pt x="17807" y="866"/>
                      </a:lnTo>
                      <a:cubicBezTo>
                        <a:pt x="17807" y="866"/>
                        <a:pt x="15506" y="411"/>
                        <a:pt x="15211" y="331"/>
                      </a:cubicBezTo>
                      <a:lnTo>
                        <a:pt x="15211" y="331"/>
                      </a:lnTo>
                      <a:cubicBezTo>
                        <a:pt x="14926" y="251"/>
                        <a:pt x="14283" y="45"/>
                        <a:pt x="13909" y="126"/>
                      </a:cubicBezTo>
                      <a:lnTo>
                        <a:pt x="13909" y="126"/>
                      </a:lnTo>
                      <a:cubicBezTo>
                        <a:pt x="13543" y="215"/>
                        <a:pt x="11108" y="224"/>
                        <a:pt x="11108" y="224"/>
                      </a:cubicBezTo>
                      <a:lnTo>
                        <a:pt x="11108" y="224"/>
                      </a:lnTo>
                      <a:cubicBezTo>
                        <a:pt x="10483" y="10"/>
                        <a:pt x="9921" y="1"/>
                        <a:pt x="9850" y="1"/>
                      </a:cubicBezTo>
                      <a:lnTo>
                        <a:pt x="9850" y="1"/>
                      </a:lnTo>
                      <a:cubicBezTo>
                        <a:pt x="9841" y="1"/>
                        <a:pt x="9841" y="1"/>
                        <a:pt x="9841" y="1"/>
                      </a:cubicBezTo>
                    </a:path>
                  </a:pathLst>
                </a:custGeom>
                <a:gradFill>
                  <a:gsLst>
                    <a:gs pos="0">
                      <a:schemeClr val="accent1"/>
                    </a:gs>
                    <a:gs pos="100000">
                      <a:schemeClr val="dk2"/>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85"/>
                <p:cNvSpPr/>
                <p:nvPr/>
              </p:nvSpPr>
              <p:spPr>
                <a:xfrm>
                  <a:off x="1740733" y="2219786"/>
                  <a:ext cx="955618" cy="709185"/>
                </a:xfrm>
                <a:custGeom>
                  <a:rect b="b" l="l" r="r" t="t"/>
                  <a:pathLst>
                    <a:path extrusionOk="0" h="5416" w="7298">
                      <a:moveTo>
                        <a:pt x="1580" y="464"/>
                      </a:moveTo>
                      <a:cubicBezTo>
                        <a:pt x="1580" y="464"/>
                        <a:pt x="830" y="1794"/>
                        <a:pt x="232" y="1687"/>
                      </a:cubicBezTo>
                      <a:lnTo>
                        <a:pt x="232" y="1687"/>
                      </a:lnTo>
                      <a:cubicBezTo>
                        <a:pt x="232" y="1687"/>
                        <a:pt x="152" y="1838"/>
                        <a:pt x="1" y="1972"/>
                      </a:cubicBezTo>
                      <a:lnTo>
                        <a:pt x="1" y="1972"/>
                      </a:lnTo>
                      <a:cubicBezTo>
                        <a:pt x="286" y="2240"/>
                        <a:pt x="1357" y="2374"/>
                        <a:pt x="1357" y="2374"/>
                      </a:cubicBezTo>
                      <a:lnTo>
                        <a:pt x="1357" y="2374"/>
                      </a:lnTo>
                      <a:cubicBezTo>
                        <a:pt x="1410" y="2570"/>
                        <a:pt x="1713" y="2793"/>
                        <a:pt x="2088" y="3016"/>
                      </a:cubicBezTo>
                      <a:lnTo>
                        <a:pt x="2088" y="3016"/>
                      </a:lnTo>
                      <a:cubicBezTo>
                        <a:pt x="2650" y="3034"/>
                        <a:pt x="3783" y="3114"/>
                        <a:pt x="4149" y="3498"/>
                      </a:cubicBezTo>
                      <a:lnTo>
                        <a:pt x="4149" y="3498"/>
                      </a:lnTo>
                      <a:cubicBezTo>
                        <a:pt x="4149" y="3498"/>
                        <a:pt x="4149" y="3498"/>
                        <a:pt x="4158" y="3498"/>
                      </a:cubicBezTo>
                      <a:lnTo>
                        <a:pt x="4158" y="3498"/>
                      </a:lnTo>
                      <a:cubicBezTo>
                        <a:pt x="4283" y="3560"/>
                        <a:pt x="4461" y="3676"/>
                        <a:pt x="4497" y="3801"/>
                      </a:cubicBezTo>
                      <a:lnTo>
                        <a:pt x="4497" y="3801"/>
                      </a:lnTo>
                      <a:cubicBezTo>
                        <a:pt x="4568" y="4042"/>
                        <a:pt x="4577" y="4470"/>
                        <a:pt x="4184" y="4524"/>
                      </a:cubicBezTo>
                      <a:lnTo>
                        <a:pt x="4184" y="4524"/>
                      </a:lnTo>
                      <a:cubicBezTo>
                        <a:pt x="4158" y="4550"/>
                        <a:pt x="4122" y="4568"/>
                        <a:pt x="4086" y="4586"/>
                      </a:cubicBezTo>
                      <a:lnTo>
                        <a:pt x="4086" y="4586"/>
                      </a:lnTo>
                      <a:cubicBezTo>
                        <a:pt x="4077" y="4586"/>
                        <a:pt x="4077" y="4586"/>
                        <a:pt x="4069" y="4595"/>
                      </a:cubicBezTo>
                      <a:lnTo>
                        <a:pt x="4069" y="4595"/>
                      </a:lnTo>
                      <a:cubicBezTo>
                        <a:pt x="4363" y="5059"/>
                        <a:pt x="4693" y="5416"/>
                        <a:pt x="5005" y="5291"/>
                      </a:cubicBezTo>
                      <a:lnTo>
                        <a:pt x="5005" y="5291"/>
                      </a:lnTo>
                      <a:cubicBezTo>
                        <a:pt x="5416" y="5130"/>
                        <a:pt x="5023" y="4336"/>
                        <a:pt x="5023" y="4336"/>
                      </a:cubicBezTo>
                      <a:lnTo>
                        <a:pt x="5023" y="4336"/>
                      </a:lnTo>
                      <a:lnTo>
                        <a:pt x="3837" y="2052"/>
                      </a:lnTo>
                      <a:lnTo>
                        <a:pt x="3221" y="1365"/>
                      </a:lnTo>
                      <a:lnTo>
                        <a:pt x="3346" y="1321"/>
                      </a:lnTo>
                      <a:cubicBezTo>
                        <a:pt x="3480" y="1571"/>
                        <a:pt x="4390" y="2374"/>
                        <a:pt x="4827" y="2588"/>
                      </a:cubicBezTo>
                      <a:lnTo>
                        <a:pt x="4827" y="2588"/>
                      </a:lnTo>
                      <a:cubicBezTo>
                        <a:pt x="5603" y="3462"/>
                        <a:pt x="6317" y="4185"/>
                        <a:pt x="6807" y="4024"/>
                      </a:cubicBezTo>
                      <a:lnTo>
                        <a:pt x="6807" y="4024"/>
                      </a:lnTo>
                      <a:cubicBezTo>
                        <a:pt x="7298" y="3863"/>
                        <a:pt x="6673" y="2953"/>
                        <a:pt x="6673" y="2953"/>
                      </a:cubicBezTo>
                      <a:lnTo>
                        <a:pt x="6673" y="2953"/>
                      </a:lnTo>
                      <a:lnTo>
                        <a:pt x="5665" y="1589"/>
                      </a:lnTo>
                      <a:lnTo>
                        <a:pt x="4149" y="197"/>
                      </a:lnTo>
                      <a:cubicBezTo>
                        <a:pt x="3926" y="206"/>
                        <a:pt x="3542" y="170"/>
                        <a:pt x="3382" y="1"/>
                      </a:cubicBezTo>
                      <a:lnTo>
                        <a:pt x="3382" y="1"/>
                      </a:lnTo>
                      <a:cubicBezTo>
                        <a:pt x="3382" y="1"/>
                        <a:pt x="2525" y="518"/>
                        <a:pt x="1580" y="464"/>
                      </a:cubicBezTo>
                    </a:path>
                  </a:pathLst>
                </a:custGeom>
                <a:gradFill>
                  <a:gsLst>
                    <a:gs pos="0">
                      <a:schemeClr val="accent1"/>
                    </a:gs>
                    <a:gs pos="100000">
                      <a:schemeClr val="dk2"/>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13" name="Google Shape;1013;p85"/>
            <p:cNvSpPr/>
            <p:nvPr/>
          </p:nvSpPr>
          <p:spPr>
            <a:xfrm rot="-3033130">
              <a:off x="8204856" y="1418610"/>
              <a:ext cx="240324" cy="162787"/>
            </a:xfrm>
            <a:custGeom>
              <a:rect b="b" l="l" r="r" t="t"/>
              <a:pathLst>
                <a:path extrusionOk="0" h="1161" w="1714">
                  <a:moveTo>
                    <a:pt x="295" y="313"/>
                  </a:moveTo>
                  <a:cubicBezTo>
                    <a:pt x="143" y="501"/>
                    <a:pt x="0" y="857"/>
                    <a:pt x="250" y="1027"/>
                  </a:cubicBezTo>
                  <a:lnTo>
                    <a:pt x="250" y="1027"/>
                  </a:lnTo>
                  <a:cubicBezTo>
                    <a:pt x="357" y="1089"/>
                    <a:pt x="482" y="1089"/>
                    <a:pt x="607" y="1098"/>
                  </a:cubicBezTo>
                  <a:lnTo>
                    <a:pt x="607" y="1098"/>
                  </a:lnTo>
                  <a:cubicBezTo>
                    <a:pt x="759" y="1116"/>
                    <a:pt x="919" y="1152"/>
                    <a:pt x="1071" y="1152"/>
                  </a:cubicBezTo>
                  <a:lnTo>
                    <a:pt x="1071" y="1152"/>
                  </a:lnTo>
                  <a:cubicBezTo>
                    <a:pt x="1258" y="1161"/>
                    <a:pt x="1472" y="1107"/>
                    <a:pt x="1597" y="947"/>
                  </a:cubicBezTo>
                  <a:lnTo>
                    <a:pt x="1597" y="947"/>
                  </a:lnTo>
                  <a:cubicBezTo>
                    <a:pt x="1660" y="866"/>
                    <a:pt x="1695" y="759"/>
                    <a:pt x="1704" y="652"/>
                  </a:cubicBezTo>
                  <a:lnTo>
                    <a:pt x="1704" y="652"/>
                  </a:lnTo>
                  <a:cubicBezTo>
                    <a:pt x="1713" y="545"/>
                    <a:pt x="1713" y="447"/>
                    <a:pt x="1686" y="358"/>
                  </a:cubicBezTo>
                  <a:lnTo>
                    <a:pt x="1686" y="358"/>
                  </a:lnTo>
                  <a:cubicBezTo>
                    <a:pt x="1669" y="269"/>
                    <a:pt x="1606" y="188"/>
                    <a:pt x="1499" y="126"/>
                  </a:cubicBezTo>
                  <a:lnTo>
                    <a:pt x="1499" y="126"/>
                  </a:lnTo>
                  <a:cubicBezTo>
                    <a:pt x="1356" y="54"/>
                    <a:pt x="1187" y="10"/>
                    <a:pt x="1026" y="1"/>
                  </a:cubicBezTo>
                  <a:lnTo>
                    <a:pt x="1026" y="1"/>
                  </a:lnTo>
                  <a:cubicBezTo>
                    <a:pt x="1008" y="1"/>
                    <a:pt x="999" y="1"/>
                    <a:pt x="982" y="1"/>
                  </a:cubicBezTo>
                  <a:lnTo>
                    <a:pt x="982" y="1"/>
                  </a:lnTo>
                  <a:cubicBezTo>
                    <a:pt x="723" y="1"/>
                    <a:pt x="464" y="117"/>
                    <a:pt x="295" y="313"/>
                  </a:cubicBezTo>
                </a:path>
              </a:pathLst>
            </a:custGeom>
            <a:gradFill>
              <a:gsLst>
                <a:gs pos="0">
                  <a:schemeClr val="dk1"/>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85"/>
            <p:cNvSpPr/>
            <p:nvPr/>
          </p:nvSpPr>
          <p:spPr>
            <a:xfrm flipH="1" rot="7930158">
              <a:off x="7532339" y="1461822"/>
              <a:ext cx="162646" cy="45148"/>
            </a:xfrm>
            <a:custGeom>
              <a:rect b="b" l="l" r="r" t="t"/>
              <a:pathLst>
                <a:path extrusionOk="0" h="322" w="1160">
                  <a:moveTo>
                    <a:pt x="54" y="107"/>
                  </a:moveTo>
                  <a:cubicBezTo>
                    <a:pt x="36" y="116"/>
                    <a:pt x="27" y="134"/>
                    <a:pt x="18" y="152"/>
                  </a:cubicBezTo>
                  <a:lnTo>
                    <a:pt x="18" y="152"/>
                  </a:lnTo>
                  <a:cubicBezTo>
                    <a:pt x="9" y="161"/>
                    <a:pt x="0" y="188"/>
                    <a:pt x="9" y="197"/>
                  </a:cubicBezTo>
                  <a:lnTo>
                    <a:pt x="9" y="197"/>
                  </a:lnTo>
                  <a:cubicBezTo>
                    <a:pt x="18" y="232"/>
                    <a:pt x="54" y="241"/>
                    <a:pt x="80" y="250"/>
                  </a:cubicBezTo>
                  <a:lnTo>
                    <a:pt x="80" y="250"/>
                  </a:lnTo>
                  <a:cubicBezTo>
                    <a:pt x="303" y="295"/>
                    <a:pt x="526" y="321"/>
                    <a:pt x="758" y="321"/>
                  </a:cubicBezTo>
                  <a:lnTo>
                    <a:pt x="758" y="321"/>
                  </a:lnTo>
                  <a:cubicBezTo>
                    <a:pt x="812" y="321"/>
                    <a:pt x="865" y="321"/>
                    <a:pt x="910" y="321"/>
                  </a:cubicBezTo>
                  <a:lnTo>
                    <a:pt x="910" y="321"/>
                  </a:lnTo>
                  <a:cubicBezTo>
                    <a:pt x="964" y="321"/>
                    <a:pt x="1008" y="313"/>
                    <a:pt x="1062" y="313"/>
                  </a:cubicBezTo>
                  <a:lnTo>
                    <a:pt x="1062" y="313"/>
                  </a:lnTo>
                  <a:cubicBezTo>
                    <a:pt x="1080" y="313"/>
                    <a:pt x="1151" y="313"/>
                    <a:pt x="1151" y="286"/>
                  </a:cubicBezTo>
                  <a:lnTo>
                    <a:pt x="1151" y="286"/>
                  </a:lnTo>
                  <a:cubicBezTo>
                    <a:pt x="1160" y="268"/>
                    <a:pt x="1142" y="259"/>
                    <a:pt x="1133" y="250"/>
                  </a:cubicBezTo>
                  <a:lnTo>
                    <a:pt x="1133" y="250"/>
                  </a:lnTo>
                  <a:cubicBezTo>
                    <a:pt x="1106" y="232"/>
                    <a:pt x="1080" y="214"/>
                    <a:pt x="1053" y="197"/>
                  </a:cubicBezTo>
                  <a:lnTo>
                    <a:pt x="1053" y="197"/>
                  </a:lnTo>
                  <a:cubicBezTo>
                    <a:pt x="919" y="116"/>
                    <a:pt x="785" y="63"/>
                    <a:pt x="633" y="27"/>
                  </a:cubicBezTo>
                  <a:lnTo>
                    <a:pt x="633" y="27"/>
                  </a:lnTo>
                  <a:cubicBezTo>
                    <a:pt x="571" y="9"/>
                    <a:pt x="491" y="0"/>
                    <a:pt x="419" y="0"/>
                  </a:cubicBezTo>
                  <a:lnTo>
                    <a:pt x="419" y="0"/>
                  </a:lnTo>
                  <a:cubicBezTo>
                    <a:pt x="286" y="0"/>
                    <a:pt x="161" y="36"/>
                    <a:pt x="54" y="107"/>
                  </a:cubicBezTo>
                </a:path>
              </a:pathLst>
            </a:custGeom>
            <a:gradFill>
              <a:gsLst>
                <a:gs pos="0">
                  <a:schemeClr val="dk1"/>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015" name="Google Shape;1015;p85"/>
          <p:cNvPicPr preferRelativeResize="0"/>
          <p:nvPr/>
        </p:nvPicPr>
        <p:blipFill>
          <a:blip r:embed="rId3">
            <a:alphaModFix/>
          </a:blip>
          <a:stretch>
            <a:fillRect/>
          </a:stretch>
        </p:blipFill>
        <p:spPr>
          <a:xfrm>
            <a:off x="388400" y="405475"/>
            <a:ext cx="1220961" cy="522900"/>
          </a:xfrm>
          <a:prstGeom prst="rect">
            <a:avLst/>
          </a:prstGeom>
          <a:noFill/>
          <a:ln>
            <a:noFill/>
          </a:ln>
        </p:spPr>
      </p:pic>
      <p:grpSp>
        <p:nvGrpSpPr>
          <p:cNvPr id="1016" name="Google Shape;1016;p85"/>
          <p:cNvGrpSpPr/>
          <p:nvPr/>
        </p:nvGrpSpPr>
        <p:grpSpPr>
          <a:xfrm>
            <a:off x="388400" y="4554000"/>
            <a:ext cx="2236996" cy="400826"/>
            <a:chOff x="388400" y="4554000"/>
            <a:chExt cx="2236996" cy="400826"/>
          </a:xfrm>
        </p:grpSpPr>
        <p:pic>
          <p:nvPicPr>
            <p:cNvPr id="1017" name="Google Shape;1017;p85"/>
            <p:cNvPicPr preferRelativeResize="0"/>
            <p:nvPr/>
          </p:nvPicPr>
          <p:blipFill rotWithShape="1">
            <a:blip r:embed="rId4">
              <a:alphaModFix/>
            </a:blip>
            <a:srcRect b="32197" l="15494" r="15487" t="32197"/>
            <a:stretch/>
          </p:blipFill>
          <p:spPr>
            <a:xfrm>
              <a:off x="388400" y="4554001"/>
              <a:ext cx="1118505" cy="400825"/>
            </a:xfrm>
            <a:prstGeom prst="rect">
              <a:avLst/>
            </a:prstGeom>
            <a:noFill/>
            <a:ln>
              <a:noFill/>
            </a:ln>
          </p:spPr>
        </p:pic>
        <p:pic>
          <p:nvPicPr>
            <p:cNvPr id="1018" name="Google Shape;1018;p85"/>
            <p:cNvPicPr preferRelativeResize="0"/>
            <p:nvPr/>
          </p:nvPicPr>
          <p:blipFill rotWithShape="1">
            <a:blip r:embed="rId5">
              <a:alphaModFix/>
            </a:blip>
            <a:srcRect b="-14933" l="-11787" r="-11775" t="-14920"/>
            <a:stretch/>
          </p:blipFill>
          <p:spPr>
            <a:xfrm>
              <a:off x="1506897" y="4554000"/>
              <a:ext cx="1118499" cy="400825"/>
            </a:xfrm>
            <a:prstGeom prst="rect">
              <a:avLst/>
            </a:prstGeom>
            <a:noFill/>
            <a:ln>
              <a:noFill/>
            </a:ln>
          </p:spPr>
        </p:pic>
      </p:grpSp>
      <p:sp>
        <p:nvSpPr>
          <p:cNvPr id="1019" name="Google Shape;1019;p85"/>
          <p:cNvSpPr txBox="1"/>
          <p:nvPr/>
        </p:nvSpPr>
        <p:spPr>
          <a:xfrm>
            <a:off x="388400" y="767400"/>
            <a:ext cx="3652200" cy="2319900"/>
          </a:xfrm>
          <a:prstGeom prst="rect">
            <a:avLst/>
          </a:prstGeom>
          <a:noFill/>
          <a:ln>
            <a:noFill/>
          </a:ln>
        </p:spPr>
        <p:txBody>
          <a:bodyPr anchorCtr="0" anchor="ctr" bIns="91425" lIns="91425" spcFirstLastPara="1" rIns="91425" wrap="square" tIns="91425">
            <a:noAutofit/>
          </a:bodyPr>
          <a:lstStyle/>
          <a:p>
            <a:pPr indent="0" lvl="0" marL="0" rtl="1" algn="ctr">
              <a:spcBef>
                <a:spcPts val="0"/>
              </a:spcBef>
              <a:spcAft>
                <a:spcPts val="0"/>
              </a:spcAft>
              <a:buNone/>
            </a:pPr>
            <a:r>
              <a:rPr lang="ar" sz="5200">
                <a:solidFill>
                  <a:srgbClr val="DA2B89"/>
                </a:solidFill>
                <a:latin typeface="IBM Plex Sans Arabic"/>
                <a:ea typeface="IBM Plex Sans Arabic"/>
                <a:cs typeface="IBM Plex Sans Arabic"/>
                <a:sym typeface="IBM Plex Sans Arabic"/>
              </a:rPr>
              <a:t>رويّ || Rawii</a:t>
            </a:r>
            <a:endParaRPr sz="5200">
              <a:solidFill>
                <a:srgbClr val="DA2B89"/>
              </a:solidFill>
              <a:latin typeface="IBM Plex Sans Arabic"/>
              <a:ea typeface="IBM Plex Sans Arabic"/>
              <a:cs typeface="IBM Plex Sans Arabic"/>
              <a:sym typeface="IBM Plex Sans Arabic"/>
            </a:endParaRPr>
          </a:p>
        </p:txBody>
      </p:sp>
      <p:sp>
        <p:nvSpPr>
          <p:cNvPr id="1020" name="Google Shape;1020;p85"/>
          <p:cNvSpPr txBox="1"/>
          <p:nvPr/>
        </p:nvSpPr>
        <p:spPr>
          <a:xfrm>
            <a:off x="1302800" y="2669647"/>
            <a:ext cx="1823400" cy="5229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None/>
            </a:pPr>
            <a:r>
              <a:rPr lang="ar" sz="2300">
                <a:solidFill>
                  <a:srgbClr val="DA2B89"/>
                </a:solidFill>
                <a:latin typeface="IBM Plex Sans Arabic"/>
                <a:ea typeface="IBM Plex Sans Arabic"/>
                <a:cs typeface="IBM Plex Sans Arabic"/>
                <a:sym typeface="IBM Plex Sans Arabic"/>
              </a:rPr>
              <a:t>الشعرُ بلَمسة</a:t>
            </a:r>
            <a:endParaRPr sz="2300">
              <a:solidFill>
                <a:srgbClr val="DA2B89"/>
              </a:solidFill>
              <a:latin typeface="IBM Plex Sans Arabic"/>
              <a:ea typeface="IBM Plex Sans Arabic"/>
              <a:cs typeface="IBM Plex Sans Arabic"/>
              <a:sym typeface="IBM Plex Sans Arabic"/>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p86"/>
          <p:cNvSpPr/>
          <p:nvPr/>
        </p:nvSpPr>
        <p:spPr>
          <a:xfrm>
            <a:off x="4939650" y="1111950"/>
            <a:ext cx="2077800" cy="2077800"/>
          </a:xfrm>
          <a:prstGeom prst="ellipse">
            <a:avLst/>
          </a:prstGeom>
          <a:gradFill>
            <a:gsLst>
              <a:gs pos="0">
                <a:srgbClr val="8134EC">
                  <a:alpha val="50196"/>
                  <a:alpha val="49380"/>
                </a:srgbClr>
              </a:gs>
              <a:gs pos="77000">
                <a:srgbClr val="FFFFFF">
                  <a:alpha val="0"/>
                  <a:alpha val="49380"/>
                </a:srgbClr>
              </a:gs>
              <a:gs pos="100000">
                <a:srgbClr val="FFFFFF">
                  <a:alpha val="0"/>
                  <a:alpha val="4938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6" name="Google Shape;1026;p86"/>
          <p:cNvGrpSpPr/>
          <p:nvPr/>
        </p:nvGrpSpPr>
        <p:grpSpPr>
          <a:xfrm>
            <a:off x="243563" y="499290"/>
            <a:ext cx="3660803" cy="3986452"/>
            <a:chOff x="243563" y="499290"/>
            <a:chExt cx="3660803" cy="3986452"/>
          </a:xfrm>
        </p:grpSpPr>
        <p:sp>
          <p:nvSpPr>
            <p:cNvPr id="1027" name="Google Shape;1027;p86"/>
            <p:cNvSpPr/>
            <p:nvPr/>
          </p:nvSpPr>
          <p:spPr>
            <a:xfrm>
              <a:off x="2529328" y="382564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86"/>
            <p:cNvSpPr/>
            <p:nvPr/>
          </p:nvSpPr>
          <p:spPr>
            <a:xfrm>
              <a:off x="1559780" y="213514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86"/>
            <p:cNvSpPr/>
            <p:nvPr/>
          </p:nvSpPr>
          <p:spPr>
            <a:xfrm>
              <a:off x="2569847" y="499290"/>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86"/>
            <p:cNvSpPr/>
            <p:nvPr/>
          </p:nvSpPr>
          <p:spPr>
            <a:xfrm>
              <a:off x="243563" y="741118"/>
              <a:ext cx="3660803" cy="3661276"/>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B47FFF">
                    <a:alpha val="50196"/>
                  </a:srgbClr>
                </a:gs>
                <a:gs pos="69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86"/>
            <p:cNvSpPr/>
            <p:nvPr/>
          </p:nvSpPr>
          <p:spPr>
            <a:xfrm>
              <a:off x="2971190" y="1177017"/>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86"/>
            <p:cNvSpPr/>
            <p:nvPr/>
          </p:nvSpPr>
          <p:spPr>
            <a:xfrm>
              <a:off x="2569848" y="3057452"/>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86"/>
            <p:cNvSpPr/>
            <p:nvPr/>
          </p:nvSpPr>
          <p:spPr>
            <a:xfrm>
              <a:off x="569022" y="1427015"/>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34" name="Google Shape;1034;p86"/>
            <p:cNvGrpSpPr/>
            <p:nvPr/>
          </p:nvGrpSpPr>
          <p:grpSpPr>
            <a:xfrm>
              <a:off x="503374" y="1310912"/>
              <a:ext cx="3057581" cy="2521892"/>
              <a:chOff x="4567123" y="4074875"/>
              <a:chExt cx="946034" cy="780288"/>
            </a:xfrm>
          </p:grpSpPr>
          <p:sp>
            <p:nvSpPr>
              <p:cNvPr id="1035" name="Google Shape;1035;p86"/>
              <p:cNvSpPr/>
              <p:nvPr/>
            </p:nvSpPr>
            <p:spPr>
              <a:xfrm>
                <a:off x="4698056" y="4427347"/>
                <a:ext cx="736013" cy="427816"/>
              </a:xfrm>
              <a:custGeom>
                <a:rect b="b" l="l" r="r" t="t"/>
                <a:pathLst>
                  <a:path extrusionOk="0" h="9796" w="16853">
                    <a:moveTo>
                      <a:pt x="10233" y="152"/>
                    </a:moveTo>
                    <a:lnTo>
                      <a:pt x="491" y="5790"/>
                    </a:lnTo>
                    <a:lnTo>
                      <a:pt x="491" y="5674"/>
                    </a:lnTo>
                    <a:lnTo>
                      <a:pt x="0" y="5674"/>
                    </a:lnTo>
                    <a:lnTo>
                      <a:pt x="0" y="6281"/>
                    </a:lnTo>
                    <a:lnTo>
                      <a:pt x="0" y="6281"/>
                    </a:lnTo>
                    <a:cubicBezTo>
                      <a:pt x="9" y="6379"/>
                      <a:pt x="63" y="6459"/>
                      <a:pt x="179" y="6522"/>
                    </a:cubicBezTo>
                    <a:lnTo>
                      <a:pt x="179" y="6522"/>
                    </a:lnTo>
                    <a:lnTo>
                      <a:pt x="5594" y="9644"/>
                    </a:lnTo>
                    <a:cubicBezTo>
                      <a:pt x="5852" y="9796"/>
                      <a:pt x="6316" y="9769"/>
                      <a:pt x="6620" y="9599"/>
                    </a:cubicBezTo>
                    <a:lnTo>
                      <a:pt x="6620" y="9599"/>
                    </a:lnTo>
                    <a:lnTo>
                      <a:pt x="16602" y="3810"/>
                    </a:lnTo>
                    <a:cubicBezTo>
                      <a:pt x="16763" y="3721"/>
                      <a:pt x="16843" y="3605"/>
                      <a:pt x="16852" y="3489"/>
                    </a:cubicBezTo>
                    <a:lnTo>
                      <a:pt x="16852" y="3489"/>
                    </a:lnTo>
                    <a:lnTo>
                      <a:pt x="16852" y="3489"/>
                    </a:lnTo>
                    <a:lnTo>
                      <a:pt x="16852" y="2900"/>
                    </a:lnTo>
                    <a:lnTo>
                      <a:pt x="16442" y="2900"/>
                    </a:lnTo>
                    <a:lnTo>
                      <a:pt x="16442" y="3087"/>
                    </a:lnTo>
                    <a:lnTo>
                      <a:pt x="11259" y="108"/>
                    </a:lnTo>
                    <a:cubicBezTo>
                      <a:pt x="11134" y="36"/>
                      <a:pt x="10982" y="0"/>
                      <a:pt x="10813" y="0"/>
                    </a:cubicBezTo>
                    <a:lnTo>
                      <a:pt x="10813" y="0"/>
                    </a:lnTo>
                    <a:cubicBezTo>
                      <a:pt x="10607" y="0"/>
                      <a:pt x="10393" y="54"/>
                      <a:pt x="10233" y="152"/>
                    </a:cubicBezTo>
                    <a:close/>
                  </a:path>
                </a:pathLst>
              </a:custGeom>
              <a:gradFill>
                <a:gsLst>
                  <a:gs pos="0">
                    <a:schemeClr val="accent3"/>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86"/>
              <p:cNvSpPr/>
              <p:nvPr/>
            </p:nvSpPr>
            <p:spPr>
              <a:xfrm>
                <a:off x="4694125" y="4401973"/>
                <a:ext cx="743437" cy="425589"/>
              </a:xfrm>
              <a:custGeom>
                <a:rect b="b" l="l" r="r" t="t"/>
                <a:pathLst>
                  <a:path extrusionOk="0" h="9745" w="17023">
                    <a:moveTo>
                      <a:pt x="10909" y="0"/>
                    </a:moveTo>
                    <a:cubicBezTo>
                      <a:pt x="10704" y="0"/>
                      <a:pt x="10487" y="50"/>
                      <a:pt x="10314" y="144"/>
                    </a:cubicBezTo>
                    <a:lnTo>
                      <a:pt x="340" y="5934"/>
                    </a:lnTo>
                    <a:cubicBezTo>
                      <a:pt x="37" y="6112"/>
                      <a:pt x="1" y="6371"/>
                      <a:pt x="260" y="6523"/>
                    </a:cubicBezTo>
                    <a:lnTo>
                      <a:pt x="5684" y="9645"/>
                    </a:lnTo>
                    <a:cubicBezTo>
                      <a:pt x="5799" y="9713"/>
                      <a:pt x="5954" y="9745"/>
                      <a:pt x="6118" y="9745"/>
                    </a:cubicBezTo>
                    <a:cubicBezTo>
                      <a:pt x="6323" y="9745"/>
                      <a:pt x="6541" y="9695"/>
                      <a:pt x="6710" y="9601"/>
                    </a:cubicBezTo>
                    <a:lnTo>
                      <a:pt x="16692" y="3811"/>
                    </a:lnTo>
                    <a:cubicBezTo>
                      <a:pt x="16996" y="3632"/>
                      <a:pt x="17022" y="3374"/>
                      <a:pt x="16764" y="3222"/>
                    </a:cubicBezTo>
                    <a:lnTo>
                      <a:pt x="11349" y="100"/>
                    </a:lnTo>
                    <a:cubicBezTo>
                      <a:pt x="11230" y="32"/>
                      <a:pt x="11073" y="0"/>
                      <a:pt x="1090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86"/>
              <p:cNvSpPr/>
              <p:nvPr/>
            </p:nvSpPr>
            <p:spPr>
              <a:xfrm>
                <a:off x="4721028" y="4421888"/>
                <a:ext cx="680680" cy="392004"/>
              </a:xfrm>
              <a:custGeom>
                <a:rect b="b" l="l" r="r" t="t"/>
                <a:pathLst>
                  <a:path extrusionOk="0" h="8976" w="15586">
                    <a:moveTo>
                      <a:pt x="9716" y="90"/>
                    </a:moveTo>
                    <a:lnTo>
                      <a:pt x="206" y="5603"/>
                    </a:lnTo>
                    <a:cubicBezTo>
                      <a:pt x="18" y="5710"/>
                      <a:pt x="1" y="5871"/>
                      <a:pt x="161" y="5960"/>
                    </a:cubicBezTo>
                    <a:lnTo>
                      <a:pt x="161" y="5960"/>
                    </a:lnTo>
                    <a:lnTo>
                      <a:pt x="5255" y="8886"/>
                    </a:lnTo>
                    <a:cubicBezTo>
                      <a:pt x="5416" y="8975"/>
                      <a:pt x="5692" y="8966"/>
                      <a:pt x="5871" y="8859"/>
                    </a:cubicBezTo>
                    <a:lnTo>
                      <a:pt x="5871" y="8859"/>
                    </a:lnTo>
                    <a:lnTo>
                      <a:pt x="15380" y="3346"/>
                    </a:lnTo>
                    <a:cubicBezTo>
                      <a:pt x="15568" y="3239"/>
                      <a:pt x="15586" y="3087"/>
                      <a:pt x="15425" y="2989"/>
                    </a:cubicBezTo>
                    <a:lnTo>
                      <a:pt x="15425" y="2989"/>
                    </a:lnTo>
                    <a:lnTo>
                      <a:pt x="10331" y="63"/>
                    </a:lnTo>
                    <a:cubicBezTo>
                      <a:pt x="10260" y="18"/>
                      <a:pt x="10171" y="1"/>
                      <a:pt x="10063" y="1"/>
                    </a:cubicBezTo>
                    <a:lnTo>
                      <a:pt x="10063" y="1"/>
                    </a:lnTo>
                    <a:cubicBezTo>
                      <a:pt x="9948" y="1"/>
                      <a:pt x="9814" y="36"/>
                      <a:pt x="9716" y="90"/>
                    </a:cubicBezTo>
                  </a:path>
                </a:pathLst>
              </a:custGeom>
              <a:gradFill>
                <a:gsLst>
                  <a:gs pos="0">
                    <a:schemeClr val="accent1"/>
                  </a:gs>
                  <a:gs pos="100000">
                    <a:schemeClr val="dk2"/>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86"/>
              <p:cNvSpPr/>
              <p:nvPr/>
            </p:nvSpPr>
            <p:spPr>
              <a:xfrm>
                <a:off x="5275853" y="4472374"/>
                <a:ext cx="36641" cy="20220"/>
              </a:xfrm>
              <a:custGeom>
                <a:rect b="b" l="l" r="r" t="t"/>
                <a:pathLst>
                  <a:path extrusionOk="0" h="463" w="839">
                    <a:moveTo>
                      <a:pt x="127" y="1"/>
                    </a:moveTo>
                    <a:cubicBezTo>
                      <a:pt x="99" y="1"/>
                      <a:pt x="69" y="7"/>
                      <a:pt x="45" y="22"/>
                    </a:cubicBezTo>
                    <a:cubicBezTo>
                      <a:pt x="9" y="40"/>
                      <a:pt x="0" y="76"/>
                      <a:pt x="36" y="102"/>
                    </a:cubicBezTo>
                    <a:lnTo>
                      <a:pt x="651" y="450"/>
                    </a:lnTo>
                    <a:cubicBezTo>
                      <a:pt x="667" y="458"/>
                      <a:pt x="689" y="463"/>
                      <a:pt x="711" y="463"/>
                    </a:cubicBezTo>
                    <a:cubicBezTo>
                      <a:pt x="738" y="463"/>
                      <a:pt x="766" y="456"/>
                      <a:pt x="785" y="441"/>
                    </a:cubicBezTo>
                    <a:cubicBezTo>
                      <a:pt x="830" y="424"/>
                      <a:pt x="839" y="379"/>
                      <a:pt x="794" y="361"/>
                    </a:cubicBezTo>
                    <a:lnTo>
                      <a:pt x="187" y="13"/>
                    </a:lnTo>
                    <a:cubicBezTo>
                      <a:pt x="171" y="5"/>
                      <a:pt x="150" y="1"/>
                      <a:pt x="1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86"/>
              <p:cNvSpPr/>
              <p:nvPr/>
            </p:nvSpPr>
            <p:spPr>
              <a:xfrm>
                <a:off x="5353373" y="4514693"/>
                <a:ext cx="17163" cy="9215"/>
              </a:xfrm>
              <a:custGeom>
                <a:rect b="b" l="l" r="r" t="t"/>
                <a:pathLst>
                  <a:path extrusionOk="0" h="211" w="393">
                    <a:moveTo>
                      <a:pt x="192" y="1"/>
                    </a:moveTo>
                    <a:cubicBezTo>
                      <a:pt x="145" y="1"/>
                      <a:pt x="99" y="12"/>
                      <a:pt x="63" y="34"/>
                    </a:cubicBezTo>
                    <a:cubicBezTo>
                      <a:pt x="0" y="70"/>
                      <a:pt x="0" y="141"/>
                      <a:pt x="63" y="177"/>
                    </a:cubicBezTo>
                    <a:cubicBezTo>
                      <a:pt x="99" y="199"/>
                      <a:pt x="145" y="211"/>
                      <a:pt x="192" y="211"/>
                    </a:cubicBezTo>
                    <a:cubicBezTo>
                      <a:pt x="239" y="211"/>
                      <a:pt x="286" y="199"/>
                      <a:pt x="322" y="177"/>
                    </a:cubicBezTo>
                    <a:cubicBezTo>
                      <a:pt x="393" y="141"/>
                      <a:pt x="393" y="70"/>
                      <a:pt x="322" y="34"/>
                    </a:cubicBezTo>
                    <a:cubicBezTo>
                      <a:pt x="286" y="12"/>
                      <a:pt x="239" y="1"/>
                      <a:pt x="1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86"/>
              <p:cNvSpPr/>
              <p:nvPr/>
            </p:nvSpPr>
            <p:spPr>
              <a:xfrm>
                <a:off x="5333895" y="4601821"/>
                <a:ext cx="46380" cy="33278"/>
              </a:xfrm>
              <a:custGeom>
                <a:rect b="b" l="l" r="r" t="t"/>
                <a:pathLst>
                  <a:path extrusionOk="0" h="762" w="1062">
                    <a:moveTo>
                      <a:pt x="1007" y="1"/>
                    </a:moveTo>
                    <a:cubicBezTo>
                      <a:pt x="996" y="1"/>
                      <a:pt x="984" y="4"/>
                      <a:pt x="973" y="11"/>
                    </a:cubicBezTo>
                    <a:lnTo>
                      <a:pt x="90" y="519"/>
                    </a:lnTo>
                    <a:cubicBezTo>
                      <a:pt x="45" y="555"/>
                      <a:pt x="0" y="627"/>
                      <a:pt x="0" y="689"/>
                    </a:cubicBezTo>
                    <a:cubicBezTo>
                      <a:pt x="0" y="735"/>
                      <a:pt x="25" y="762"/>
                      <a:pt x="55" y="762"/>
                    </a:cubicBezTo>
                    <a:cubicBezTo>
                      <a:pt x="66" y="762"/>
                      <a:pt x="78" y="758"/>
                      <a:pt x="90" y="751"/>
                    </a:cubicBezTo>
                    <a:lnTo>
                      <a:pt x="973" y="234"/>
                    </a:lnTo>
                    <a:cubicBezTo>
                      <a:pt x="1017" y="207"/>
                      <a:pt x="1062" y="136"/>
                      <a:pt x="1062" y="73"/>
                    </a:cubicBezTo>
                    <a:cubicBezTo>
                      <a:pt x="1062" y="27"/>
                      <a:pt x="1038" y="1"/>
                      <a:pt x="100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86"/>
              <p:cNvSpPr/>
              <p:nvPr/>
            </p:nvSpPr>
            <p:spPr>
              <a:xfrm>
                <a:off x="5275067" y="4636105"/>
                <a:ext cx="45987" cy="33235"/>
              </a:xfrm>
              <a:custGeom>
                <a:rect b="b" l="l" r="r" t="t"/>
                <a:pathLst>
                  <a:path extrusionOk="0" h="761" w="1053">
                    <a:moveTo>
                      <a:pt x="1005" y="1"/>
                    </a:moveTo>
                    <a:cubicBezTo>
                      <a:pt x="995" y="1"/>
                      <a:pt x="984" y="4"/>
                      <a:pt x="973" y="11"/>
                    </a:cubicBezTo>
                    <a:lnTo>
                      <a:pt x="89" y="520"/>
                    </a:lnTo>
                    <a:cubicBezTo>
                      <a:pt x="36" y="546"/>
                      <a:pt x="0" y="618"/>
                      <a:pt x="0" y="680"/>
                    </a:cubicBezTo>
                    <a:cubicBezTo>
                      <a:pt x="0" y="728"/>
                      <a:pt x="21" y="760"/>
                      <a:pt x="56" y="760"/>
                    </a:cubicBezTo>
                    <a:cubicBezTo>
                      <a:pt x="66" y="760"/>
                      <a:pt x="77" y="758"/>
                      <a:pt x="89" y="751"/>
                    </a:cubicBezTo>
                    <a:lnTo>
                      <a:pt x="973" y="234"/>
                    </a:lnTo>
                    <a:cubicBezTo>
                      <a:pt x="1017" y="207"/>
                      <a:pt x="1053" y="136"/>
                      <a:pt x="1053" y="73"/>
                    </a:cubicBezTo>
                    <a:cubicBezTo>
                      <a:pt x="1053" y="27"/>
                      <a:pt x="1033" y="1"/>
                      <a:pt x="10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86"/>
              <p:cNvSpPr/>
              <p:nvPr/>
            </p:nvSpPr>
            <p:spPr>
              <a:xfrm>
                <a:off x="4790381" y="4744021"/>
                <a:ext cx="46031" cy="33235"/>
              </a:xfrm>
              <a:custGeom>
                <a:rect b="b" l="l" r="r" t="t"/>
                <a:pathLst>
                  <a:path extrusionOk="0" h="761" w="1054">
                    <a:moveTo>
                      <a:pt x="48" y="1"/>
                    </a:moveTo>
                    <a:cubicBezTo>
                      <a:pt x="20" y="1"/>
                      <a:pt x="0" y="27"/>
                      <a:pt x="0" y="74"/>
                    </a:cubicBezTo>
                    <a:cubicBezTo>
                      <a:pt x="0" y="136"/>
                      <a:pt x="36" y="207"/>
                      <a:pt x="81" y="234"/>
                    </a:cubicBezTo>
                    <a:lnTo>
                      <a:pt x="973" y="752"/>
                    </a:lnTo>
                    <a:cubicBezTo>
                      <a:pt x="983" y="758"/>
                      <a:pt x="993" y="761"/>
                      <a:pt x="1002" y="761"/>
                    </a:cubicBezTo>
                    <a:cubicBezTo>
                      <a:pt x="1032" y="761"/>
                      <a:pt x="1053" y="728"/>
                      <a:pt x="1053" y="680"/>
                    </a:cubicBezTo>
                    <a:cubicBezTo>
                      <a:pt x="1053" y="618"/>
                      <a:pt x="1017" y="546"/>
                      <a:pt x="973" y="520"/>
                    </a:cubicBezTo>
                    <a:lnTo>
                      <a:pt x="81" y="11"/>
                    </a:lnTo>
                    <a:cubicBezTo>
                      <a:pt x="69" y="4"/>
                      <a:pt x="58" y="1"/>
                      <a:pt x="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43" name="Google Shape;1043;p86"/>
              <p:cNvGrpSpPr/>
              <p:nvPr/>
            </p:nvGrpSpPr>
            <p:grpSpPr>
              <a:xfrm>
                <a:off x="4742175" y="4074875"/>
                <a:ext cx="533679" cy="414643"/>
                <a:chOff x="3186425" y="4160625"/>
                <a:chExt cx="533679" cy="414643"/>
              </a:xfrm>
            </p:grpSpPr>
            <p:grpSp>
              <p:nvGrpSpPr>
                <p:cNvPr id="1044" name="Google Shape;1044;p86"/>
                <p:cNvGrpSpPr/>
                <p:nvPr/>
              </p:nvGrpSpPr>
              <p:grpSpPr>
                <a:xfrm>
                  <a:off x="3248670" y="4212301"/>
                  <a:ext cx="409169" cy="311298"/>
                  <a:chOff x="3248670" y="4212301"/>
                  <a:chExt cx="409169" cy="311298"/>
                </a:xfrm>
              </p:grpSpPr>
              <p:sp>
                <p:nvSpPr>
                  <p:cNvPr id="1045" name="Google Shape;1045;p86"/>
                  <p:cNvSpPr/>
                  <p:nvPr/>
                </p:nvSpPr>
                <p:spPr>
                  <a:xfrm>
                    <a:off x="3249849" y="4212301"/>
                    <a:ext cx="337457" cy="246269"/>
                  </a:xfrm>
                  <a:custGeom>
                    <a:rect b="b" l="l" r="r" t="t"/>
                    <a:pathLst>
                      <a:path extrusionOk="0" h="5639" w="7727">
                        <a:moveTo>
                          <a:pt x="7726" y="1303"/>
                        </a:moveTo>
                        <a:cubicBezTo>
                          <a:pt x="7682" y="1187"/>
                          <a:pt x="7637" y="1124"/>
                          <a:pt x="7584" y="1008"/>
                        </a:cubicBezTo>
                        <a:cubicBezTo>
                          <a:pt x="7432" y="696"/>
                          <a:pt x="7209" y="393"/>
                          <a:pt x="6852" y="294"/>
                        </a:cubicBezTo>
                        <a:cubicBezTo>
                          <a:pt x="6549" y="205"/>
                          <a:pt x="6228" y="286"/>
                          <a:pt x="5915" y="312"/>
                        </a:cubicBezTo>
                        <a:cubicBezTo>
                          <a:pt x="5398" y="348"/>
                          <a:pt x="4889" y="250"/>
                          <a:pt x="4381" y="161"/>
                        </a:cubicBezTo>
                        <a:cubicBezTo>
                          <a:pt x="3872" y="71"/>
                          <a:pt x="3346" y="0"/>
                          <a:pt x="2838" y="98"/>
                        </a:cubicBezTo>
                        <a:cubicBezTo>
                          <a:pt x="2338" y="205"/>
                          <a:pt x="1847" y="509"/>
                          <a:pt x="1651" y="990"/>
                        </a:cubicBezTo>
                        <a:cubicBezTo>
                          <a:pt x="1473" y="1436"/>
                          <a:pt x="750" y="1677"/>
                          <a:pt x="527" y="2105"/>
                        </a:cubicBezTo>
                        <a:cubicBezTo>
                          <a:pt x="286" y="2578"/>
                          <a:pt x="545" y="3096"/>
                          <a:pt x="277" y="3560"/>
                        </a:cubicBezTo>
                        <a:cubicBezTo>
                          <a:pt x="1" y="4032"/>
                          <a:pt x="117" y="4675"/>
                          <a:pt x="482" y="5085"/>
                        </a:cubicBezTo>
                        <a:cubicBezTo>
                          <a:pt x="741" y="5370"/>
                          <a:pt x="1080" y="5549"/>
                          <a:pt x="1455" y="5638"/>
                        </a:cubicBezTo>
                      </a:path>
                    </a:pathLst>
                  </a:custGeom>
                  <a:gradFill>
                    <a:gsLst>
                      <a:gs pos="0">
                        <a:schemeClr val="dk2"/>
                      </a:gs>
                      <a:gs pos="100000">
                        <a:schemeClr val="accent1"/>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86"/>
                  <p:cNvSpPr/>
                  <p:nvPr/>
                </p:nvSpPr>
                <p:spPr>
                  <a:xfrm>
                    <a:off x="3304790" y="4265276"/>
                    <a:ext cx="353048" cy="258323"/>
                  </a:xfrm>
                  <a:custGeom>
                    <a:rect b="b" l="l" r="r" t="t"/>
                    <a:pathLst>
                      <a:path extrusionOk="0" h="5915" w="8084">
                        <a:moveTo>
                          <a:pt x="7164" y="72"/>
                        </a:moveTo>
                        <a:cubicBezTo>
                          <a:pt x="6879" y="0"/>
                          <a:pt x="6566" y="72"/>
                          <a:pt x="6281" y="152"/>
                        </a:cubicBezTo>
                        <a:cubicBezTo>
                          <a:pt x="5995" y="241"/>
                          <a:pt x="5710" y="348"/>
                          <a:pt x="5407" y="366"/>
                        </a:cubicBezTo>
                        <a:cubicBezTo>
                          <a:pt x="5050" y="384"/>
                          <a:pt x="4693" y="259"/>
                          <a:pt x="4336" y="188"/>
                        </a:cubicBezTo>
                        <a:cubicBezTo>
                          <a:pt x="3988" y="107"/>
                          <a:pt x="3587" y="90"/>
                          <a:pt x="3292" y="295"/>
                        </a:cubicBezTo>
                        <a:cubicBezTo>
                          <a:pt x="3007" y="491"/>
                          <a:pt x="2481" y="589"/>
                          <a:pt x="2240" y="839"/>
                        </a:cubicBezTo>
                        <a:cubicBezTo>
                          <a:pt x="1954" y="1124"/>
                          <a:pt x="1927" y="1490"/>
                          <a:pt x="1562" y="1669"/>
                        </a:cubicBezTo>
                        <a:cubicBezTo>
                          <a:pt x="884" y="1990"/>
                          <a:pt x="313" y="2596"/>
                          <a:pt x="152" y="3337"/>
                        </a:cubicBezTo>
                        <a:cubicBezTo>
                          <a:pt x="1" y="4068"/>
                          <a:pt x="340" y="4925"/>
                          <a:pt x="1018" y="5246"/>
                        </a:cubicBezTo>
                        <a:cubicBezTo>
                          <a:pt x="1374" y="5406"/>
                          <a:pt x="1776" y="5424"/>
                          <a:pt x="2151" y="5540"/>
                        </a:cubicBezTo>
                        <a:cubicBezTo>
                          <a:pt x="2454" y="5629"/>
                          <a:pt x="2739" y="5781"/>
                          <a:pt x="3060" y="5835"/>
                        </a:cubicBezTo>
                        <a:cubicBezTo>
                          <a:pt x="3596" y="5915"/>
                          <a:pt x="4131" y="5665"/>
                          <a:pt x="4568" y="5335"/>
                        </a:cubicBezTo>
                        <a:cubicBezTo>
                          <a:pt x="5005" y="5014"/>
                          <a:pt x="5380" y="4604"/>
                          <a:pt x="5826" y="4300"/>
                        </a:cubicBezTo>
                        <a:cubicBezTo>
                          <a:pt x="6138" y="4077"/>
                          <a:pt x="6495" y="3899"/>
                          <a:pt x="6789" y="3649"/>
                        </a:cubicBezTo>
                        <a:cubicBezTo>
                          <a:pt x="7012" y="3453"/>
                          <a:pt x="7200" y="3203"/>
                          <a:pt x="7387" y="2962"/>
                        </a:cubicBezTo>
                        <a:cubicBezTo>
                          <a:pt x="7664" y="2596"/>
                          <a:pt x="7949" y="2204"/>
                          <a:pt x="8012" y="1749"/>
                        </a:cubicBezTo>
                        <a:cubicBezTo>
                          <a:pt x="8083" y="1196"/>
                          <a:pt x="7780" y="223"/>
                          <a:pt x="7164" y="72"/>
                        </a:cubicBezTo>
                      </a:path>
                    </a:pathLst>
                  </a:custGeom>
                  <a:gradFill>
                    <a:gsLst>
                      <a:gs pos="0">
                        <a:schemeClr val="dk2"/>
                      </a:gs>
                      <a:gs pos="100000">
                        <a:schemeClr val="accent1"/>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86"/>
                  <p:cNvSpPr/>
                  <p:nvPr/>
                </p:nvSpPr>
                <p:spPr>
                  <a:xfrm>
                    <a:off x="3461010" y="4317465"/>
                    <a:ext cx="51883" cy="56556"/>
                  </a:xfrm>
                  <a:custGeom>
                    <a:rect b="b" l="l" r="r" t="t"/>
                    <a:pathLst>
                      <a:path extrusionOk="0" h="1295" w="1188">
                        <a:moveTo>
                          <a:pt x="848" y="19"/>
                        </a:moveTo>
                        <a:cubicBezTo>
                          <a:pt x="839" y="36"/>
                          <a:pt x="848" y="54"/>
                          <a:pt x="866" y="63"/>
                        </a:cubicBezTo>
                        <a:lnTo>
                          <a:pt x="866" y="63"/>
                        </a:lnTo>
                        <a:cubicBezTo>
                          <a:pt x="1009" y="126"/>
                          <a:pt x="1116" y="268"/>
                          <a:pt x="1125" y="411"/>
                        </a:cubicBezTo>
                        <a:lnTo>
                          <a:pt x="1125" y="411"/>
                        </a:lnTo>
                        <a:cubicBezTo>
                          <a:pt x="1125" y="598"/>
                          <a:pt x="964" y="750"/>
                          <a:pt x="831" y="821"/>
                        </a:cubicBezTo>
                        <a:lnTo>
                          <a:pt x="831" y="821"/>
                        </a:lnTo>
                        <a:cubicBezTo>
                          <a:pt x="715" y="875"/>
                          <a:pt x="599" y="911"/>
                          <a:pt x="474" y="937"/>
                        </a:cubicBezTo>
                        <a:lnTo>
                          <a:pt x="474" y="937"/>
                        </a:lnTo>
                        <a:cubicBezTo>
                          <a:pt x="420" y="955"/>
                          <a:pt x="358" y="973"/>
                          <a:pt x="295" y="991"/>
                        </a:cubicBezTo>
                        <a:lnTo>
                          <a:pt x="295" y="991"/>
                        </a:lnTo>
                        <a:cubicBezTo>
                          <a:pt x="126" y="1053"/>
                          <a:pt x="19" y="1143"/>
                          <a:pt x="1" y="1250"/>
                        </a:cubicBezTo>
                        <a:lnTo>
                          <a:pt x="1" y="1250"/>
                        </a:lnTo>
                        <a:cubicBezTo>
                          <a:pt x="1" y="1268"/>
                          <a:pt x="10" y="1285"/>
                          <a:pt x="28" y="1294"/>
                        </a:cubicBezTo>
                        <a:lnTo>
                          <a:pt x="28" y="1294"/>
                        </a:lnTo>
                        <a:cubicBezTo>
                          <a:pt x="28" y="1294"/>
                          <a:pt x="37" y="1294"/>
                          <a:pt x="37" y="1294"/>
                        </a:cubicBezTo>
                        <a:lnTo>
                          <a:pt x="37" y="1294"/>
                        </a:lnTo>
                        <a:cubicBezTo>
                          <a:pt x="45" y="1294"/>
                          <a:pt x="63" y="1276"/>
                          <a:pt x="63" y="1268"/>
                        </a:cubicBezTo>
                        <a:lnTo>
                          <a:pt x="63" y="1268"/>
                        </a:lnTo>
                        <a:cubicBezTo>
                          <a:pt x="81" y="1152"/>
                          <a:pt x="215" y="1089"/>
                          <a:pt x="313" y="1053"/>
                        </a:cubicBezTo>
                        <a:lnTo>
                          <a:pt x="313" y="1053"/>
                        </a:lnTo>
                        <a:cubicBezTo>
                          <a:pt x="376" y="1036"/>
                          <a:pt x="438" y="1018"/>
                          <a:pt x="492" y="1000"/>
                        </a:cubicBezTo>
                        <a:lnTo>
                          <a:pt x="492" y="1000"/>
                        </a:lnTo>
                        <a:cubicBezTo>
                          <a:pt x="616" y="964"/>
                          <a:pt x="741" y="937"/>
                          <a:pt x="857" y="875"/>
                        </a:cubicBezTo>
                        <a:lnTo>
                          <a:pt x="857" y="875"/>
                        </a:lnTo>
                        <a:cubicBezTo>
                          <a:pt x="1018" y="795"/>
                          <a:pt x="1187" y="625"/>
                          <a:pt x="1187" y="411"/>
                        </a:cubicBezTo>
                        <a:lnTo>
                          <a:pt x="1187" y="411"/>
                        </a:lnTo>
                        <a:cubicBezTo>
                          <a:pt x="1178" y="242"/>
                          <a:pt x="1062" y="81"/>
                          <a:pt x="884" y="1"/>
                        </a:cubicBezTo>
                        <a:lnTo>
                          <a:pt x="884" y="1"/>
                        </a:lnTo>
                        <a:cubicBezTo>
                          <a:pt x="884" y="1"/>
                          <a:pt x="875" y="1"/>
                          <a:pt x="875" y="1"/>
                        </a:cubicBezTo>
                        <a:lnTo>
                          <a:pt x="875" y="1"/>
                        </a:lnTo>
                        <a:cubicBezTo>
                          <a:pt x="857" y="1"/>
                          <a:pt x="848" y="10"/>
                          <a:pt x="848" y="19"/>
                        </a:cubicBezTo>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86"/>
                  <p:cNvSpPr/>
                  <p:nvPr/>
                </p:nvSpPr>
                <p:spPr>
                  <a:xfrm>
                    <a:off x="3548706" y="4278902"/>
                    <a:ext cx="33934" cy="78348"/>
                  </a:xfrm>
                  <a:custGeom>
                    <a:rect b="b" l="l" r="r" t="t"/>
                    <a:pathLst>
                      <a:path extrusionOk="0" h="1794" w="777">
                        <a:moveTo>
                          <a:pt x="0" y="27"/>
                        </a:moveTo>
                        <a:cubicBezTo>
                          <a:pt x="0" y="36"/>
                          <a:pt x="9" y="54"/>
                          <a:pt x="27" y="63"/>
                        </a:cubicBezTo>
                        <a:lnTo>
                          <a:pt x="27" y="63"/>
                        </a:lnTo>
                        <a:cubicBezTo>
                          <a:pt x="375" y="143"/>
                          <a:pt x="642" y="464"/>
                          <a:pt x="678" y="839"/>
                        </a:cubicBezTo>
                        <a:lnTo>
                          <a:pt x="678" y="839"/>
                        </a:lnTo>
                        <a:cubicBezTo>
                          <a:pt x="714" y="1214"/>
                          <a:pt x="491" y="1588"/>
                          <a:pt x="152" y="1740"/>
                        </a:cubicBezTo>
                        <a:lnTo>
                          <a:pt x="152" y="1740"/>
                        </a:lnTo>
                        <a:cubicBezTo>
                          <a:pt x="134" y="1740"/>
                          <a:pt x="125" y="1758"/>
                          <a:pt x="134" y="1776"/>
                        </a:cubicBezTo>
                        <a:lnTo>
                          <a:pt x="134" y="1776"/>
                        </a:lnTo>
                        <a:cubicBezTo>
                          <a:pt x="134" y="1794"/>
                          <a:pt x="152" y="1794"/>
                          <a:pt x="161" y="1794"/>
                        </a:cubicBezTo>
                        <a:lnTo>
                          <a:pt x="161" y="1794"/>
                        </a:lnTo>
                        <a:cubicBezTo>
                          <a:pt x="161" y="1794"/>
                          <a:pt x="170" y="1794"/>
                          <a:pt x="170" y="1794"/>
                        </a:cubicBezTo>
                        <a:lnTo>
                          <a:pt x="170" y="1794"/>
                        </a:lnTo>
                        <a:cubicBezTo>
                          <a:pt x="544" y="1633"/>
                          <a:pt x="776" y="1232"/>
                          <a:pt x="741" y="830"/>
                        </a:cubicBezTo>
                        <a:lnTo>
                          <a:pt x="741" y="830"/>
                        </a:lnTo>
                        <a:cubicBezTo>
                          <a:pt x="705" y="429"/>
                          <a:pt x="419" y="81"/>
                          <a:pt x="36" y="1"/>
                        </a:cubicBezTo>
                        <a:lnTo>
                          <a:pt x="36" y="1"/>
                        </a:lnTo>
                        <a:cubicBezTo>
                          <a:pt x="36" y="1"/>
                          <a:pt x="36" y="1"/>
                          <a:pt x="27" y="1"/>
                        </a:cubicBezTo>
                        <a:lnTo>
                          <a:pt x="27" y="1"/>
                        </a:lnTo>
                        <a:cubicBezTo>
                          <a:pt x="18" y="1"/>
                          <a:pt x="0" y="9"/>
                          <a:pt x="0" y="27"/>
                        </a:cubicBezTo>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86"/>
                  <p:cNvSpPr/>
                  <p:nvPr/>
                </p:nvSpPr>
                <p:spPr>
                  <a:xfrm>
                    <a:off x="3404933" y="4414114"/>
                    <a:ext cx="25374" cy="40135"/>
                  </a:xfrm>
                  <a:custGeom>
                    <a:rect b="b" l="l" r="r" t="t"/>
                    <a:pathLst>
                      <a:path extrusionOk="0" h="919" w="581">
                        <a:moveTo>
                          <a:pt x="536" y="0"/>
                        </a:moveTo>
                        <a:cubicBezTo>
                          <a:pt x="339" y="27"/>
                          <a:pt x="161" y="152"/>
                          <a:pt x="81" y="339"/>
                        </a:cubicBezTo>
                        <a:lnTo>
                          <a:pt x="81" y="339"/>
                        </a:lnTo>
                        <a:cubicBezTo>
                          <a:pt x="0" y="518"/>
                          <a:pt x="18" y="741"/>
                          <a:pt x="134" y="901"/>
                        </a:cubicBezTo>
                        <a:lnTo>
                          <a:pt x="134" y="901"/>
                        </a:lnTo>
                        <a:cubicBezTo>
                          <a:pt x="143" y="910"/>
                          <a:pt x="152" y="919"/>
                          <a:pt x="161" y="919"/>
                        </a:cubicBezTo>
                        <a:lnTo>
                          <a:pt x="161" y="919"/>
                        </a:lnTo>
                        <a:cubicBezTo>
                          <a:pt x="170" y="919"/>
                          <a:pt x="170" y="910"/>
                          <a:pt x="179" y="910"/>
                        </a:cubicBezTo>
                        <a:lnTo>
                          <a:pt x="179" y="910"/>
                        </a:lnTo>
                        <a:cubicBezTo>
                          <a:pt x="197" y="901"/>
                          <a:pt x="197" y="883"/>
                          <a:pt x="188" y="865"/>
                        </a:cubicBezTo>
                        <a:lnTo>
                          <a:pt x="188" y="865"/>
                        </a:lnTo>
                        <a:cubicBezTo>
                          <a:pt x="89" y="723"/>
                          <a:pt x="72" y="526"/>
                          <a:pt x="143" y="366"/>
                        </a:cubicBezTo>
                        <a:lnTo>
                          <a:pt x="143" y="366"/>
                        </a:lnTo>
                        <a:cubicBezTo>
                          <a:pt x="214" y="205"/>
                          <a:pt x="375" y="80"/>
                          <a:pt x="544" y="63"/>
                        </a:cubicBezTo>
                        <a:lnTo>
                          <a:pt x="544" y="63"/>
                        </a:lnTo>
                        <a:cubicBezTo>
                          <a:pt x="562" y="63"/>
                          <a:pt x="580" y="45"/>
                          <a:pt x="571" y="27"/>
                        </a:cubicBezTo>
                        <a:lnTo>
                          <a:pt x="571" y="27"/>
                        </a:lnTo>
                        <a:cubicBezTo>
                          <a:pt x="571" y="9"/>
                          <a:pt x="562" y="0"/>
                          <a:pt x="544" y="0"/>
                        </a:cubicBezTo>
                        <a:lnTo>
                          <a:pt x="544" y="0"/>
                        </a:lnTo>
                        <a:cubicBezTo>
                          <a:pt x="544" y="0"/>
                          <a:pt x="544" y="0"/>
                          <a:pt x="5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86"/>
                  <p:cNvSpPr/>
                  <p:nvPr/>
                </p:nvSpPr>
                <p:spPr>
                  <a:xfrm>
                    <a:off x="3468827" y="4251257"/>
                    <a:ext cx="14456" cy="15984"/>
                  </a:xfrm>
                  <a:custGeom>
                    <a:rect b="b" l="l" r="r" t="t"/>
                    <a:pathLst>
                      <a:path extrusionOk="0" h="366" w="331">
                        <a:moveTo>
                          <a:pt x="54" y="98"/>
                        </a:moveTo>
                        <a:cubicBezTo>
                          <a:pt x="0" y="179"/>
                          <a:pt x="9" y="286"/>
                          <a:pt x="72" y="357"/>
                        </a:cubicBezTo>
                        <a:lnTo>
                          <a:pt x="72" y="357"/>
                        </a:lnTo>
                        <a:cubicBezTo>
                          <a:pt x="72" y="366"/>
                          <a:pt x="81" y="366"/>
                          <a:pt x="90" y="366"/>
                        </a:cubicBezTo>
                        <a:lnTo>
                          <a:pt x="90" y="366"/>
                        </a:lnTo>
                        <a:cubicBezTo>
                          <a:pt x="98" y="366"/>
                          <a:pt x="107" y="366"/>
                          <a:pt x="116" y="366"/>
                        </a:cubicBezTo>
                        <a:lnTo>
                          <a:pt x="116" y="366"/>
                        </a:lnTo>
                        <a:cubicBezTo>
                          <a:pt x="125" y="348"/>
                          <a:pt x="125" y="330"/>
                          <a:pt x="116" y="321"/>
                        </a:cubicBezTo>
                        <a:lnTo>
                          <a:pt x="116" y="321"/>
                        </a:lnTo>
                        <a:cubicBezTo>
                          <a:pt x="72" y="268"/>
                          <a:pt x="72" y="187"/>
                          <a:pt x="107" y="134"/>
                        </a:cubicBezTo>
                        <a:lnTo>
                          <a:pt x="107" y="134"/>
                        </a:lnTo>
                        <a:cubicBezTo>
                          <a:pt x="143" y="80"/>
                          <a:pt x="223" y="54"/>
                          <a:pt x="286" y="72"/>
                        </a:cubicBezTo>
                        <a:lnTo>
                          <a:pt x="286" y="72"/>
                        </a:lnTo>
                        <a:cubicBezTo>
                          <a:pt x="295" y="72"/>
                          <a:pt x="313" y="63"/>
                          <a:pt x="321" y="45"/>
                        </a:cubicBezTo>
                        <a:lnTo>
                          <a:pt x="321" y="45"/>
                        </a:lnTo>
                        <a:cubicBezTo>
                          <a:pt x="330" y="36"/>
                          <a:pt x="321" y="18"/>
                          <a:pt x="304" y="9"/>
                        </a:cubicBezTo>
                        <a:lnTo>
                          <a:pt x="304" y="9"/>
                        </a:lnTo>
                        <a:cubicBezTo>
                          <a:pt x="277" y="0"/>
                          <a:pt x="259" y="0"/>
                          <a:pt x="241" y="0"/>
                        </a:cubicBezTo>
                        <a:lnTo>
                          <a:pt x="241" y="0"/>
                        </a:lnTo>
                        <a:cubicBezTo>
                          <a:pt x="170" y="0"/>
                          <a:pt x="98" y="36"/>
                          <a:pt x="54" y="98"/>
                        </a:cubicBezTo>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86"/>
                  <p:cNvSpPr/>
                  <p:nvPr/>
                </p:nvSpPr>
                <p:spPr>
                  <a:xfrm>
                    <a:off x="3248670" y="4213043"/>
                    <a:ext cx="407988" cy="309027"/>
                  </a:xfrm>
                  <a:custGeom>
                    <a:rect b="b" l="l" r="r" t="t"/>
                    <a:pathLst>
                      <a:path extrusionOk="0" h="7076" w="9342">
                        <a:moveTo>
                          <a:pt x="2865" y="54"/>
                        </a:moveTo>
                        <a:cubicBezTo>
                          <a:pt x="2704" y="90"/>
                          <a:pt x="2561" y="135"/>
                          <a:pt x="2419" y="197"/>
                        </a:cubicBezTo>
                        <a:lnTo>
                          <a:pt x="2419" y="197"/>
                        </a:lnTo>
                        <a:cubicBezTo>
                          <a:pt x="2419" y="197"/>
                          <a:pt x="2419" y="197"/>
                          <a:pt x="2419" y="206"/>
                        </a:cubicBezTo>
                        <a:lnTo>
                          <a:pt x="2419" y="206"/>
                        </a:lnTo>
                        <a:cubicBezTo>
                          <a:pt x="2062" y="367"/>
                          <a:pt x="1776" y="643"/>
                          <a:pt x="1651" y="964"/>
                        </a:cubicBezTo>
                        <a:lnTo>
                          <a:pt x="1651" y="964"/>
                        </a:lnTo>
                        <a:cubicBezTo>
                          <a:pt x="1633" y="1009"/>
                          <a:pt x="1607" y="1045"/>
                          <a:pt x="1580" y="1089"/>
                        </a:cubicBezTo>
                        <a:lnTo>
                          <a:pt x="1580" y="1089"/>
                        </a:lnTo>
                        <a:cubicBezTo>
                          <a:pt x="1571" y="1089"/>
                          <a:pt x="1562" y="1098"/>
                          <a:pt x="1562" y="1116"/>
                        </a:cubicBezTo>
                        <a:lnTo>
                          <a:pt x="1562" y="1116"/>
                        </a:lnTo>
                        <a:cubicBezTo>
                          <a:pt x="1562" y="1116"/>
                          <a:pt x="1562" y="1116"/>
                          <a:pt x="1562" y="1116"/>
                        </a:cubicBezTo>
                        <a:lnTo>
                          <a:pt x="1562" y="1116"/>
                        </a:lnTo>
                        <a:cubicBezTo>
                          <a:pt x="1446" y="1277"/>
                          <a:pt x="1259" y="1401"/>
                          <a:pt x="1089" y="1535"/>
                        </a:cubicBezTo>
                        <a:lnTo>
                          <a:pt x="1089" y="1535"/>
                        </a:lnTo>
                        <a:cubicBezTo>
                          <a:pt x="866" y="1696"/>
                          <a:pt x="634" y="1856"/>
                          <a:pt x="527" y="2071"/>
                        </a:cubicBezTo>
                        <a:lnTo>
                          <a:pt x="527" y="2071"/>
                        </a:lnTo>
                        <a:cubicBezTo>
                          <a:pt x="402" y="2311"/>
                          <a:pt x="402" y="2561"/>
                          <a:pt x="411" y="2802"/>
                        </a:cubicBezTo>
                        <a:lnTo>
                          <a:pt x="411" y="2802"/>
                        </a:lnTo>
                        <a:cubicBezTo>
                          <a:pt x="411" y="3052"/>
                          <a:pt x="411" y="3293"/>
                          <a:pt x="277" y="3525"/>
                        </a:cubicBezTo>
                        <a:lnTo>
                          <a:pt x="277" y="3525"/>
                        </a:lnTo>
                        <a:cubicBezTo>
                          <a:pt x="1" y="3989"/>
                          <a:pt x="90" y="4649"/>
                          <a:pt x="492" y="5095"/>
                        </a:cubicBezTo>
                        <a:lnTo>
                          <a:pt x="492" y="5095"/>
                        </a:lnTo>
                        <a:cubicBezTo>
                          <a:pt x="732" y="5362"/>
                          <a:pt x="1071" y="5559"/>
                          <a:pt x="1473" y="5657"/>
                        </a:cubicBezTo>
                        <a:lnTo>
                          <a:pt x="1473" y="5657"/>
                        </a:lnTo>
                        <a:cubicBezTo>
                          <a:pt x="1473" y="5657"/>
                          <a:pt x="1473" y="5657"/>
                          <a:pt x="1482" y="5657"/>
                        </a:cubicBezTo>
                        <a:lnTo>
                          <a:pt x="1482" y="5657"/>
                        </a:lnTo>
                        <a:cubicBezTo>
                          <a:pt x="1491" y="5657"/>
                          <a:pt x="1509" y="5648"/>
                          <a:pt x="1509" y="5630"/>
                        </a:cubicBezTo>
                        <a:lnTo>
                          <a:pt x="1509" y="5630"/>
                        </a:lnTo>
                        <a:cubicBezTo>
                          <a:pt x="1509" y="5621"/>
                          <a:pt x="1509" y="5621"/>
                          <a:pt x="1509" y="5612"/>
                        </a:cubicBezTo>
                        <a:lnTo>
                          <a:pt x="1509" y="5612"/>
                        </a:lnTo>
                        <a:cubicBezTo>
                          <a:pt x="1660" y="5987"/>
                          <a:pt x="1937" y="6299"/>
                          <a:pt x="2294" y="6469"/>
                        </a:cubicBezTo>
                        <a:lnTo>
                          <a:pt x="2294" y="6469"/>
                        </a:lnTo>
                        <a:cubicBezTo>
                          <a:pt x="2508" y="6567"/>
                          <a:pt x="2749" y="6620"/>
                          <a:pt x="2981" y="6665"/>
                        </a:cubicBezTo>
                        <a:lnTo>
                          <a:pt x="2981" y="6665"/>
                        </a:lnTo>
                        <a:cubicBezTo>
                          <a:pt x="3132" y="6692"/>
                          <a:pt x="3284" y="6718"/>
                          <a:pt x="3427" y="6763"/>
                        </a:cubicBezTo>
                        <a:lnTo>
                          <a:pt x="3427" y="6763"/>
                        </a:lnTo>
                        <a:cubicBezTo>
                          <a:pt x="3534" y="6799"/>
                          <a:pt x="3650" y="6843"/>
                          <a:pt x="3757" y="6879"/>
                        </a:cubicBezTo>
                        <a:lnTo>
                          <a:pt x="3757" y="6879"/>
                        </a:lnTo>
                        <a:cubicBezTo>
                          <a:pt x="3944" y="6959"/>
                          <a:pt x="4140" y="7031"/>
                          <a:pt x="4337" y="7057"/>
                        </a:cubicBezTo>
                        <a:lnTo>
                          <a:pt x="4337" y="7057"/>
                        </a:lnTo>
                        <a:cubicBezTo>
                          <a:pt x="4408" y="7066"/>
                          <a:pt x="4479" y="7075"/>
                          <a:pt x="4551" y="7075"/>
                        </a:cubicBezTo>
                        <a:lnTo>
                          <a:pt x="4551" y="7075"/>
                        </a:lnTo>
                        <a:cubicBezTo>
                          <a:pt x="5068" y="7075"/>
                          <a:pt x="5541" y="6808"/>
                          <a:pt x="5871" y="6558"/>
                        </a:cubicBezTo>
                        <a:lnTo>
                          <a:pt x="5871" y="6558"/>
                        </a:lnTo>
                        <a:cubicBezTo>
                          <a:pt x="6076" y="6406"/>
                          <a:pt x="6263" y="6237"/>
                          <a:pt x="6451" y="6076"/>
                        </a:cubicBezTo>
                        <a:lnTo>
                          <a:pt x="6451" y="6076"/>
                        </a:lnTo>
                        <a:cubicBezTo>
                          <a:pt x="6665" y="5880"/>
                          <a:pt x="6888" y="5684"/>
                          <a:pt x="7129" y="5514"/>
                        </a:cubicBezTo>
                        <a:lnTo>
                          <a:pt x="7129" y="5514"/>
                        </a:lnTo>
                        <a:cubicBezTo>
                          <a:pt x="7245" y="5434"/>
                          <a:pt x="7370" y="5362"/>
                          <a:pt x="7495" y="5282"/>
                        </a:cubicBezTo>
                        <a:lnTo>
                          <a:pt x="7495" y="5282"/>
                        </a:lnTo>
                        <a:cubicBezTo>
                          <a:pt x="7691" y="5157"/>
                          <a:pt x="7905" y="5032"/>
                          <a:pt x="8092" y="4872"/>
                        </a:cubicBezTo>
                        <a:lnTo>
                          <a:pt x="8092" y="4872"/>
                        </a:lnTo>
                        <a:cubicBezTo>
                          <a:pt x="8217" y="4756"/>
                          <a:pt x="8333" y="4640"/>
                          <a:pt x="8440" y="4506"/>
                        </a:cubicBezTo>
                        <a:lnTo>
                          <a:pt x="8440" y="4506"/>
                        </a:lnTo>
                        <a:lnTo>
                          <a:pt x="8440" y="4506"/>
                        </a:lnTo>
                        <a:lnTo>
                          <a:pt x="8440" y="4506"/>
                        </a:lnTo>
                        <a:cubicBezTo>
                          <a:pt x="8529" y="4399"/>
                          <a:pt x="8610" y="4283"/>
                          <a:pt x="8699" y="4176"/>
                        </a:cubicBezTo>
                        <a:lnTo>
                          <a:pt x="8699" y="4176"/>
                        </a:lnTo>
                        <a:cubicBezTo>
                          <a:pt x="8949" y="3846"/>
                          <a:pt x="9261" y="3427"/>
                          <a:pt x="9323" y="2945"/>
                        </a:cubicBezTo>
                        <a:lnTo>
                          <a:pt x="9323" y="2945"/>
                        </a:lnTo>
                        <a:cubicBezTo>
                          <a:pt x="9332" y="2865"/>
                          <a:pt x="9341" y="2784"/>
                          <a:pt x="9332" y="2686"/>
                        </a:cubicBezTo>
                        <a:lnTo>
                          <a:pt x="9332" y="2686"/>
                        </a:lnTo>
                        <a:cubicBezTo>
                          <a:pt x="9332" y="2686"/>
                          <a:pt x="9332" y="2677"/>
                          <a:pt x="9332" y="2668"/>
                        </a:cubicBezTo>
                        <a:lnTo>
                          <a:pt x="9332" y="2668"/>
                        </a:lnTo>
                        <a:cubicBezTo>
                          <a:pt x="9297" y="2106"/>
                          <a:pt x="9002" y="1375"/>
                          <a:pt x="8458" y="1241"/>
                        </a:cubicBezTo>
                        <a:lnTo>
                          <a:pt x="8458" y="1241"/>
                        </a:lnTo>
                        <a:cubicBezTo>
                          <a:pt x="8235" y="1187"/>
                          <a:pt x="7994" y="1214"/>
                          <a:pt x="7780" y="1259"/>
                        </a:cubicBezTo>
                        <a:lnTo>
                          <a:pt x="7780" y="1259"/>
                        </a:lnTo>
                        <a:cubicBezTo>
                          <a:pt x="7753" y="1187"/>
                          <a:pt x="7718" y="1134"/>
                          <a:pt x="7691" y="1071"/>
                        </a:cubicBezTo>
                        <a:lnTo>
                          <a:pt x="7691" y="1071"/>
                        </a:lnTo>
                        <a:cubicBezTo>
                          <a:pt x="7673" y="1045"/>
                          <a:pt x="7655" y="1009"/>
                          <a:pt x="7637" y="982"/>
                        </a:cubicBezTo>
                        <a:lnTo>
                          <a:pt x="7637" y="982"/>
                        </a:lnTo>
                        <a:cubicBezTo>
                          <a:pt x="7441" y="572"/>
                          <a:pt x="7200" y="331"/>
                          <a:pt x="6888" y="242"/>
                        </a:cubicBezTo>
                        <a:lnTo>
                          <a:pt x="6888" y="242"/>
                        </a:lnTo>
                        <a:cubicBezTo>
                          <a:pt x="6656" y="170"/>
                          <a:pt x="6406" y="206"/>
                          <a:pt x="6165" y="233"/>
                        </a:cubicBezTo>
                        <a:lnTo>
                          <a:pt x="6165" y="233"/>
                        </a:lnTo>
                        <a:cubicBezTo>
                          <a:pt x="6094" y="242"/>
                          <a:pt x="6014" y="251"/>
                          <a:pt x="5942" y="260"/>
                        </a:cubicBezTo>
                        <a:lnTo>
                          <a:pt x="5942" y="260"/>
                        </a:lnTo>
                        <a:cubicBezTo>
                          <a:pt x="5478" y="295"/>
                          <a:pt x="5006" y="215"/>
                          <a:pt x="4542" y="135"/>
                        </a:cubicBezTo>
                        <a:lnTo>
                          <a:pt x="4542" y="135"/>
                        </a:lnTo>
                        <a:lnTo>
                          <a:pt x="4408" y="117"/>
                        </a:lnTo>
                        <a:cubicBezTo>
                          <a:pt x="4087" y="54"/>
                          <a:pt x="3739" y="1"/>
                          <a:pt x="3400" y="1"/>
                        </a:cubicBezTo>
                        <a:lnTo>
                          <a:pt x="3400" y="1"/>
                        </a:lnTo>
                        <a:cubicBezTo>
                          <a:pt x="3221" y="1"/>
                          <a:pt x="3043" y="19"/>
                          <a:pt x="2865" y="54"/>
                        </a:cubicBezTo>
                        <a:moveTo>
                          <a:pt x="2579" y="884"/>
                        </a:moveTo>
                        <a:cubicBezTo>
                          <a:pt x="2552" y="875"/>
                          <a:pt x="2526" y="848"/>
                          <a:pt x="2499" y="813"/>
                        </a:cubicBezTo>
                        <a:lnTo>
                          <a:pt x="2499" y="813"/>
                        </a:lnTo>
                        <a:cubicBezTo>
                          <a:pt x="2383" y="643"/>
                          <a:pt x="2365" y="429"/>
                          <a:pt x="2454" y="251"/>
                        </a:cubicBezTo>
                        <a:lnTo>
                          <a:pt x="2454" y="251"/>
                        </a:lnTo>
                        <a:cubicBezTo>
                          <a:pt x="2588" y="197"/>
                          <a:pt x="2722" y="144"/>
                          <a:pt x="2873" y="117"/>
                        </a:cubicBezTo>
                        <a:lnTo>
                          <a:pt x="2873" y="117"/>
                        </a:lnTo>
                        <a:cubicBezTo>
                          <a:pt x="3346" y="19"/>
                          <a:pt x="3828" y="81"/>
                          <a:pt x="4292" y="153"/>
                        </a:cubicBezTo>
                        <a:lnTo>
                          <a:pt x="4292" y="153"/>
                        </a:lnTo>
                        <a:cubicBezTo>
                          <a:pt x="4292" y="161"/>
                          <a:pt x="4301" y="170"/>
                          <a:pt x="4310" y="170"/>
                        </a:cubicBezTo>
                        <a:lnTo>
                          <a:pt x="4310" y="170"/>
                        </a:lnTo>
                        <a:cubicBezTo>
                          <a:pt x="4372" y="188"/>
                          <a:pt x="4426" y="251"/>
                          <a:pt x="4435" y="322"/>
                        </a:cubicBezTo>
                        <a:lnTo>
                          <a:pt x="4435" y="322"/>
                        </a:lnTo>
                        <a:cubicBezTo>
                          <a:pt x="4435" y="385"/>
                          <a:pt x="4390" y="456"/>
                          <a:pt x="4319" y="474"/>
                        </a:cubicBezTo>
                        <a:lnTo>
                          <a:pt x="4319" y="474"/>
                        </a:lnTo>
                        <a:cubicBezTo>
                          <a:pt x="4310" y="483"/>
                          <a:pt x="4301" y="500"/>
                          <a:pt x="4301" y="518"/>
                        </a:cubicBezTo>
                        <a:lnTo>
                          <a:pt x="4301" y="518"/>
                        </a:lnTo>
                        <a:cubicBezTo>
                          <a:pt x="4310" y="527"/>
                          <a:pt x="4319" y="536"/>
                          <a:pt x="4328" y="536"/>
                        </a:cubicBezTo>
                        <a:lnTo>
                          <a:pt x="4328" y="536"/>
                        </a:lnTo>
                        <a:cubicBezTo>
                          <a:pt x="4337" y="536"/>
                          <a:pt x="4337" y="536"/>
                          <a:pt x="4345" y="536"/>
                        </a:cubicBezTo>
                        <a:lnTo>
                          <a:pt x="4345" y="536"/>
                        </a:lnTo>
                        <a:cubicBezTo>
                          <a:pt x="4435" y="509"/>
                          <a:pt x="4497" y="411"/>
                          <a:pt x="4497" y="313"/>
                        </a:cubicBezTo>
                        <a:lnTo>
                          <a:pt x="4497" y="313"/>
                        </a:lnTo>
                        <a:cubicBezTo>
                          <a:pt x="4497" y="269"/>
                          <a:pt x="4470" y="224"/>
                          <a:pt x="4444" y="179"/>
                        </a:cubicBezTo>
                        <a:lnTo>
                          <a:pt x="4444" y="179"/>
                        </a:lnTo>
                        <a:lnTo>
                          <a:pt x="4533" y="197"/>
                        </a:lnTo>
                        <a:cubicBezTo>
                          <a:pt x="4899" y="260"/>
                          <a:pt x="5273" y="331"/>
                          <a:pt x="5648" y="331"/>
                        </a:cubicBezTo>
                        <a:lnTo>
                          <a:pt x="5648" y="331"/>
                        </a:lnTo>
                        <a:cubicBezTo>
                          <a:pt x="5648" y="331"/>
                          <a:pt x="5648" y="331"/>
                          <a:pt x="5657" y="331"/>
                        </a:cubicBezTo>
                        <a:lnTo>
                          <a:pt x="5657" y="331"/>
                        </a:lnTo>
                        <a:cubicBezTo>
                          <a:pt x="5666" y="331"/>
                          <a:pt x="5666" y="331"/>
                          <a:pt x="5675" y="331"/>
                        </a:cubicBezTo>
                        <a:lnTo>
                          <a:pt x="5675" y="331"/>
                        </a:lnTo>
                        <a:lnTo>
                          <a:pt x="5684" y="331"/>
                        </a:lnTo>
                        <a:cubicBezTo>
                          <a:pt x="5826" y="340"/>
                          <a:pt x="5960" y="465"/>
                          <a:pt x="6014" y="599"/>
                        </a:cubicBezTo>
                        <a:lnTo>
                          <a:pt x="6014" y="599"/>
                        </a:lnTo>
                        <a:cubicBezTo>
                          <a:pt x="6076" y="732"/>
                          <a:pt x="6032" y="911"/>
                          <a:pt x="5916" y="1009"/>
                        </a:cubicBezTo>
                        <a:lnTo>
                          <a:pt x="5916" y="1009"/>
                        </a:lnTo>
                        <a:cubicBezTo>
                          <a:pt x="5907" y="1018"/>
                          <a:pt x="5907" y="1027"/>
                          <a:pt x="5907" y="1036"/>
                        </a:cubicBezTo>
                        <a:lnTo>
                          <a:pt x="5907" y="1036"/>
                        </a:lnTo>
                        <a:cubicBezTo>
                          <a:pt x="5907" y="1054"/>
                          <a:pt x="5916" y="1062"/>
                          <a:pt x="5924" y="1062"/>
                        </a:cubicBezTo>
                        <a:lnTo>
                          <a:pt x="5924" y="1062"/>
                        </a:lnTo>
                        <a:lnTo>
                          <a:pt x="6005" y="1089"/>
                        </a:lnTo>
                        <a:cubicBezTo>
                          <a:pt x="6014" y="1089"/>
                          <a:pt x="6014" y="1089"/>
                          <a:pt x="6014" y="1089"/>
                        </a:cubicBezTo>
                        <a:lnTo>
                          <a:pt x="6014" y="1089"/>
                        </a:lnTo>
                        <a:cubicBezTo>
                          <a:pt x="6032" y="1089"/>
                          <a:pt x="6040" y="1080"/>
                          <a:pt x="6049" y="1062"/>
                        </a:cubicBezTo>
                        <a:lnTo>
                          <a:pt x="6049" y="1062"/>
                        </a:lnTo>
                        <a:cubicBezTo>
                          <a:pt x="6049" y="1054"/>
                          <a:pt x="6040" y="1036"/>
                          <a:pt x="6023" y="1027"/>
                        </a:cubicBezTo>
                        <a:lnTo>
                          <a:pt x="6023" y="1027"/>
                        </a:lnTo>
                        <a:lnTo>
                          <a:pt x="5996" y="1018"/>
                        </a:lnTo>
                        <a:cubicBezTo>
                          <a:pt x="6103" y="902"/>
                          <a:pt x="6139" y="724"/>
                          <a:pt x="6076" y="572"/>
                        </a:cubicBezTo>
                        <a:lnTo>
                          <a:pt x="6076" y="572"/>
                        </a:lnTo>
                        <a:cubicBezTo>
                          <a:pt x="6032" y="474"/>
                          <a:pt x="5960" y="385"/>
                          <a:pt x="5862" y="331"/>
                        </a:cubicBezTo>
                        <a:lnTo>
                          <a:pt x="5862" y="331"/>
                        </a:lnTo>
                        <a:cubicBezTo>
                          <a:pt x="5889" y="322"/>
                          <a:pt x="5916" y="322"/>
                          <a:pt x="5942" y="322"/>
                        </a:cubicBezTo>
                        <a:lnTo>
                          <a:pt x="5942" y="322"/>
                        </a:lnTo>
                        <a:cubicBezTo>
                          <a:pt x="6023" y="313"/>
                          <a:pt x="6103" y="304"/>
                          <a:pt x="6174" y="295"/>
                        </a:cubicBezTo>
                        <a:lnTo>
                          <a:pt x="6174" y="295"/>
                        </a:lnTo>
                        <a:cubicBezTo>
                          <a:pt x="6406" y="269"/>
                          <a:pt x="6647" y="242"/>
                          <a:pt x="6870" y="304"/>
                        </a:cubicBezTo>
                        <a:lnTo>
                          <a:pt x="6870" y="304"/>
                        </a:lnTo>
                        <a:cubicBezTo>
                          <a:pt x="6906" y="313"/>
                          <a:pt x="6933" y="322"/>
                          <a:pt x="6959" y="331"/>
                        </a:cubicBezTo>
                        <a:lnTo>
                          <a:pt x="6959" y="331"/>
                        </a:lnTo>
                        <a:cubicBezTo>
                          <a:pt x="6950" y="349"/>
                          <a:pt x="6950" y="358"/>
                          <a:pt x="6959" y="367"/>
                        </a:cubicBezTo>
                        <a:lnTo>
                          <a:pt x="6959" y="367"/>
                        </a:lnTo>
                        <a:cubicBezTo>
                          <a:pt x="7022" y="429"/>
                          <a:pt x="7066" y="509"/>
                          <a:pt x="7075" y="599"/>
                        </a:cubicBezTo>
                        <a:lnTo>
                          <a:pt x="7075" y="599"/>
                        </a:lnTo>
                        <a:cubicBezTo>
                          <a:pt x="7075" y="616"/>
                          <a:pt x="7093" y="625"/>
                          <a:pt x="7111" y="625"/>
                        </a:cubicBezTo>
                        <a:lnTo>
                          <a:pt x="7111" y="625"/>
                        </a:lnTo>
                        <a:cubicBezTo>
                          <a:pt x="7111" y="625"/>
                          <a:pt x="7111" y="625"/>
                          <a:pt x="7111" y="625"/>
                        </a:cubicBezTo>
                        <a:lnTo>
                          <a:pt x="7111" y="625"/>
                        </a:lnTo>
                        <a:cubicBezTo>
                          <a:pt x="7129" y="625"/>
                          <a:pt x="7138" y="608"/>
                          <a:pt x="7138" y="590"/>
                        </a:cubicBezTo>
                        <a:lnTo>
                          <a:pt x="7138" y="590"/>
                        </a:lnTo>
                        <a:cubicBezTo>
                          <a:pt x="7129" y="518"/>
                          <a:pt x="7102" y="447"/>
                          <a:pt x="7057" y="385"/>
                        </a:cubicBezTo>
                        <a:lnTo>
                          <a:pt x="7057" y="385"/>
                        </a:lnTo>
                        <a:cubicBezTo>
                          <a:pt x="7263" y="500"/>
                          <a:pt x="7441" y="706"/>
                          <a:pt x="7584" y="1009"/>
                        </a:cubicBezTo>
                        <a:lnTo>
                          <a:pt x="7584" y="1009"/>
                        </a:lnTo>
                        <a:cubicBezTo>
                          <a:pt x="7602" y="1045"/>
                          <a:pt x="7619" y="1071"/>
                          <a:pt x="7637" y="1098"/>
                        </a:cubicBezTo>
                        <a:lnTo>
                          <a:pt x="7637" y="1098"/>
                        </a:lnTo>
                        <a:cubicBezTo>
                          <a:pt x="7664" y="1161"/>
                          <a:pt x="7691" y="1205"/>
                          <a:pt x="7718" y="1277"/>
                        </a:cubicBezTo>
                        <a:lnTo>
                          <a:pt x="7718" y="1277"/>
                        </a:lnTo>
                        <a:cubicBezTo>
                          <a:pt x="7664" y="1294"/>
                          <a:pt x="7611" y="1303"/>
                          <a:pt x="7557" y="1321"/>
                        </a:cubicBezTo>
                        <a:lnTo>
                          <a:pt x="7557" y="1321"/>
                        </a:lnTo>
                        <a:cubicBezTo>
                          <a:pt x="7414" y="1366"/>
                          <a:pt x="7280" y="1294"/>
                          <a:pt x="7138" y="1223"/>
                        </a:cubicBezTo>
                        <a:lnTo>
                          <a:pt x="7138" y="1223"/>
                        </a:lnTo>
                        <a:cubicBezTo>
                          <a:pt x="7013" y="1161"/>
                          <a:pt x="6888" y="1098"/>
                          <a:pt x="6736" y="1107"/>
                        </a:cubicBezTo>
                        <a:lnTo>
                          <a:pt x="6736" y="1107"/>
                        </a:lnTo>
                        <a:lnTo>
                          <a:pt x="6736" y="1107"/>
                        </a:lnTo>
                        <a:lnTo>
                          <a:pt x="6736" y="1107"/>
                        </a:lnTo>
                        <a:cubicBezTo>
                          <a:pt x="6727" y="1107"/>
                          <a:pt x="6718" y="1107"/>
                          <a:pt x="6710" y="1107"/>
                        </a:cubicBezTo>
                        <a:lnTo>
                          <a:pt x="6710" y="1107"/>
                        </a:lnTo>
                        <a:cubicBezTo>
                          <a:pt x="6558" y="1116"/>
                          <a:pt x="6397" y="1178"/>
                          <a:pt x="6246" y="1232"/>
                        </a:cubicBezTo>
                        <a:lnTo>
                          <a:pt x="6246" y="1232"/>
                        </a:lnTo>
                        <a:cubicBezTo>
                          <a:pt x="6040" y="1312"/>
                          <a:pt x="5826" y="1393"/>
                          <a:pt x="5630" y="1348"/>
                        </a:cubicBezTo>
                        <a:lnTo>
                          <a:pt x="5630" y="1348"/>
                        </a:lnTo>
                        <a:cubicBezTo>
                          <a:pt x="5166" y="1250"/>
                          <a:pt x="4818" y="1286"/>
                          <a:pt x="4560" y="1464"/>
                        </a:cubicBezTo>
                        <a:lnTo>
                          <a:pt x="4560" y="1464"/>
                        </a:lnTo>
                        <a:cubicBezTo>
                          <a:pt x="4461" y="1526"/>
                          <a:pt x="4337" y="1589"/>
                          <a:pt x="4212" y="1642"/>
                        </a:cubicBezTo>
                        <a:lnTo>
                          <a:pt x="4212" y="1642"/>
                        </a:lnTo>
                        <a:cubicBezTo>
                          <a:pt x="4238" y="1455"/>
                          <a:pt x="4221" y="1205"/>
                          <a:pt x="4140" y="1071"/>
                        </a:cubicBezTo>
                        <a:lnTo>
                          <a:pt x="4140" y="1071"/>
                        </a:lnTo>
                        <a:cubicBezTo>
                          <a:pt x="4042" y="920"/>
                          <a:pt x="3873" y="813"/>
                          <a:pt x="3703" y="777"/>
                        </a:cubicBezTo>
                        <a:lnTo>
                          <a:pt x="3703" y="777"/>
                        </a:lnTo>
                        <a:cubicBezTo>
                          <a:pt x="3667" y="777"/>
                          <a:pt x="3623" y="768"/>
                          <a:pt x="3596" y="768"/>
                        </a:cubicBezTo>
                        <a:lnTo>
                          <a:pt x="3596" y="768"/>
                        </a:lnTo>
                        <a:cubicBezTo>
                          <a:pt x="3543" y="768"/>
                          <a:pt x="3489" y="759"/>
                          <a:pt x="3444" y="750"/>
                        </a:cubicBezTo>
                        <a:lnTo>
                          <a:pt x="3444" y="750"/>
                        </a:lnTo>
                        <a:cubicBezTo>
                          <a:pt x="3364" y="724"/>
                          <a:pt x="3293" y="670"/>
                          <a:pt x="3284" y="599"/>
                        </a:cubicBezTo>
                        <a:lnTo>
                          <a:pt x="3284" y="599"/>
                        </a:lnTo>
                        <a:cubicBezTo>
                          <a:pt x="3284" y="581"/>
                          <a:pt x="3266" y="572"/>
                          <a:pt x="3257" y="572"/>
                        </a:cubicBezTo>
                        <a:lnTo>
                          <a:pt x="3257" y="572"/>
                        </a:lnTo>
                        <a:cubicBezTo>
                          <a:pt x="3239" y="572"/>
                          <a:pt x="3221" y="590"/>
                          <a:pt x="3221" y="608"/>
                        </a:cubicBezTo>
                        <a:lnTo>
                          <a:pt x="3221" y="608"/>
                        </a:lnTo>
                        <a:cubicBezTo>
                          <a:pt x="3230" y="706"/>
                          <a:pt x="3328" y="786"/>
                          <a:pt x="3427" y="804"/>
                        </a:cubicBezTo>
                        <a:lnTo>
                          <a:pt x="3427" y="804"/>
                        </a:lnTo>
                        <a:cubicBezTo>
                          <a:pt x="3480" y="822"/>
                          <a:pt x="3534" y="831"/>
                          <a:pt x="3587" y="831"/>
                        </a:cubicBezTo>
                        <a:lnTo>
                          <a:pt x="3587" y="831"/>
                        </a:lnTo>
                        <a:cubicBezTo>
                          <a:pt x="3623" y="831"/>
                          <a:pt x="3659" y="839"/>
                          <a:pt x="3685" y="839"/>
                        </a:cubicBezTo>
                        <a:lnTo>
                          <a:pt x="3685" y="839"/>
                        </a:lnTo>
                        <a:cubicBezTo>
                          <a:pt x="3846" y="866"/>
                          <a:pt x="3998" y="964"/>
                          <a:pt x="4087" y="1098"/>
                        </a:cubicBezTo>
                        <a:lnTo>
                          <a:pt x="4087" y="1098"/>
                        </a:lnTo>
                        <a:cubicBezTo>
                          <a:pt x="4167" y="1232"/>
                          <a:pt x="4176" y="1500"/>
                          <a:pt x="4140" y="1669"/>
                        </a:cubicBezTo>
                        <a:lnTo>
                          <a:pt x="4140" y="1669"/>
                        </a:lnTo>
                        <a:cubicBezTo>
                          <a:pt x="4131" y="1669"/>
                          <a:pt x="4122" y="1678"/>
                          <a:pt x="4114" y="1678"/>
                        </a:cubicBezTo>
                        <a:lnTo>
                          <a:pt x="4114" y="1678"/>
                        </a:lnTo>
                        <a:cubicBezTo>
                          <a:pt x="3971" y="1732"/>
                          <a:pt x="3828" y="1794"/>
                          <a:pt x="3712" y="1865"/>
                        </a:cubicBezTo>
                        <a:lnTo>
                          <a:pt x="3712" y="1865"/>
                        </a:lnTo>
                        <a:cubicBezTo>
                          <a:pt x="3676" y="1865"/>
                          <a:pt x="3650" y="1874"/>
                          <a:pt x="3632" y="1883"/>
                        </a:cubicBezTo>
                        <a:lnTo>
                          <a:pt x="3632" y="1883"/>
                        </a:lnTo>
                        <a:cubicBezTo>
                          <a:pt x="3623" y="1883"/>
                          <a:pt x="3623" y="1883"/>
                          <a:pt x="3623" y="1883"/>
                        </a:cubicBezTo>
                        <a:lnTo>
                          <a:pt x="3623" y="1883"/>
                        </a:lnTo>
                        <a:cubicBezTo>
                          <a:pt x="3632" y="1874"/>
                          <a:pt x="3623" y="1856"/>
                          <a:pt x="3614" y="1848"/>
                        </a:cubicBezTo>
                        <a:lnTo>
                          <a:pt x="3614" y="1848"/>
                        </a:lnTo>
                        <a:cubicBezTo>
                          <a:pt x="3507" y="1767"/>
                          <a:pt x="3364" y="1740"/>
                          <a:pt x="3230" y="1776"/>
                        </a:cubicBezTo>
                        <a:lnTo>
                          <a:pt x="3230" y="1776"/>
                        </a:lnTo>
                        <a:cubicBezTo>
                          <a:pt x="3105" y="1803"/>
                          <a:pt x="2989" y="1892"/>
                          <a:pt x="2927" y="2008"/>
                        </a:cubicBezTo>
                        <a:lnTo>
                          <a:pt x="2927" y="2008"/>
                        </a:lnTo>
                        <a:cubicBezTo>
                          <a:pt x="2927" y="2026"/>
                          <a:pt x="2927" y="2044"/>
                          <a:pt x="2945" y="2053"/>
                        </a:cubicBezTo>
                        <a:lnTo>
                          <a:pt x="2945" y="2053"/>
                        </a:lnTo>
                        <a:cubicBezTo>
                          <a:pt x="2945" y="2053"/>
                          <a:pt x="2954" y="2062"/>
                          <a:pt x="2963" y="2062"/>
                        </a:cubicBezTo>
                        <a:lnTo>
                          <a:pt x="2963" y="2062"/>
                        </a:lnTo>
                        <a:cubicBezTo>
                          <a:pt x="2972" y="2062"/>
                          <a:pt x="2981" y="2053"/>
                          <a:pt x="2981" y="2044"/>
                        </a:cubicBezTo>
                        <a:lnTo>
                          <a:pt x="2981" y="2044"/>
                        </a:lnTo>
                        <a:lnTo>
                          <a:pt x="3025" y="1999"/>
                        </a:lnTo>
                        <a:cubicBezTo>
                          <a:pt x="3025" y="1999"/>
                          <a:pt x="3025" y="1981"/>
                          <a:pt x="3025" y="1972"/>
                        </a:cubicBezTo>
                        <a:lnTo>
                          <a:pt x="3025" y="1972"/>
                        </a:lnTo>
                        <a:cubicBezTo>
                          <a:pt x="3079" y="1910"/>
                          <a:pt x="3159" y="1856"/>
                          <a:pt x="3248" y="1830"/>
                        </a:cubicBezTo>
                        <a:lnTo>
                          <a:pt x="3248" y="1830"/>
                        </a:lnTo>
                        <a:cubicBezTo>
                          <a:pt x="3355" y="1803"/>
                          <a:pt x="3480" y="1830"/>
                          <a:pt x="3578" y="1892"/>
                        </a:cubicBezTo>
                        <a:lnTo>
                          <a:pt x="3578" y="1892"/>
                        </a:lnTo>
                        <a:cubicBezTo>
                          <a:pt x="3587" y="1901"/>
                          <a:pt x="3596" y="1901"/>
                          <a:pt x="3614" y="1901"/>
                        </a:cubicBezTo>
                        <a:lnTo>
                          <a:pt x="3614" y="1901"/>
                        </a:lnTo>
                        <a:cubicBezTo>
                          <a:pt x="3605" y="1901"/>
                          <a:pt x="3605" y="1910"/>
                          <a:pt x="3605" y="1919"/>
                        </a:cubicBezTo>
                        <a:lnTo>
                          <a:pt x="3605" y="1919"/>
                        </a:lnTo>
                        <a:cubicBezTo>
                          <a:pt x="3614" y="1919"/>
                          <a:pt x="3614" y="1919"/>
                          <a:pt x="3614" y="1919"/>
                        </a:cubicBezTo>
                        <a:lnTo>
                          <a:pt x="3614" y="1919"/>
                        </a:lnTo>
                        <a:cubicBezTo>
                          <a:pt x="3569" y="1955"/>
                          <a:pt x="3534" y="1981"/>
                          <a:pt x="3498" y="2008"/>
                        </a:cubicBezTo>
                        <a:lnTo>
                          <a:pt x="3498" y="2008"/>
                        </a:lnTo>
                        <a:cubicBezTo>
                          <a:pt x="3382" y="2133"/>
                          <a:pt x="3311" y="2267"/>
                          <a:pt x="3239" y="2392"/>
                        </a:cubicBezTo>
                        <a:lnTo>
                          <a:pt x="3239" y="2392"/>
                        </a:lnTo>
                        <a:cubicBezTo>
                          <a:pt x="3132" y="2561"/>
                          <a:pt x="3043" y="2731"/>
                          <a:pt x="2829" y="2829"/>
                        </a:cubicBezTo>
                        <a:lnTo>
                          <a:pt x="2829" y="2829"/>
                        </a:lnTo>
                        <a:cubicBezTo>
                          <a:pt x="2731" y="2882"/>
                          <a:pt x="2624" y="2945"/>
                          <a:pt x="2526" y="3007"/>
                        </a:cubicBezTo>
                        <a:lnTo>
                          <a:pt x="2526" y="3007"/>
                        </a:lnTo>
                        <a:cubicBezTo>
                          <a:pt x="2552" y="2900"/>
                          <a:pt x="2534" y="2775"/>
                          <a:pt x="2481" y="2677"/>
                        </a:cubicBezTo>
                        <a:lnTo>
                          <a:pt x="2481" y="2677"/>
                        </a:lnTo>
                        <a:cubicBezTo>
                          <a:pt x="2419" y="2552"/>
                          <a:pt x="2294" y="2463"/>
                          <a:pt x="2124" y="2401"/>
                        </a:cubicBezTo>
                        <a:lnTo>
                          <a:pt x="2124" y="2401"/>
                        </a:lnTo>
                        <a:cubicBezTo>
                          <a:pt x="2008" y="2374"/>
                          <a:pt x="1892" y="2356"/>
                          <a:pt x="1785" y="2338"/>
                        </a:cubicBezTo>
                        <a:lnTo>
                          <a:pt x="1785" y="2338"/>
                        </a:lnTo>
                        <a:cubicBezTo>
                          <a:pt x="1749" y="2338"/>
                          <a:pt x="1714" y="2329"/>
                          <a:pt x="1678" y="2329"/>
                        </a:cubicBezTo>
                        <a:lnTo>
                          <a:pt x="1678" y="2329"/>
                        </a:lnTo>
                        <a:cubicBezTo>
                          <a:pt x="1633" y="2320"/>
                          <a:pt x="1580" y="2311"/>
                          <a:pt x="1544" y="2285"/>
                        </a:cubicBezTo>
                        <a:lnTo>
                          <a:pt x="1544" y="2285"/>
                        </a:lnTo>
                        <a:cubicBezTo>
                          <a:pt x="1509" y="2267"/>
                          <a:pt x="1482" y="2231"/>
                          <a:pt x="1482" y="2187"/>
                        </a:cubicBezTo>
                        <a:lnTo>
                          <a:pt x="1482" y="2187"/>
                        </a:lnTo>
                        <a:cubicBezTo>
                          <a:pt x="1491" y="2169"/>
                          <a:pt x="1500" y="2151"/>
                          <a:pt x="1517" y="2142"/>
                        </a:cubicBezTo>
                        <a:lnTo>
                          <a:pt x="1517" y="2142"/>
                        </a:lnTo>
                        <a:cubicBezTo>
                          <a:pt x="1526" y="2133"/>
                          <a:pt x="1535" y="2133"/>
                          <a:pt x="1553" y="2133"/>
                        </a:cubicBezTo>
                        <a:lnTo>
                          <a:pt x="1553" y="2133"/>
                        </a:lnTo>
                        <a:cubicBezTo>
                          <a:pt x="1571" y="2142"/>
                          <a:pt x="1589" y="2133"/>
                          <a:pt x="1589" y="2115"/>
                        </a:cubicBezTo>
                        <a:lnTo>
                          <a:pt x="1589" y="2115"/>
                        </a:lnTo>
                        <a:cubicBezTo>
                          <a:pt x="1598" y="2097"/>
                          <a:pt x="1589" y="2079"/>
                          <a:pt x="1571" y="2079"/>
                        </a:cubicBezTo>
                        <a:lnTo>
                          <a:pt x="1571" y="2079"/>
                        </a:lnTo>
                        <a:cubicBezTo>
                          <a:pt x="1544" y="2062"/>
                          <a:pt x="1509" y="2071"/>
                          <a:pt x="1482" y="2088"/>
                        </a:cubicBezTo>
                        <a:lnTo>
                          <a:pt x="1482" y="2088"/>
                        </a:lnTo>
                        <a:cubicBezTo>
                          <a:pt x="1446" y="2106"/>
                          <a:pt x="1428" y="2142"/>
                          <a:pt x="1419" y="2187"/>
                        </a:cubicBezTo>
                        <a:lnTo>
                          <a:pt x="1419" y="2187"/>
                        </a:lnTo>
                        <a:cubicBezTo>
                          <a:pt x="1419" y="2240"/>
                          <a:pt x="1455" y="2303"/>
                          <a:pt x="1509" y="2338"/>
                        </a:cubicBezTo>
                        <a:lnTo>
                          <a:pt x="1509" y="2338"/>
                        </a:lnTo>
                        <a:cubicBezTo>
                          <a:pt x="1562" y="2374"/>
                          <a:pt x="1616" y="2383"/>
                          <a:pt x="1669" y="2392"/>
                        </a:cubicBezTo>
                        <a:lnTo>
                          <a:pt x="1669" y="2392"/>
                        </a:lnTo>
                        <a:cubicBezTo>
                          <a:pt x="1705" y="2392"/>
                          <a:pt x="1741" y="2401"/>
                          <a:pt x="1776" y="2401"/>
                        </a:cubicBezTo>
                        <a:lnTo>
                          <a:pt x="1776" y="2401"/>
                        </a:lnTo>
                        <a:cubicBezTo>
                          <a:pt x="1883" y="2418"/>
                          <a:pt x="1999" y="2427"/>
                          <a:pt x="2097" y="2463"/>
                        </a:cubicBezTo>
                        <a:lnTo>
                          <a:pt x="2097" y="2463"/>
                        </a:lnTo>
                        <a:cubicBezTo>
                          <a:pt x="2258" y="2517"/>
                          <a:pt x="2374" y="2597"/>
                          <a:pt x="2427" y="2713"/>
                        </a:cubicBezTo>
                        <a:lnTo>
                          <a:pt x="2427" y="2713"/>
                        </a:lnTo>
                        <a:cubicBezTo>
                          <a:pt x="2490" y="2838"/>
                          <a:pt x="2499" y="3016"/>
                          <a:pt x="2410" y="3088"/>
                        </a:cubicBezTo>
                        <a:lnTo>
                          <a:pt x="2410" y="3088"/>
                        </a:lnTo>
                        <a:cubicBezTo>
                          <a:pt x="2410" y="3088"/>
                          <a:pt x="2410" y="3088"/>
                          <a:pt x="2410" y="3088"/>
                        </a:cubicBezTo>
                        <a:lnTo>
                          <a:pt x="2410" y="3088"/>
                        </a:lnTo>
                        <a:cubicBezTo>
                          <a:pt x="2178" y="3248"/>
                          <a:pt x="1990" y="3435"/>
                          <a:pt x="1830" y="3641"/>
                        </a:cubicBezTo>
                        <a:lnTo>
                          <a:pt x="1830" y="3641"/>
                        </a:lnTo>
                        <a:cubicBezTo>
                          <a:pt x="1856" y="3435"/>
                          <a:pt x="1776" y="3221"/>
                          <a:pt x="1598" y="3088"/>
                        </a:cubicBezTo>
                        <a:lnTo>
                          <a:pt x="1598" y="3088"/>
                        </a:lnTo>
                        <a:cubicBezTo>
                          <a:pt x="1589" y="3079"/>
                          <a:pt x="1571" y="3079"/>
                          <a:pt x="1562" y="3096"/>
                        </a:cubicBezTo>
                        <a:lnTo>
                          <a:pt x="1562" y="3096"/>
                        </a:lnTo>
                        <a:cubicBezTo>
                          <a:pt x="1544" y="3105"/>
                          <a:pt x="1553" y="3123"/>
                          <a:pt x="1562" y="3132"/>
                        </a:cubicBezTo>
                        <a:lnTo>
                          <a:pt x="1562" y="3132"/>
                        </a:lnTo>
                        <a:cubicBezTo>
                          <a:pt x="1767" y="3293"/>
                          <a:pt x="1830" y="3578"/>
                          <a:pt x="1714" y="3801"/>
                        </a:cubicBezTo>
                        <a:lnTo>
                          <a:pt x="1714" y="3801"/>
                        </a:lnTo>
                        <a:cubicBezTo>
                          <a:pt x="1714" y="3801"/>
                          <a:pt x="1714" y="3801"/>
                          <a:pt x="1714" y="3801"/>
                        </a:cubicBezTo>
                        <a:lnTo>
                          <a:pt x="1714" y="3801"/>
                        </a:lnTo>
                        <a:cubicBezTo>
                          <a:pt x="1669" y="3864"/>
                          <a:pt x="1633" y="3935"/>
                          <a:pt x="1598" y="3998"/>
                        </a:cubicBezTo>
                        <a:lnTo>
                          <a:pt x="1598" y="3998"/>
                        </a:lnTo>
                        <a:cubicBezTo>
                          <a:pt x="1598" y="3998"/>
                          <a:pt x="1598" y="3998"/>
                          <a:pt x="1598" y="4006"/>
                        </a:cubicBezTo>
                        <a:lnTo>
                          <a:pt x="1598" y="4006"/>
                        </a:lnTo>
                        <a:cubicBezTo>
                          <a:pt x="1509" y="4167"/>
                          <a:pt x="1446" y="4345"/>
                          <a:pt x="1410" y="4524"/>
                        </a:cubicBezTo>
                        <a:lnTo>
                          <a:pt x="1410" y="4524"/>
                        </a:lnTo>
                        <a:cubicBezTo>
                          <a:pt x="1330" y="4899"/>
                          <a:pt x="1375" y="5273"/>
                          <a:pt x="1509" y="5603"/>
                        </a:cubicBezTo>
                        <a:lnTo>
                          <a:pt x="1509" y="5603"/>
                        </a:lnTo>
                        <a:cubicBezTo>
                          <a:pt x="1500" y="5594"/>
                          <a:pt x="1491" y="5594"/>
                          <a:pt x="1482" y="5594"/>
                        </a:cubicBezTo>
                        <a:lnTo>
                          <a:pt x="1482" y="5594"/>
                        </a:lnTo>
                        <a:cubicBezTo>
                          <a:pt x="1178" y="5514"/>
                          <a:pt x="902" y="5380"/>
                          <a:pt x="688" y="5193"/>
                        </a:cubicBezTo>
                        <a:lnTo>
                          <a:pt x="688" y="5193"/>
                        </a:lnTo>
                        <a:cubicBezTo>
                          <a:pt x="688" y="5193"/>
                          <a:pt x="688" y="5193"/>
                          <a:pt x="688" y="5193"/>
                        </a:cubicBezTo>
                        <a:lnTo>
                          <a:pt x="688" y="5193"/>
                        </a:lnTo>
                        <a:cubicBezTo>
                          <a:pt x="697" y="5175"/>
                          <a:pt x="679" y="5157"/>
                          <a:pt x="670" y="5157"/>
                        </a:cubicBezTo>
                        <a:lnTo>
                          <a:pt x="670" y="5157"/>
                        </a:lnTo>
                        <a:cubicBezTo>
                          <a:pt x="625" y="5139"/>
                          <a:pt x="608" y="5095"/>
                          <a:pt x="616" y="5050"/>
                        </a:cubicBezTo>
                        <a:lnTo>
                          <a:pt x="616" y="5050"/>
                        </a:lnTo>
                        <a:cubicBezTo>
                          <a:pt x="625" y="5006"/>
                          <a:pt x="661" y="4952"/>
                          <a:pt x="688" y="4916"/>
                        </a:cubicBezTo>
                        <a:lnTo>
                          <a:pt x="688" y="4916"/>
                        </a:lnTo>
                        <a:lnTo>
                          <a:pt x="947" y="4568"/>
                        </a:lnTo>
                        <a:cubicBezTo>
                          <a:pt x="955" y="4551"/>
                          <a:pt x="955" y="4533"/>
                          <a:pt x="938" y="4524"/>
                        </a:cubicBezTo>
                        <a:lnTo>
                          <a:pt x="938" y="4524"/>
                        </a:lnTo>
                        <a:cubicBezTo>
                          <a:pt x="929" y="4506"/>
                          <a:pt x="911" y="4515"/>
                          <a:pt x="893" y="4524"/>
                        </a:cubicBezTo>
                        <a:lnTo>
                          <a:pt x="893" y="4524"/>
                        </a:lnTo>
                        <a:lnTo>
                          <a:pt x="634" y="4881"/>
                        </a:lnTo>
                        <a:cubicBezTo>
                          <a:pt x="608" y="4925"/>
                          <a:pt x="563" y="4979"/>
                          <a:pt x="554" y="5041"/>
                        </a:cubicBezTo>
                        <a:lnTo>
                          <a:pt x="554" y="5041"/>
                        </a:lnTo>
                        <a:cubicBezTo>
                          <a:pt x="554" y="5050"/>
                          <a:pt x="554" y="5059"/>
                          <a:pt x="554" y="5068"/>
                        </a:cubicBezTo>
                        <a:lnTo>
                          <a:pt x="554" y="5068"/>
                        </a:lnTo>
                        <a:cubicBezTo>
                          <a:pt x="545" y="5059"/>
                          <a:pt x="545" y="5050"/>
                          <a:pt x="536" y="5050"/>
                        </a:cubicBezTo>
                        <a:lnTo>
                          <a:pt x="536" y="5050"/>
                        </a:lnTo>
                        <a:cubicBezTo>
                          <a:pt x="161" y="4622"/>
                          <a:pt x="72" y="3998"/>
                          <a:pt x="331" y="3560"/>
                        </a:cubicBezTo>
                        <a:lnTo>
                          <a:pt x="331" y="3560"/>
                        </a:lnTo>
                        <a:cubicBezTo>
                          <a:pt x="331" y="3551"/>
                          <a:pt x="340" y="3543"/>
                          <a:pt x="340" y="3534"/>
                        </a:cubicBezTo>
                        <a:lnTo>
                          <a:pt x="340" y="3534"/>
                        </a:lnTo>
                        <a:cubicBezTo>
                          <a:pt x="349" y="3623"/>
                          <a:pt x="385" y="3712"/>
                          <a:pt x="465" y="3792"/>
                        </a:cubicBezTo>
                        <a:lnTo>
                          <a:pt x="465" y="3792"/>
                        </a:lnTo>
                        <a:cubicBezTo>
                          <a:pt x="563" y="3882"/>
                          <a:pt x="697" y="3935"/>
                          <a:pt x="839" y="3935"/>
                        </a:cubicBezTo>
                        <a:lnTo>
                          <a:pt x="839" y="3935"/>
                        </a:lnTo>
                        <a:cubicBezTo>
                          <a:pt x="857" y="3935"/>
                          <a:pt x="884" y="3935"/>
                          <a:pt x="911" y="3926"/>
                        </a:cubicBezTo>
                        <a:lnTo>
                          <a:pt x="911" y="3926"/>
                        </a:lnTo>
                        <a:cubicBezTo>
                          <a:pt x="929" y="3926"/>
                          <a:pt x="947" y="3908"/>
                          <a:pt x="938" y="3890"/>
                        </a:cubicBezTo>
                        <a:lnTo>
                          <a:pt x="938" y="3890"/>
                        </a:lnTo>
                        <a:cubicBezTo>
                          <a:pt x="938" y="3873"/>
                          <a:pt x="920" y="3864"/>
                          <a:pt x="902" y="3864"/>
                        </a:cubicBezTo>
                        <a:lnTo>
                          <a:pt x="902" y="3864"/>
                        </a:lnTo>
                        <a:cubicBezTo>
                          <a:pt x="759" y="3890"/>
                          <a:pt x="608" y="3846"/>
                          <a:pt x="509" y="3748"/>
                        </a:cubicBezTo>
                        <a:lnTo>
                          <a:pt x="509" y="3748"/>
                        </a:lnTo>
                        <a:cubicBezTo>
                          <a:pt x="402" y="3650"/>
                          <a:pt x="393" y="3534"/>
                          <a:pt x="402" y="3391"/>
                        </a:cubicBezTo>
                        <a:lnTo>
                          <a:pt x="402" y="3391"/>
                        </a:lnTo>
                        <a:cubicBezTo>
                          <a:pt x="474" y="3195"/>
                          <a:pt x="474" y="2998"/>
                          <a:pt x="474" y="2802"/>
                        </a:cubicBezTo>
                        <a:lnTo>
                          <a:pt x="474" y="2802"/>
                        </a:lnTo>
                        <a:cubicBezTo>
                          <a:pt x="474" y="2650"/>
                          <a:pt x="465" y="2499"/>
                          <a:pt x="500" y="2356"/>
                        </a:cubicBezTo>
                        <a:lnTo>
                          <a:pt x="500" y="2356"/>
                        </a:lnTo>
                        <a:cubicBezTo>
                          <a:pt x="500" y="2418"/>
                          <a:pt x="518" y="2481"/>
                          <a:pt x="545" y="2534"/>
                        </a:cubicBezTo>
                        <a:lnTo>
                          <a:pt x="545" y="2534"/>
                        </a:lnTo>
                        <a:cubicBezTo>
                          <a:pt x="634" y="2722"/>
                          <a:pt x="822" y="2847"/>
                          <a:pt x="1027" y="2865"/>
                        </a:cubicBezTo>
                        <a:lnTo>
                          <a:pt x="1027" y="2865"/>
                        </a:lnTo>
                        <a:lnTo>
                          <a:pt x="1027" y="2865"/>
                        </a:lnTo>
                        <a:lnTo>
                          <a:pt x="1027" y="2865"/>
                        </a:lnTo>
                        <a:cubicBezTo>
                          <a:pt x="1045" y="2865"/>
                          <a:pt x="1054" y="2847"/>
                          <a:pt x="1063" y="2838"/>
                        </a:cubicBezTo>
                        <a:lnTo>
                          <a:pt x="1063" y="2838"/>
                        </a:lnTo>
                        <a:cubicBezTo>
                          <a:pt x="1063" y="2820"/>
                          <a:pt x="1045" y="2802"/>
                          <a:pt x="1027" y="2802"/>
                        </a:cubicBezTo>
                        <a:lnTo>
                          <a:pt x="1027" y="2802"/>
                        </a:lnTo>
                        <a:cubicBezTo>
                          <a:pt x="848" y="2784"/>
                          <a:pt x="679" y="2668"/>
                          <a:pt x="608" y="2508"/>
                        </a:cubicBezTo>
                        <a:lnTo>
                          <a:pt x="608" y="2508"/>
                        </a:lnTo>
                        <a:cubicBezTo>
                          <a:pt x="527" y="2347"/>
                          <a:pt x="545" y="2142"/>
                          <a:pt x="652" y="1999"/>
                        </a:cubicBezTo>
                        <a:lnTo>
                          <a:pt x="652" y="1999"/>
                        </a:lnTo>
                        <a:cubicBezTo>
                          <a:pt x="652" y="1999"/>
                          <a:pt x="652" y="1999"/>
                          <a:pt x="652" y="1999"/>
                        </a:cubicBezTo>
                        <a:lnTo>
                          <a:pt x="652" y="1999"/>
                        </a:lnTo>
                        <a:cubicBezTo>
                          <a:pt x="768" y="1848"/>
                          <a:pt x="947" y="1714"/>
                          <a:pt x="1125" y="1580"/>
                        </a:cubicBezTo>
                        <a:lnTo>
                          <a:pt x="1125" y="1580"/>
                        </a:lnTo>
                        <a:cubicBezTo>
                          <a:pt x="1303" y="1446"/>
                          <a:pt x="1500" y="1312"/>
                          <a:pt x="1616" y="1152"/>
                        </a:cubicBezTo>
                        <a:lnTo>
                          <a:pt x="1616" y="1152"/>
                        </a:lnTo>
                        <a:cubicBezTo>
                          <a:pt x="1767" y="1152"/>
                          <a:pt x="1919" y="1232"/>
                          <a:pt x="2008" y="1357"/>
                        </a:cubicBezTo>
                        <a:lnTo>
                          <a:pt x="2008" y="1357"/>
                        </a:lnTo>
                        <a:cubicBezTo>
                          <a:pt x="2097" y="1491"/>
                          <a:pt x="2115" y="1678"/>
                          <a:pt x="2044" y="1821"/>
                        </a:cubicBezTo>
                        <a:lnTo>
                          <a:pt x="2044" y="1821"/>
                        </a:lnTo>
                        <a:cubicBezTo>
                          <a:pt x="2035" y="1839"/>
                          <a:pt x="2044" y="1856"/>
                          <a:pt x="2062" y="1865"/>
                        </a:cubicBezTo>
                        <a:lnTo>
                          <a:pt x="2062" y="1865"/>
                        </a:lnTo>
                        <a:cubicBezTo>
                          <a:pt x="2062" y="1865"/>
                          <a:pt x="2071" y="1865"/>
                          <a:pt x="2071" y="1865"/>
                        </a:cubicBezTo>
                        <a:lnTo>
                          <a:pt x="2071" y="1865"/>
                        </a:lnTo>
                        <a:cubicBezTo>
                          <a:pt x="2088" y="1865"/>
                          <a:pt x="2097" y="1856"/>
                          <a:pt x="2097" y="1848"/>
                        </a:cubicBezTo>
                        <a:lnTo>
                          <a:pt x="2097" y="1848"/>
                        </a:lnTo>
                        <a:cubicBezTo>
                          <a:pt x="2178" y="1687"/>
                          <a:pt x="2160" y="1473"/>
                          <a:pt x="2062" y="1321"/>
                        </a:cubicBezTo>
                        <a:lnTo>
                          <a:pt x="2062" y="1321"/>
                        </a:lnTo>
                        <a:cubicBezTo>
                          <a:pt x="1972" y="1187"/>
                          <a:pt x="1821" y="1098"/>
                          <a:pt x="1660" y="1089"/>
                        </a:cubicBezTo>
                        <a:lnTo>
                          <a:pt x="1660" y="1089"/>
                        </a:lnTo>
                        <a:cubicBezTo>
                          <a:pt x="1678" y="1054"/>
                          <a:pt x="1696" y="1018"/>
                          <a:pt x="1714" y="982"/>
                        </a:cubicBezTo>
                        <a:lnTo>
                          <a:pt x="1714" y="982"/>
                        </a:lnTo>
                        <a:cubicBezTo>
                          <a:pt x="1821" y="706"/>
                          <a:pt x="2062" y="456"/>
                          <a:pt x="2365" y="295"/>
                        </a:cubicBezTo>
                        <a:lnTo>
                          <a:pt x="2365" y="295"/>
                        </a:lnTo>
                        <a:cubicBezTo>
                          <a:pt x="2303" y="474"/>
                          <a:pt x="2338" y="679"/>
                          <a:pt x="2445" y="848"/>
                        </a:cubicBezTo>
                        <a:lnTo>
                          <a:pt x="2445" y="848"/>
                        </a:lnTo>
                        <a:cubicBezTo>
                          <a:pt x="2472" y="884"/>
                          <a:pt x="2508" y="920"/>
                          <a:pt x="2552" y="947"/>
                        </a:cubicBezTo>
                        <a:lnTo>
                          <a:pt x="2552" y="947"/>
                        </a:lnTo>
                        <a:cubicBezTo>
                          <a:pt x="2570" y="947"/>
                          <a:pt x="2579" y="947"/>
                          <a:pt x="2597" y="947"/>
                        </a:cubicBezTo>
                        <a:lnTo>
                          <a:pt x="2597" y="947"/>
                        </a:lnTo>
                        <a:cubicBezTo>
                          <a:pt x="2642" y="947"/>
                          <a:pt x="2686" y="929"/>
                          <a:pt x="2704" y="893"/>
                        </a:cubicBezTo>
                        <a:lnTo>
                          <a:pt x="2704" y="893"/>
                        </a:lnTo>
                        <a:cubicBezTo>
                          <a:pt x="2713" y="875"/>
                          <a:pt x="2704" y="857"/>
                          <a:pt x="2686" y="848"/>
                        </a:cubicBezTo>
                        <a:lnTo>
                          <a:pt x="2686" y="848"/>
                        </a:lnTo>
                        <a:cubicBezTo>
                          <a:pt x="2668" y="839"/>
                          <a:pt x="2650" y="848"/>
                          <a:pt x="2642" y="866"/>
                        </a:cubicBezTo>
                        <a:lnTo>
                          <a:pt x="2642" y="866"/>
                        </a:lnTo>
                        <a:cubicBezTo>
                          <a:pt x="2642" y="875"/>
                          <a:pt x="2615" y="884"/>
                          <a:pt x="2597" y="884"/>
                        </a:cubicBezTo>
                        <a:lnTo>
                          <a:pt x="2597" y="884"/>
                        </a:lnTo>
                        <a:cubicBezTo>
                          <a:pt x="2588" y="884"/>
                          <a:pt x="2579" y="884"/>
                          <a:pt x="2579" y="884"/>
                        </a:cubicBezTo>
                        <a:moveTo>
                          <a:pt x="6701" y="1589"/>
                        </a:moveTo>
                        <a:cubicBezTo>
                          <a:pt x="6710" y="1571"/>
                          <a:pt x="6710" y="1553"/>
                          <a:pt x="6701" y="1544"/>
                        </a:cubicBezTo>
                        <a:lnTo>
                          <a:pt x="6701" y="1544"/>
                        </a:lnTo>
                        <a:cubicBezTo>
                          <a:pt x="6656" y="1500"/>
                          <a:pt x="6594" y="1286"/>
                          <a:pt x="6611" y="1250"/>
                        </a:cubicBezTo>
                        <a:lnTo>
                          <a:pt x="6611" y="1250"/>
                        </a:lnTo>
                        <a:cubicBezTo>
                          <a:pt x="6629" y="1205"/>
                          <a:pt x="6683" y="1170"/>
                          <a:pt x="6736" y="1170"/>
                        </a:cubicBezTo>
                        <a:lnTo>
                          <a:pt x="6736" y="1170"/>
                        </a:lnTo>
                        <a:cubicBezTo>
                          <a:pt x="6736" y="1170"/>
                          <a:pt x="6736" y="1170"/>
                          <a:pt x="6745" y="1170"/>
                        </a:cubicBezTo>
                        <a:lnTo>
                          <a:pt x="6745" y="1170"/>
                        </a:lnTo>
                        <a:cubicBezTo>
                          <a:pt x="6870" y="1161"/>
                          <a:pt x="6995" y="1223"/>
                          <a:pt x="7111" y="1286"/>
                        </a:cubicBezTo>
                        <a:lnTo>
                          <a:pt x="7111" y="1286"/>
                        </a:lnTo>
                        <a:cubicBezTo>
                          <a:pt x="7254" y="1357"/>
                          <a:pt x="7405" y="1437"/>
                          <a:pt x="7575" y="1384"/>
                        </a:cubicBezTo>
                        <a:lnTo>
                          <a:pt x="7575" y="1384"/>
                        </a:lnTo>
                        <a:cubicBezTo>
                          <a:pt x="7843" y="1303"/>
                          <a:pt x="8155" y="1232"/>
                          <a:pt x="8449" y="1303"/>
                        </a:cubicBezTo>
                        <a:lnTo>
                          <a:pt x="8449" y="1303"/>
                        </a:lnTo>
                        <a:cubicBezTo>
                          <a:pt x="8467" y="1303"/>
                          <a:pt x="8494" y="1312"/>
                          <a:pt x="8521" y="1321"/>
                        </a:cubicBezTo>
                        <a:lnTo>
                          <a:pt x="8521" y="1321"/>
                        </a:lnTo>
                        <a:cubicBezTo>
                          <a:pt x="8592" y="1410"/>
                          <a:pt x="8628" y="1535"/>
                          <a:pt x="8601" y="1642"/>
                        </a:cubicBezTo>
                        <a:lnTo>
                          <a:pt x="8601" y="1642"/>
                        </a:lnTo>
                        <a:cubicBezTo>
                          <a:pt x="8574" y="1749"/>
                          <a:pt x="8494" y="1848"/>
                          <a:pt x="8387" y="1892"/>
                        </a:cubicBezTo>
                        <a:lnTo>
                          <a:pt x="8387" y="1892"/>
                        </a:lnTo>
                        <a:cubicBezTo>
                          <a:pt x="8378" y="1901"/>
                          <a:pt x="8369" y="1919"/>
                          <a:pt x="8378" y="1937"/>
                        </a:cubicBezTo>
                        <a:lnTo>
                          <a:pt x="8378" y="1937"/>
                        </a:lnTo>
                        <a:cubicBezTo>
                          <a:pt x="8378" y="1946"/>
                          <a:pt x="8387" y="1955"/>
                          <a:pt x="8405" y="1955"/>
                        </a:cubicBezTo>
                        <a:lnTo>
                          <a:pt x="8405" y="1955"/>
                        </a:lnTo>
                        <a:cubicBezTo>
                          <a:pt x="8405" y="1955"/>
                          <a:pt x="8413" y="1955"/>
                          <a:pt x="8413" y="1955"/>
                        </a:cubicBezTo>
                        <a:lnTo>
                          <a:pt x="8413" y="1955"/>
                        </a:lnTo>
                        <a:cubicBezTo>
                          <a:pt x="8538" y="1901"/>
                          <a:pt x="8636" y="1785"/>
                          <a:pt x="8663" y="1651"/>
                        </a:cubicBezTo>
                        <a:lnTo>
                          <a:pt x="8663" y="1651"/>
                        </a:lnTo>
                        <a:cubicBezTo>
                          <a:pt x="8681" y="1562"/>
                          <a:pt x="8672" y="1464"/>
                          <a:pt x="8628" y="1375"/>
                        </a:cubicBezTo>
                        <a:lnTo>
                          <a:pt x="8628" y="1375"/>
                        </a:lnTo>
                        <a:cubicBezTo>
                          <a:pt x="9011" y="1607"/>
                          <a:pt x="9243" y="2195"/>
                          <a:pt x="9270" y="2677"/>
                        </a:cubicBezTo>
                        <a:lnTo>
                          <a:pt x="9270" y="2677"/>
                        </a:lnTo>
                        <a:cubicBezTo>
                          <a:pt x="9199" y="2775"/>
                          <a:pt x="9047" y="2784"/>
                          <a:pt x="8931" y="2757"/>
                        </a:cubicBezTo>
                        <a:lnTo>
                          <a:pt x="8931" y="2757"/>
                        </a:lnTo>
                        <a:cubicBezTo>
                          <a:pt x="8886" y="2749"/>
                          <a:pt x="8833" y="2731"/>
                          <a:pt x="8788" y="2713"/>
                        </a:cubicBezTo>
                        <a:lnTo>
                          <a:pt x="8788" y="2713"/>
                        </a:lnTo>
                        <a:cubicBezTo>
                          <a:pt x="8699" y="2686"/>
                          <a:pt x="8610" y="2659"/>
                          <a:pt x="8521" y="2650"/>
                        </a:cubicBezTo>
                        <a:lnTo>
                          <a:pt x="8521" y="2650"/>
                        </a:lnTo>
                        <a:cubicBezTo>
                          <a:pt x="8351" y="2642"/>
                          <a:pt x="8182" y="2731"/>
                          <a:pt x="8083" y="2865"/>
                        </a:cubicBezTo>
                        <a:lnTo>
                          <a:pt x="8083" y="2865"/>
                        </a:lnTo>
                        <a:cubicBezTo>
                          <a:pt x="8074" y="2882"/>
                          <a:pt x="8074" y="2900"/>
                          <a:pt x="8092" y="2909"/>
                        </a:cubicBezTo>
                        <a:lnTo>
                          <a:pt x="8092" y="2909"/>
                        </a:lnTo>
                        <a:cubicBezTo>
                          <a:pt x="8101" y="2918"/>
                          <a:pt x="8101" y="2918"/>
                          <a:pt x="8110" y="2918"/>
                        </a:cubicBezTo>
                        <a:lnTo>
                          <a:pt x="8110" y="2918"/>
                        </a:lnTo>
                        <a:cubicBezTo>
                          <a:pt x="8119" y="2918"/>
                          <a:pt x="8128" y="2909"/>
                          <a:pt x="8137" y="2900"/>
                        </a:cubicBezTo>
                        <a:lnTo>
                          <a:pt x="8137" y="2900"/>
                        </a:lnTo>
                        <a:cubicBezTo>
                          <a:pt x="8217" y="2784"/>
                          <a:pt x="8369" y="2713"/>
                          <a:pt x="8521" y="2713"/>
                        </a:cubicBezTo>
                        <a:lnTo>
                          <a:pt x="8521" y="2713"/>
                        </a:lnTo>
                        <a:cubicBezTo>
                          <a:pt x="8601" y="2722"/>
                          <a:pt x="8681" y="2749"/>
                          <a:pt x="8761" y="2775"/>
                        </a:cubicBezTo>
                        <a:lnTo>
                          <a:pt x="8761" y="2775"/>
                        </a:lnTo>
                        <a:cubicBezTo>
                          <a:pt x="8815" y="2784"/>
                          <a:pt x="8868" y="2802"/>
                          <a:pt x="8922" y="2820"/>
                        </a:cubicBezTo>
                        <a:lnTo>
                          <a:pt x="8922" y="2820"/>
                        </a:lnTo>
                        <a:cubicBezTo>
                          <a:pt x="9029" y="2847"/>
                          <a:pt x="9172" y="2838"/>
                          <a:pt x="9270" y="2757"/>
                        </a:cubicBezTo>
                        <a:lnTo>
                          <a:pt x="9270" y="2757"/>
                        </a:lnTo>
                        <a:cubicBezTo>
                          <a:pt x="9270" y="2820"/>
                          <a:pt x="9270" y="2882"/>
                          <a:pt x="9261" y="2945"/>
                        </a:cubicBezTo>
                        <a:lnTo>
                          <a:pt x="9261" y="2945"/>
                        </a:lnTo>
                        <a:cubicBezTo>
                          <a:pt x="9199" y="3400"/>
                          <a:pt x="8904" y="3792"/>
                          <a:pt x="8645" y="4140"/>
                        </a:cubicBezTo>
                        <a:lnTo>
                          <a:pt x="8645" y="4140"/>
                        </a:lnTo>
                        <a:cubicBezTo>
                          <a:pt x="8574" y="4229"/>
                          <a:pt x="8503" y="4319"/>
                          <a:pt x="8431" y="4408"/>
                        </a:cubicBezTo>
                        <a:lnTo>
                          <a:pt x="8431" y="4408"/>
                        </a:lnTo>
                        <a:cubicBezTo>
                          <a:pt x="8396" y="4212"/>
                          <a:pt x="8262" y="3962"/>
                          <a:pt x="8119" y="3864"/>
                        </a:cubicBezTo>
                        <a:lnTo>
                          <a:pt x="8119" y="3864"/>
                        </a:lnTo>
                        <a:cubicBezTo>
                          <a:pt x="7950" y="3757"/>
                          <a:pt x="7727" y="3730"/>
                          <a:pt x="7530" y="3801"/>
                        </a:cubicBezTo>
                        <a:lnTo>
                          <a:pt x="7530" y="3801"/>
                        </a:lnTo>
                        <a:cubicBezTo>
                          <a:pt x="7530" y="3801"/>
                          <a:pt x="7521" y="3810"/>
                          <a:pt x="7512" y="3819"/>
                        </a:cubicBezTo>
                        <a:lnTo>
                          <a:pt x="7512" y="3819"/>
                        </a:lnTo>
                        <a:cubicBezTo>
                          <a:pt x="7512" y="3828"/>
                          <a:pt x="7512" y="3837"/>
                          <a:pt x="7512" y="3846"/>
                        </a:cubicBezTo>
                        <a:lnTo>
                          <a:pt x="7512" y="3846"/>
                        </a:lnTo>
                        <a:cubicBezTo>
                          <a:pt x="7539" y="3899"/>
                          <a:pt x="7611" y="3926"/>
                          <a:pt x="7664" y="3908"/>
                        </a:cubicBezTo>
                        <a:lnTo>
                          <a:pt x="7664" y="3908"/>
                        </a:lnTo>
                        <a:cubicBezTo>
                          <a:pt x="7682" y="3899"/>
                          <a:pt x="7691" y="3882"/>
                          <a:pt x="7682" y="3864"/>
                        </a:cubicBezTo>
                        <a:lnTo>
                          <a:pt x="7682" y="3864"/>
                        </a:lnTo>
                        <a:cubicBezTo>
                          <a:pt x="7673" y="3846"/>
                          <a:pt x="7655" y="3837"/>
                          <a:pt x="7637" y="3846"/>
                        </a:cubicBezTo>
                        <a:lnTo>
                          <a:pt x="7637" y="3846"/>
                        </a:lnTo>
                        <a:cubicBezTo>
                          <a:pt x="7628" y="3846"/>
                          <a:pt x="7619" y="3846"/>
                          <a:pt x="7611" y="3846"/>
                        </a:cubicBezTo>
                        <a:lnTo>
                          <a:pt x="7611" y="3846"/>
                        </a:lnTo>
                        <a:cubicBezTo>
                          <a:pt x="7762" y="3801"/>
                          <a:pt x="7941" y="3828"/>
                          <a:pt x="8083" y="3917"/>
                        </a:cubicBezTo>
                        <a:lnTo>
                          <a:pt x="8083" y="3917"/>
                        </a:lnTo>
                        <a:cubicBezTo>
                          <a:pt x="8226" y="4015"/>
                          <a:pt x="8360" y="4292"/>
                          <a:pt x="8378" y="4479"/>
                        </a:cubicBezTo>
                        <a:lnTo>
                          <a:pt x="8378" y="4479"/>
                        </a:lnTo>
                        <a:cubicBezTo>
                          <a:pt x="8280" y="4595"/>
                          <a:pt x="8173" y="4720"/>
                          <a:pt x="8048" y="4818"/>
                        </a:cubicBezTo>
                        <a:lnTo>
                          <a:pt x="8048" y="4818"/>
                        </a:lnTo>
                        <a:cubicBezTo>
                          <a:pt x="7869" y="4979"/>
                          <a:pt x="7664" y="5104"/>
                          <a:pt x="7459" y="5229"/>
                        </a:cubicBezTo>
                        <a:lnTo>
                          <a:pt x="7459" y="5229"/>
                        </a:lnTo>
                        <a:cubicBezTo>
                          <a:pt x="7423" y="5246"/>
                          <a:pt x="7396" y="5273"/>
                          <a:pt x="7361" y="5291"/>
                        </a:cubicBezTo>
                        <a:lnTo>
                          <a:pt x="7361" y="5291"/>
                        </a:lnTo>
                        <a:cubicBezTo>
                          <a:pt x="7396" y="4881"/>
                          <a:pt x="7120" y="4470"/>
                          <a:pt x="6718" y="4372"/>
                        </a:cubicBezTo>
                        <a:lnTo>
                          <a:pt x="6718" y="4372"/>
                        </a:lnTo>
                        <a:cubicBezTo>
                          <a:pt x="6576" y="4328"/>
                          <a:pt x="6424" y="4328"/>
                          <a:pt x="6272" y="4328"/>
                        </a:cubicBezTo>
                        <a:lnTo>
                          <a:pt x="6272" y="4328"/>
                        </a:lnTo>
                        <a:cubicBezTo>
                          <a:pt x="6049" y="4328"/>
                          <a:pt x="5844" y="4328"/>
                          <a:pt x="5675" y="4212"/>
                        </a:cubicBezTo>
                        <a:lnTo>
                          <a:pt x="5675" y="4212"/>
                        </a:lnTo>
                        <a:cubicBezTo>
                          <a:pt x="5657" y="4203"/>
                          <a:pt x="5639" y="4203"/>
                          <a:pt x="5630" y="4221"/>
                        </a:cubicBezTo>
                        <a:lnTo>
                          <a:pt x="5630" y="4221"/>
                        </a:lnTo>
                        <a:cubicBezTo>
                          <a:pt x="5621" y="4229"/>
                          <a:pt x="5621" y="4256"/>
                          <a:pt x="5639" y="4265"/>
                        </a:cubicBezTo>
                        <a:lnTo>
                          <a:pt x="5639" y="4265"/>
                        </a:lnTo>
                        <a:cubicBezTo>
                          <a:pt x="5826" y="4390"/>
                          <a:pt x="6049" y="4390"/>
                          <a:pt x="6272" y="4390"/>
                        </a:cubicBezTo>
                        <a:lnTo>
                          <a:pt x="6272" y="4390"/>
                        </a:lnTo>
                        <a:cubicBezTo>
                          <a:pt x="6415" y="4390"/>
                          <a:pt x="6567" y="4390"/>
                          <a:pt x="6701" y="4435"/>
                        </a:cubicBezTo>
                        <a:lnTo>
                          <a:pt x="6701" y="4435"/>
                        </a:lnTo>
                        <a:cubicBezTo>
                          <a:pt x="7075" y="4533"/>
                          <a:pt x="7343" y="4934"/>
                          <a:pt x="7298" y="5318"/>
                        </a:cubicBezTo>
                        <a:lnTo>
                          <a:pt x="7298" y="5318"/>
                        </a:lnTo>
                        <a:cubicBezTo>
                          <a:pt x="7289" y="5318"/>
                          <a:pt x="7298" y="5327"/>
                          <a:pt x="7298" y="5327"/>
                        </a:cubicBezTo>
                        <a:lnTo>
                          <a:pt x="7298" y="5327"/>
                        </a:lnTo>
                        <a:cubicBezTo>
                          <a:pt x="7227" y="5371"/>
                          <a:pt x="7156" y="5416"/>
                          <a:pt x="7084" y="5469"/>
                        </a:cubicBezTo>
                        <a:lnTo>
                          <a:pt x="7084" y="5469"/>
                        </a:lnTo>
                        <a:cubicBezTo>
                          <a:pt x="6843" y="5639"/>
                          <a:pt x="6620" y="5835"/>
                          <a:pt x="6406" y="6031"/>
                        </a:cubicBezTo>
                        <a:lnTo>
                          <a:pt x="6406" y="6031"/>
                        </a:lnTo>
                        <a:cubicBezTo>
                          <a:pt x="6397" y="6040"/>
                          <a:pt x="6379" y="6049"/>
                          <a:pt x="6371" y="6058"/>
                        </a:cubicBezTo>
                        <a:lnTo>
                          <a:pt x="6371" y="6058"/>
                        </a:lnTo>
                        <a:cubicBezTo>
                          <a:pt x="6379" y="5898"/>
                          <a:pt x="6299" y="5737"/>
                          <a:pt x="6139" y="5585"/>
                        </a:cubicBezTo>
                        <a:lnTo>
                          <a:pt x="6139" y="5585"/>
                        </a:lnTo>
                        <a:cubicBezTo>
                          <a:pt x="5987" y="5434"/>
                          <a:pt x="5791" y="5345"/>
                          <a:pt x="5612" y="5273"/>
                        </a:cubicBezTo>
                        <a:lnTo>
                          <a:pt x="5612" y="5273"/>
                        </a:lnTo>
                        <a:cubicBezTo>
                          <a:pt x="5568" y="5255"/>
                          <a:pt x="5523" y="5238"/>
                          <a:pt x="5470" y="5229"/>
                        </a:cubicBezTo>
                        <a:lnTo>
                          <a:pt x="5470" y="5229"/>
                        </a:lnTo>
                        <a:cubicBezTo>
                          <a:pt x="5336" y="5175"/>
                          <a:pt x="5193" y="5122"/>
                          <a:pt x="5059" y="5050"/>
                        </a:cubicBezTo>
                        <a:lnTo>
                          <a:pt x="5059" y="5050"/>
                        </a:lnTo>
                        <a:cubicBezTo>
                          <a:pt x="5006" y="5023"/>
                          <a:pt x="4943" y="4979"/>
                          <a:pt x="4907" y="4925"/>
                        </a:cubicBezTo>
                        <a:lnTo>
                          <a:pt x="4907" y="4925"/>
                        </a:lnTo>
                        <a:cubicBezTo>
                          <a:pt x="4881" y="4881"/>
                          <a:pt x="4863" y="4809"/>
                          <a:pt x="4899" y="4765"/>
                        </a:cubicBezTo>
                        <a:lnTo>
                          <a:pt x="4899" y="4765"/>
                        </a:lnTo>
                        <a:cubicBezTo>
                          <a:pt x="4916" y="4738"/>
                          <a:pt x="4943" y="4720"/>
                          <a:pt x="4970" y="4720"/>
                        </a:cubicBezTo>
                        <a:lnTo>
                          <a:pt x="4970" y="4720"/>
                        </a:lnTo>
                        <a:cubicBezTo>
                          <a:pt x="4988" y="4720"/>
                          <a:pt x="5015" y="4720"/>
                          <a:pt x="5032" y="4738"/>
                        </a:cubicBezTo>
                        <a:lnTo>
                          <a:pt x="5032" y="4738"/>
                        </a:lnTo>
                        <a:cubicBezTo>
                          <a:pt x="5041" y="4756"/>
                          <a:pt x="5059" y="4756"/>
                          <a:pt x="5077" y="4747"/>
                        </a:cubicBezTo>
                        <a:lnTo>
                          <a:pt x="5077" y="4747"/>
                        </a:lnTo>
                        <a:cubicBezTo>
                          <a:pt x="5086" y="4729"/>
                          <a:pt x="5086" y="4711"/>
                          <a:pt x="5077" y="4702"/>
                        </a:cubicBezTo>
                        <a:lnTo>
                          <a:pt x="5077" y="4702"/>
                        </a:lnTo>
                        <a:cubicBezTo>
                          <a:pt x="5050" y="4667"/>
                          <a:pt x="5015" y="4658"/>
                          <a:pt x="4970" y="4658"/>
                        </a:cubicBezTo>
                        <a:lnTo>
                          <a:pt x="4970" y="4658"/>
                        </a:lnTo>
                        <a:cubicBezTo>
                          <a:pt x="4916" y="4658"/>
                          <a:pt x="4872" y="4684"/>
                          <a:pt x="4845" y="4729"/>
                        </a:cubicBezTo>
                        <a:lnTo>
                          <a:pt x="4845" y="4729"/>
                        </a:lnTo>
                        <a:cubicBezTo>
                          <a:pt x="4800" y="4800"/>
                          <a:pt x="4818" y="4899"/>
                          <a:pt x="4854" y="4961"/>
                        </a:cubicBezTo>
                        <a:lnTo>
                          <a:pt x="4854" y="4961"/>
                        </a:lnTo>
                        <a:cubicBezTo>
                          <a:pt x="4899" y="5023"/>
                          <a:pt x="4970" y="5068"/>
                          <a:pt x="5032" y="5104"/>
                        </a:cubicBezTo>
                        <a:lnTo>
                          <a:pt x="5032" y="5104"/>
                        </a:lnTo>
                        <a:cubicBezTo>
                          <a:pt x="5166" y="5175"/>
                          <a:pt x="5309" y="5229"/>
                          <a:pt x="5452" y="5282"/>
                        </a:cubicBezTo>
                        <a:lnTo>
                          <a:pt x="5452" y="5282"/>
                        </a:lnTo>
                        <a:cubicBezTo>
                          <a:pt x="5496" y="5300"/>
                          <a:pt x="5541" y="5318"/>
                          <a:pt x="5594" y="5336"/>
                        </a:cubicBezTo>
                        <a:lnTo>
                          <a:pt x="5594" y="5336"/>
                        </a:lnTo>
                        <a:cubicBezTo>
                          <a:pt x="5755" y="5398"/>
                          <a:pt x="5951" y="5487"/>
                          <a:pt x="6094" y="5630"/>
                        </a:cubicBezTo>
                        <a:lnTo>
                          <a:pt x="6094" y="5630"/>
                        </a:lnTo>
                        <a:cubicBezTo>
                          <a:pt x="6263" y="5782"/>
                          <a:pt x="6326" y="5951"/>
                          <a:pt x="6308" y="6112"/>
                        </a:cubicBezTo>
                        <a:lnTo>
                          <a:pt x="6308" y="6112"/>
                        </a:lnTo>
                        <a:cubicBezTo>
                          <a:pt x="6308" y="6112"/>
                          <a:pt x="6308" y="6112"/>
                          <a:pt x="6308" y="6121"/>
                        </a:cubicBezTo>
                        <a:lnTo>
                          <a:pt x="6308" y="6121"/>
                        </a:lnTo>
                        <a:cubicBezTo>
                          <a:pt x="6156" y="6255"/>
                          <a:pt x="5996" y="6388"/>
                          <a:pt x="5835" y="6513"/>
                        </a:cubicBezTo>
                        <a:lnTo>
                          <a:pt x="5835" y="6513"/>
                        </a:lnTo>
                        <a:cubicBezTo>
                          <a:pt x="5505" y="6754"/>
                          <a:pt x="5006" y="7031"/>
                          <a:pt x="4479" y="7013"/>
                        </a:cubicBezTo>
                        <a:lnTo>
                          <a:pt x="4479" y="7013"/>
                        </a:lnTo>
                        <a:cubicBezTo>
                          <a:pt x="4702" y="6897"/>
                          <a:pt x="4854" y="6692"/>
                          <a:pt x="4890" y="6442"/>
                        </a:cubicBezTo>
                        <a:lnTo>
                          <a:pt x="4890" y="6442"/>
                        </a:lnTo>
                        <a:cubicBezTo>
                          <a:pt x="4934" y="6147"/>
                          <a:pt x="4792" y="5826"/>
                          <a:pt x="4542" y="5666"/>
                        </a:cubicBezTo>
                        <a:lnTo>
                          <a:pt x="4542" y="5666"/>
                        </a:lnTo>
                        <a:cubicBezTo>
                          <a:pt x="4524" y="5657"/>
                          <a:pt x="4506" y="5657"/>
                          <a:pt x="4497" y="5675"/>
                        </a:cubicBezTo>
                        <a:lnTo>
                          <a:pt x="4497" y="5675"/>
                        </a:lnTo>
                        <a:cubicBezTo>
                          <a:pt x="4488" y="5684"/>
                          <a:pt x="4497" y="5710"/>
                          <a:pt x="4506" y="5719"/>
                        </a:cubicBezTo>
                        <a:lnTo>
                          <a:pt x="4506" y="5719"/>
                        </a:lnTo>
                        <a:cubicBezTo>
                          <a:pt x="4738" y="5862"/>
                          <a:pt x="4872" y="6156"/>
                          <a:pt x="4827" y="6433"/>
                        </a:cubicBezTo>
                        <a:lnTo>
                          <a:pt x="4827" y="6433"/>
                        </a:lnTo>
                        <a:cubicBezTo>
                          <a:pt x="4792" y="6701"/>
                          <a:pt x="4604" y="6915"/>
                          <a:pt x="4345" y="6995"/>
                        </a:cubicBezTo>
                        <a:lnTo>
                          <a:pt x="4345" y="6995"/>
                        </a:lnTo>
                        <a:cubicBezTo>
                          <a:pt x="4149" y="6968"/>
                          <a:pt x="3962" y="6897"/>
                          <a:pt x="3783" y="6825"/>
                        </a:cubicBezTo>
                        <a:lnTo>
                          <a:pt x="3783" y="6825"/>
                        </a:lnTo>
                        <a:cubicBezTo>
                          <a:pt x="3676" y="6781"/>
                          <a:pt x="3560" y="6736"/>
                          <a:pt x="3444" y="6701"/>
                        </a:cubicBezTo>
                        <a:lnTo>
                          <a:pt x="3444" y="6701"/>
                        </a:lnTo>
                        <a:cubicBezTo>
                          <a:pt x="3293" y="6656"/>
                          <a:pt x="3141" y="6629"/>
                          <a:pt x="2998" y="6602"/>
                        </a:cubicBezTo>
                        <a:lnTo>
                          <a:pt x="2998" y="6602"/>
                        </a:lnTo>
                        <a:cubicBezTo>
                          <a:pt x="3097" y="6576"/>
                          <a:pt x="3186" y="6540"/>
                          <a:pt x="3266" y="6478"/>
                        </a:cubicBezTo>
                        <a:lnTo>
                          <a:pt x="3266" y="6478"/>
                        </a:lnTo>
                        <a:cubicBezTo>
                          <a:pt x="3409" y="6370"/>
                          <a:pt x="3507" y="6192"/>
                          <a:pt x="3516" y="6014"/>
                        </a:cubicBezTo>
                        <a:lnTo>
                          <a:pt x="3516" y="6014"/>
                        </a:lnTo>
                        <a:cubicBezTo>
                          <a:pt x="3516" y="5996"/>
                          <a:pt x="3507" y="5978"/>
                          <a:pt x="3489" y="5978"/>
                        </a:cubicBezTo>
                        <a:lnTo>
                          <a:pt x="3489" y="5978"/>
                        </a:lnTo>
                        <a:cubicBezTo>
                          <a:pt x="3471" y="5978"/>
                          <a:pt x="3453" y="5987"/>
                          <a:pt x="3453" y="6005"/>
                        </a:cubicBezTo>
                        <a:lnTo>
                          <a:pt x="3453" y="6005"/>
                        </a:lnTo>
                        <a:cubicBezTo>
                          <a:pt x="3444" y="6165"/>
                          <a:pt x="3355" y="6326"/>
                          <a:pt x="3221" y="6424"/>
                        </a:cubicBezTo>
                        <a:lnTo>
                          <a:pt x="3221" y="6424"/>
                        </a:lnTo>
                        <a:cubicBezTo>
                          <a:pt x="3097" y="6531"/>
                          <a:pt x="2918" y="6576"/>
                          <a:pt x="2758" y="6549"/>
                        </a:cubicBezTo>
                        <a:lnTo>
                          <a:pt x="2758" y="6549"/>
                        </a:lnTo>
                        <a:cubicBezTo>
                          <a:pt x="2749" y="6549"/>
                          <a:pt x="2749" y="6549"/>
                          <a:pt x="2740" y="6549"/>
                        </a:cubicBezTo>
                        <a:lnTo>
                          <a:pt x="2740" y="6549"/>
                        </a:lnTo>
                        <a:cubicBezTo>
                          <a:pt x="2597" y="6513"/>
                          <a:pt x="2454" y="6478"/>
                          <a:pt x="2320" y="6415"/>
                        </a:cubicBezTo>
                        <a:lnTo>
                          <a:pt x="2320" y="6415"/>
                        </a:lnTo>
                        <a:cubicBezTo>
                          <a:pt x="2106" y="6308"/>
                          <a:pt x="1919" y="6147"/>
                          <a:pt x="1776" y="5951"/>
                        </a:cubicBezTo>
                        <a:lnTo>
                          <a:pt x="1776" y="5951"/>
                        </a:lnTo>
                        <a:cubicBezTo>
                          <a:pt x="1812" y="5960"/>
                          <a:pt x="1856" y="5969"/>
                          <a:pt x="1892" y="5969"/>
                        </a:cubicBezTo>
                        <a:lnTo>
                          <a:pt x="1892" y="5969"/>
                        </a:lnTo>
                        <a:cubicBezTo>
                          <a:pt x="1990" y="5969"/>
                          <a:pt x="2080" y="5933"/>
                          <a:pt x="2160" y="5880"/>
                        </a:cubicBezTo>
                        <a:lnTo>
                          <a:pt x="2160" y="5880"/>
                        </a:lnTo>
                        <a:cubicBezTo>
                          <a:pt x="2267" y="5800"/>
                          <a:pt x="2338" y="5657"/>
                          <a:pt x="2338" y="5514"/>
                        </a:cubicBezTo>
                        <a:lnTo>
                          <a:pt x="2338" y="5514"/>
                        </a:lnTo>
                        <a:cubicBezTo>
                          <a:pt x="2329" y="5496"/>
                          <a:pt x="2320" y="5478"/>
                          <a:pt x="2303" y="5487"/>
                        </a:cubicBezTo>
                        <a:lnTo>
                          <a:pt x="2303" y="5487"/>
                        </a:lnTo>
                        <a:cubicBezTo>
                          <a:pt x="2285" y="5487"/>
                          <a:pt x="2267" y="5496"/>
                          <a:pt x="2267" y="5514"/>
                        </a:cubicBezTo>
                        <a:lnTo>
                          <a:pt x="2267" y="5514"/>
                        </a:lnTo>
                        <a:cubicBezTo>
                          <a:pt x="2276" y="5639"/>
                          <a:pt x="2213" y="5755"/>
                          <a:pt x="2115" y="5826"/>
                        </a:cubicBezTo>
                        <a:lnTo>
                          <a:pt x="2115" y="5826"/>
                        </a:lnTo>
                        <a:cubicBezTo>
                          <a:pt x="2017" y="5907"/>
                          <a:pt x="1892" y="5924"/>
                          <a:pt x="1776" y="5880"/>
                        </a:cubicBezTo>
                        <a:lnTo>
                          <a:pt x="1776" y="5880"/>
                        </a:lnTo>
                        <a:cubicBezTo>
                          <a:pt x="1758" y="5880"/>
                          <a:pt x="1741" y="5880"/>
                          <a:pt x="1741" y="5898"/>
                        </a:cubicBezTo>
                        <a:lnTo>
                          <a:pt x="1741" y="5898"/>
                        </a:lnTo>
                        <a:cubicBezTo>
                          <a:pt x="1482" y="5514"/>
                          <a:pt x="1366" y="5015"/>
                          <a:pt x="1473" y="4542"/>
                        </a:cubicBezTo>
                        <a:lnTo>
                          <a:pt x="1473" y="4542"/>
                        </a:lnTo>
                        <a:cubicBezTo>
                          <a:pt x="1500" y="4399"/>
                          <a:pt x="1544" y="4265"/>
                          <a:pt x="1607" y="4131"/>
                        </a:cubicBezTo>
                        <a:lnTo>
                          <a:pt x="1607" y="4131"/>
                        </a:lnTo>
                        <a:cubicBezTo>
                          <a:pt x="1616" y="4194"/>
                          <a:pt x="1642" y="4247"/>
                          <a:pt x="1714" y="4292"/>
                        </a:cubicBezTo>
                        <a:lnTo>
                          <a:pt x="1714" y="4292"/>
                        </a:lnTo>
                        <a:cubicBezTo>
                          <a:pt x="1776" y="4337"/>
                          <a:pt x="1856" y="4363"/>
                          <a:pt x="1928" y="4363"/>
                        </a:cubicBezTo>
                        <a:lnTo>
                          <a:pt x="1928" y="4363"/>
                        </a:lnTo>
                        <a:cubicBezTo>
                          <a:pt x="1972" y="4363"/>
                          <a:pt x="2017" y="4354"/>
                          <a:pt x="2053" y="4337"/>
                        </a:cubicBezTo>
                        <a:lnTo>
                          <a:pt x="2053" y="4337"/>
                        </a:lnTo>
                        <a:cubicBezTo>
                          <a:pt x="2071" y="4337"/>
                          <a:pt x="2080" y="4319"/>
                          <a:pt x="2071" y="4301"/>
                        </a:cubicBezTo>
                        <a:lnTo>
                          <a:pt x="2071" y="4301"/>
                        </a:lnTo>
                        <a:cubicBezTo>
                          <a:pt x="2071" y="4283"/>
                          <a:pt x="2053" y="4274"/>
                          <a:pt x="2035" y="4283"/>
                        </a:cubicBezTo>
                        <a:lnTo>
                          <a:pt x="2035" y="4283"/>
                        </a:lnTo>
                        <a:cubicBezTo>
                          <a:pt x="1937" y="4319"/>
                          <a:pt x="1830" y="4301"/>
                          <a:pt x="1749" y="4238"/>
                        </a:cubicBezTo>
                        <a:lnTo>
                          <a:pt x="1749" y="4238"/>
                        </a:lnTo>
                        <a:cubicBezTo>
                          <a:pt x="1669" y="4194"/>
                          <a:pt x="1660" y="4122"/>
                          <a:pt x="1660" y="4024"/>
                        </a:cubicBezTo>
                        <a:lnTo>
                          <a:pt x="1660" y="4024"/>
                        </a:lnTo>
                        <a:cubicBezTo>
                          <a:pt x="1830" y="3685"/>
                          <a:pt x="2106" y="3382"/>
                          <a:pt x="2445" y="3141"/>
                        </a:cubicBezTo>
                        <a:lnTo>
                          <a:pt x="2445" y="3141"/>
                        </a:lnTo>
                        <a:lnTo>
                          <a:pt x="2445" y="3141"/>
                        </a:lnTo>
                        <a:cubicBezTo>
                          <a:pt x="2570" y="3043"/>
                          <a:pt x="2713" y="2963"/>
                          <a:pt x="2865" y="2891"/>
                        </a:cubicBezTo>
                        <a:lnTo>
                          <a:pt x="2865" y="2891"/>
                        </a:lnTo>
                        <a:cubicBezTo>
                          <a:pt x="2936" y="2856"/>
                          <a:pt x="2989" y="2811"/>
                          <a:pt x="3043" y="2766"/>
                        </a:cubicBezTo>
                        <a:lnTo>
                          <a:pt x="3043" y="2766"/>
                        </a:lnTo>
                        <a:cubicBezTo>
                          <a:pt x="3230" y="2882"/>
                          <a:pt x="3346" y="3070"/>
                          <a:pt x="3400" y="3320"/>
                        </a:cubicBezTo>
                        <a:lnTo>
                          <a:pt x="3400" y="3320"/>
                        </a:lnTo>
                        <a:cubicBezTo>
                          <a:pt x="3444" y="3560"/>
                          <a:pt x="3391" y="3819"/>
                          <a:pt x="3248" y="4015"/>
                        </a:cubicBezTo>
                        <a:lnTo>
                          <a:pt x="3248" y="4015"/>
                        </a:lnTo>
                        <a:cubicBezTo>
                          <a:pt x="3186" y="4105"/>
                          <a:pt x="3114" y="4176"/>
                          <a:pt x="3043" y="4247"/>
                        </a:cubicBezTo>
                        <a:lnTo>
                          <a:pt x="3043" y="4247"/>
                        </a:lnTo>
                        <a:cubicBezTo>
                          <a:pt x="2998" y="4292"/>
                          <a:pt x="2954" y="4337"/>
                          <a:pt x="2909" y="4390"/>
                        </a:cubicBezTo>
                        <a:lnTo>
                          <a:pt x="2909" y="4390"/>
                        </a:lnTo>
                        <a:cubicBezTo>
                          <a:pt x="2766" y="4551"/>
                          <a:pt x="2695" y="4702"/>
                          <a:pt x="2704" y="4854"/>
                        </a:cubicBezTo>
                        <a:lnTo>
                          <a:pt x="2704" y="4854"/>
                        </a:lnTo>
                        <a:cubicBezTo>
                          <a:pt x="2704" y="4961"/>
                          <a:pt x="2758" y="5068"/>
                          <a:pt x="2838" y="5130"/>
                        </a:cubicBezTo>
                        <a:lnTo>
                          <a:pt x="2838" y="5130"/>
                        </a:lnTo>
                        <a:cubicBezTo>
                          <a:pt x="2891" y="5175"/>
                          <a:pt x="2963" y="5202"/>
                          <a:pt x="3025" y="5202"/>
                        </a:cubicBezTo>
                        <a:lnTo>
                          <a:pt x="3025" y="5202"/>
                        </a:lnTo>
                        <a:cubicBezTo>
                          <a:pt x="3034" y="5202"/>
                          <a:pt x="3043" y="5202"/>
                          <a:pt x="3061" y="5202"/>
                        </a:cubicBezTo>
                        <a:lnTo>
                          <a:pt x="3061" y="5202"/>
                        </a:lnTo>
                        <a:cubicBezTo>
                          <a:pt x="3079" y="5202"/>
                          <a:pt x="3088" y="5184"/>
                          <a:pt x="3088" y="5166"/>
                        </a:cubicBezTo>
                        <a:lnTo>
                          <a:pt x="3088" y="5166"/>
                        </a:lnTo>
                        <a:cubicBezTo>
                          <a:pt x="3079" y="5148"/>
                          <a:pt x="3070" y="5139"/>
                          <a:pt x="3052" y="5139"/>
                        </a:cubicBezTo>
                        <a:lnTo>
                          <a:pt x="3052" y="5139"/>
                        </a:lnTo>
                        <a:cubicBezTo>
                          <a:pt x="2989" y="5148"/>
                          <a:pt x="2927" y="5130"/>
                          <a:pt x="2882" y="5086"/>
                        </a:cubicBezTo>
                        <a:lnTo>
                          <a:pt x="2882" y="5086"/>
                        </a:lnTo>
                        <a:cubicBezTo>
                          <a:pt x="2811" y="5023"/>
                          <a:pt x="2766" y="4943"/>
                          <a:pt x="2766" y="4854"/>
                        </a:cubicBezTo>
                        <a:lnTo>
                          <a:pt x="2766" y="4854"/>
                        </a:lnTo>
                        <a:cubicBezTo>
                          <a:pt x="2758" y="4720"/>
                          <a:pt x="2820" y="4577"/>
                          <a:pt x="2954" y="4426"/>
                        </a:cubicBezTo>
                        <a:lnTo>
                          <a:pt x="2954" y="4426"/>
                        </a:lnTo>
                        <a:cubicBezTo>
                          <a:pt x="2998" y="4381"/>
                          <a:pt x="3043" y="4337"/>
                          <a:pt x="3088" y="4292"/>
                        </a:cubicBezTo>
                        <a:lnTo>
                          <a:pt x="3088" y="4292"/>
                        </a:lnTo>
                        <a:cubicBezTo>
                          <a:pt x="3159" y="4221"/>
                          <a:pt x="3239" y="4140"/>
                          <a:pt x="3302" y="4060"/>
                        </a:cubicBezTo>
                        <a:lnTo>
                          <a:pt x="3302" y="4060"/>
                        </a:lnTo>
                        <a:cubicBezTo>
                          <a:pt x="3453" y="3846"/>
                          <a:pt x="3516" y="3560"/>
                          <a:pt x="3462" y="3302"/>
                        </a:cubicBezTo>
                        <a:lnTo>
                          <a:pt x="3462" y="3302"/>
                        </a:lnTo>
                        <a:cubicBezTo>
                          <a:pt x="3409" y="3043"/>
                          <a:pt x="3284" y="2847"/>
                          <a:pt x="3088" y="2722"/>
                        </a:cubicBezTo>
                        <a:lnTo>
                          <a:pt x="3088" y="2722"/>
                        </a:lnTo>
                        <a:cubicBezTo>
                          <a:pt x="3168" y="2633"/>
                          <a:pt x="3230" y="2526"/>
                          <a:pt x="3293" y="2418"/>
                        </a:cubicBezTo>
                        <a:lnTo>
                          <a:pt x="3293" y="2418"/>
                        </a:lnTo>
                        <a:cubicBezTo>
                          <a:pt x="3364" y="2294"/>
                          <a:pt x="3436" y="2169"/>
                          <a:pt x="3543" y="2053"/>
                        </a:cubicBezTo>
                        <a:lnTo>
                          <a:pt x="3543" y="2053"/>
                        </a:lnTo>
                        <a:cubicBezTo>
                          <a:pt x="3596" y="2008"/>
                          <a:pt x="3659" y="1964"/>
                          <a:pt x="3730" y="1919"/>
                        </a:cubicBezTo>
                        <a:lnTo>
                          <a:pt x="3730" y="1919"/>
                        </a:lnTo>
                        <a:cubicBezTo>
                          <a:pt x="3855" y="1910"/>
                          <a:pt x="3980" y="1972"/>
                          <a:pt x="4042" y="2017"/>
                        </a:cubicBezTo>
                        <a:lnTo>
                          <a:pt x="4042" y="2017"/>
                        </a:lnTo>
                        <a:cubicBezTo>
                          <a:pt x="4399" y="2240"/>
                          <a:pt x="4595" y="2659"/>
                          <a:pt x="4551" y="3070"/>
                        </a:cubicBezTo>
                        <a:lnTo>
                          <a:pt x="4551" y="3070"/>
                        </a:lnTo>
                        <a:cubicBezTo>
                          <a:pt x="4551" y="3079"/>
                          <a:pt x="4560" y="3096"/>
                          <a:pt x="4568" y="3096"/>
                        </a:cubicBezTo>
                        <a:lnTo>
                          <a:pt x="4568" y="3096"/>
                        </a:lnTo>
                        <a:cubicBezTo>
                          <a:pt x="4577" y="3105"/>
                          <a:pt x="4577" y="3105"/>
                          <a:pt x="4586" y="3105"/>
                        </a:cubicBezTo>
                        <a:lnTo>
                          <a:pt x="4586" y="3105"/>
                        </a:lnTo>
                        <a:cubicBezTo>
                          <a:pt x="4586" y="3105"/>
                          <a:pt x="4595" y="3105"/>
                          <a:pt x="4604" y="3096"/>
                        </a:cubicBezTo>
                        <a:lnTo>
                          <a:pt x="4604" y="3096"/>
                        </a:lnTo>
                        <a:lnTo>
                          <a:pt x="4667" y="3061"/>
                        </a:lnTo>
                        <a:cubicBezTo>
                          <a:pt x="4676" y="3052"/>
                          <a:pt x="4684" y="3034"/>
                          <a:pt x="4676" y="3016"/>
                        </a:cubicBezTo>
                        <a:lnTo>
                          <a:pt x="4676" y="3016"/>
                        </a:lnTo>
                        <a:cubicBezTo>
                          <a:pt x="4667" y="2998"/>
                          <a:pt x="4640" y="2998"/>
                          <a:pt x="4631" y="3007"/>
                        </a:cubicBezTo>
                        <a:lnTo>
                          <a:pt x="4631" y="3007"/>
                        </a:lnTo>
                        <a:lnTo>
                          <a:pt x="4622" y="3007"/>
                        </a:lnTo>
                        <a:cubicBezTo>
                          <a:pt x="4640" y="2597"/>
                          <a:pt x="4426" y="2187"/>
                          <a:pt x="4078" y="1964"/>
                        </a:cubicBezTo>
                        <a:lnTo>
                          <a:pt x="4078" y="1964"/>
                        </a:lnTo>
                        <a:cubicBezTo>
                          <a:pt x="3998" y="1910"/>
                          <a:pt x="3917" y="1883"/>
                          <a:pt x="3837" y="1865"/>
                        </a:cubicBezTo>
                        <a:lnTo>
                          <a:pt x="3837" y="1865"/>
                        </a:lnTo>
                        <a:cubicBezTo>
                          <a:pt x="3935" y="1821"/>
                          <a:pt x="4033" y="1776"/>
                          <a:pt x="4140" y="1732"/>
                        </a:cubicBezTo>
                        <a:lnTo>
                          <a:pt x="4140" y="1732"/>
                        </a:lnTo>
                        <a:cubicBezTo>
                          <a:pt x="4310" y="1669"/>
                          <a:pt x="4470" y="1598"/>
                          <a:pt x="4595" y="1517"/>
                        </a:cubicBezTo>
                        <a:lnTo>
                          <a:pt x="4595" y="1517"/>
                        </a:lnTo>
                        <a:cubicBezTo>
                          <a:pt x="4747" y="1410"/>
                          <a:pt x="4943" y="1357"/>
                          <a:pt x="5175" y="1357"/>
                        </a:cubicBezTo>
                        <a:lnTo>
                          <a:pt x="5175" y="1357"/>
                        </a:lnTo>
                        <a:cubicBezTo>
                          <a:pt x="5273" y="1357"/>
                          <a:pt x="5371" y="1366"/>
                          <a:pt x="5478" y="1384"/>
                        </a:cubicBezTo>
                        <a:lnTo>
                          <a:pt x="5478" y="1384"/>
                        </a:lnTo>
                        <a:cubicBezTo>
                          <a:pt x="5273" y="1491"/>
                          <a:pt x="5122" y="1705"/>
                          <a:pt x="5113" y="1937"/>
                        </a:cubicBezTo>
                        <a:lnTo>
                          <a:pt x="5113" y="1937"/>
                        </a:lnTo>
                        <a:cubicBezTo>
                          <a:pt x="5113" y="1955"/>
                          <a:pt x="5122" y="1972"/>
                          <a:pt x="5139" y="1972"/>
                        </a:cubicBezTo>
                        <a:lnTo>
                          <a:pt x="5139" y="1972"/>
                        </a:lnTo>
                        <a:lnTo>
                          <a:pt x="5202" y="1981"/>
                        </a:lnTo>
                        <a:cubicBezTo>
                          <a:pt x="5211" y="1981"/>
                          <a:pt x="5211" y="1981"/>
                          <a:pt x="5211" y="1981"/>
                        </a:cubicBezTo>
                        <a:lnTo>
                          <a:pt x="5211" y="1981"/>
                        </a:lnTo>
                        <a:cubicBezTo>
                          <a:pt x="5229" y="1981"/>
                          <a:pt x="5238" y="1972"/>
                          <a:pt x="5238" y="1955"/>
                        </a:cubicBezTo>
                        <a:lnTo>
                          <a:pt x="5238" y="1955"/>
                        </a:lnTo>
                        <a:cubicBezTo>
                          <a:pt x="5246" y="1937"/>
                          <a:pt x="5229" y="1919"/>
                          <a:pt x="5211" y="1919"/>
                        </a:cubicBezTo>
                        <a:lnTo>
                          <a:pt x="5211" y="1919"/>
                        </a:lnTo>
                        <a:lnTo>
                          <a:pt x="5175" y="1910"/>
                        </a:lnTo>
                        <a:cubicBezTo>
                          <a:pt x="5193" y="1714"/>
                          <a:pt x="5336" y="1517"/>
                          <a:pt x="5514" y="1437"/>
                        </a:cubicBezTo>
                        <a:lnTo>
                          <a:pt x="5514" y="1437"/>
                        </a:lnTo>
                        <a:cubicBezTo>
                          <a:pt x="5532" y="1428"/>
                          <a:pt x="5541" y="1410"/>
                          <a:pt x="5532" y="1393"/>
                        </a:cubicBezTo>
                        <a:lnTo>
                          <a:pt x="5532" y="1393"/>
                        </a:lnTo>
                        <a:cubicBezTo>
                          <a:pt x="5559" y="1401"/>
                          <a:pt x="5585" y="1401"/>
                          <a:pt x="5621" y="1410"/>
                        </a:cubicBezTo>
                        <a:lnTo>
                          <a:pt x="5621" y="1410"/>
                        </a:lnTo>
                        <a:cubicBezTo>
                          <a:pt x="5826" y="1455"/>
                          <a:pt x="6049" y="1375"/>
                          <a:pt x="6272" y="1294"/>
                        </a:cubicBezTo>
                        <a:lnTo>
                          <a:pt x="6272" y="1294"/>
                        </a:lnTo>
                        <a:cubicBezTo>
                          <a:pt x="6371" y="1250"/>
                          <a:pt x="6469" y="1214"/>
                          <a:pt x="6576" y="1187"/>
                        </a:cubicBezTo>
                        <a:lnTo>
                          <a:pt x="6576" y="1187"/>
                        </a:lnTo>
                        <a:cubicBezTo>
                          <a:pt x="6567" y="1205"/>
                          <a:pt x="6558" y="1214"/>
                          <a:pt x="6558" y="1223"/>
                        </a:cubicBezTo>
                        <a:lnTo>
                          <a:pt x="6558" y="1223"/>
                        </a:lnTo>
                        <a:cubicBezTo>
                          <a:pt x="6522" y="1294"/>
                          <a:pt x="6602" y="1535"/>
                          <a:pt x="6656" y="1589"/>
                        </a:cubicBezTo>
                        <a:lnTo>
                          <a:pt x="6656" y="1589"/>
                        </a:lnTo>
                        <a:cubicBezTo>
                          <a:pt x="6656" y="1589"/>
                          <a:pt x="6665" y="1598"/>
                          <a:pt x="6674" y="1598"/>
                        </a:cubicBezTo>
                        <a:lnTo>
                          <a:pt x="6674" y="1598"/>
                        </a:lnTo>
                        <a:cubicBezTo>
                          <a:pt x="6683" y="1598"/>
                          <a:pt x="6692" y="1589"/>
                          <a:pt x="6701" y="1589"/>
                        </a:cubicBezTo>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2" name="Google Shape;1052;p86"/>
                <p:cNvSpPr/>
                <p:nvPr/>
              </p:nvSpPr>
              <p:spPr>
                <a:xfrm>
                  <a:off x="3186425" y="4160625"/>
                  <a:ext cx="533679" cy="414643"/>
                </a:xfrm>
                <a:custGeom>
                  <a:rect b="b" l="l" r="r" t="t"/>
                  <a:pathLst>
                    <a:path extrusionOk="0" h="8886" w="11437">
                      <a:moveTo>
                        <a:pt x="2855" y="18"/>
                      </a:moveTo>
                      <a:lnTo>
                        <a:pt x="2061" y="1223"/>
                      </a:lnTo>
                      <a:cubicBezTo>
                        <a:pt x="2052" y="1223"/>
                        <a:pt x="2043" y="1223"/>
                        <a:pt x="2034" y="1223"/>
                      </a:cubicBezTo>
                      <a:lnTo>
                        <a:pt x="2034" y="1223"/>
                      </a:lnTo>
                      <a:cubicBezTo>
                        <a:pt x="1981" y="1223"/>
                        <a:pt x="1936" y="1267"/>
                        <a:pt x="1936" y="1321"/>
                      </a:cubicBezTo>
                      <a:lnTo>
                        <a:pt x="1936" y="1321"/>
                      </a:lnTo>
                      <a:cubicBezTo>
                        <a:pt x="1936" y="1339"/>
                        <a:pt x="1945" y="1357"/>
                        <a:pt x="1954" y="1365"/>
                      </a:cubicBezTo>
                      <a:lnTo>
                        <a:pt x="1954" y="1365"/>
                      </a:lnTo>
                      <a:lnTo>
                        <a:pt x="437" y="2900"/>
                      </a:lnTo>
                      <a:cubicBezTo>
                        <a:pt x="428" y="2900"/>
                        <a:pt x="411" y="2900"/>
                        <a:pt x="402" y="2900"/>
                      </a:cubicBezTo>
                      <a:lnTo>
                        <a:pt x="402" y="2900"/>
                      </a:lnTo>
                      <a:cubicBezTo>
                        <a:pt x="348" y="2900"/>
                        <a:pt x="303" y="2944"/>
                        <a:pt x="303" y="2998"/>
                      </a:cubicBezTo>
                      <a:lnTo>
                        <a:pt x="303" y="2998"/>
                      </a:lnTo>
                      <a:cubicBezTo>
                        <a:pt x="303" y="3034"/>
                        <a:pt x="321" y="3060"/>
                        <a:pt x="357" y="3078"/>
                      </a:cubicBezTo>
                      <a:lnTo>
                        <a:pt x="357" y="3078"/>
                      </a:lnTo>
                      <a:lnTo>
                        <a:pt x="63" y="4827"/>
                      </a:lnTo>
                      <a:cubicBezTo>
                        <a:pt x="27" y="4845"/>
                        <a:pt x="0" y="4880"/>
                        <a:pt x="0" y="4925"/>
                      </a:cubicBezTo>
                      <a:lnTo>
                        <a:pt x="0" y="4925"/>
                      </a:lnTo>
                      <a:cubicBezTo>
                        <a:pt x="0" y="4970"/>
                        <a:pt x="36" y="5014"/>
                        <a:pt x="89" y="5023"/>
                      </a:cubicBezTo>
                      <a:lnTo>
                        <a:pt x="89" y="5023"/>
                      </a:lnTo>
                      <a:lnTo>
                        <a:pt x="660" y="6227"/>
                      </a:lnTo>
                      <a:cubicBezTo>
                        <a:pt x="634" y="6245"/>
                        <a:pt x="625" y="6272"/>
                        <a:pt x="625" y="6308"/>
                      </a:cubicBezTo>
                      <a:lnTo>
                        <a:pt x="625" y="6308"/>
                      </a:lnTo>
                      <a:cubicBezTo>
                        <a:pt x="625" y="6361"/>
                        <a:pt x="669" y="6406"/>
                        <a:pt x="723" y="6406"/>
                      </a:cubicBezTo>
                      <a:lnTo>
                        <a:pt x="723" y="6406"/>
                      </a:lnTo>
                      <a:cubicBezTo>
                        <a:pt x="741" y="6406"/>
                        <a:pt x="758" y="6397"/>
                        <a:pt x="767" y="6388"/>
                      </a:cubicBezTo>
                      <a:lnTo>
                        <a:pt x="767" y="6388"/>
                      </a:lnTo>
                      <a:cubicBezTo>
                        <a:pt x="1338" y="6745"/>
                        <a:pt x="2177" y="7280"/>
                        <a:pt x="2409" y="7467"/>
                      </a:cubicBezTo>
                      <a:lnTo>
                        <a:pt x="2409" y="7467"/>
                      </a:lnTo>
                      <a:cubicBezTo>
                        <a:pt x="2400" y="7476"/>
                        <a:pt x="2400" y="7494"/>
                        <a:pt x="2400" y="7512"/>
                      </a:cubicBezTo>
                      <a:lnTo>
                        <a:pt x="2400" y="7512"/>
                      </a:lnTo>
                      <a:cubicBezTo>
                        <a:pt x="2400" y="7566"/>
                        <a:pt x="2445" y="7610"/>
                        <a:pt x="2498" y="7610"/>
                      </a:cubicBezTo>
                      <a:lnTo>
                        <a:pt x="2498" y="7610"/>
                      </a:lnTo>
                      <a:cubicBezTo>
                        <a:pt x="2525" y="7610"/>
                        <a:pt x="2552" y="7592"/>
                        <a:pt x="2569" y="7574"/>
                      </a:cubicBezTo>
                      <a:lnTo>
                        <a:pt x="2569" y="7574"/>
                      </a:lnTo>
                      <a:lnTo>
                        <a:pt x="3934" y="8065"/>
                      </a:lnTo>
                      <a:cubicBezTo>
                        <a:pt x="3943" y="8119"/>
                        <a:pt x="3979" y="8163"/>
                        <a:pt x="4032" y="8163"/>
                      </a:cubicBezTo>
                      <a:lnTo>
                        <a:pt x="4032" y="8163"/>
                      </a:lnTo>
                      <a:cubicBezTo>
                        <a:pt x="4068" y="8163"/>
                        <a:pt x="4095" y="8145"/>
                        <a:pt x="4113" y="8128"/>
                      </a:cubicBezTo>
                      <a:lnTo>
                        <a:pt x="4113" y="8128"/>
                      </a:lnTo>
                      <a:lnTo>
                        <a:pt x="5915" y="8788"/>
                      </a:lnTo>
                      <a:lnTo>
                        <a:pt x="5915" y="8788"/>
                      </a:lnTo>
                      <a:lnTo>
                        <a:pt x="5915" y="8788"/>
                      </a:lnTo>
                      <a:cubicBezTo>
                        <a:pt x="5915" y="8841"/>
                        <a:pt x="5959" y="8886"/>
                        <a:pt x="6013" y="8886"/>
                      </a:cubicBezTo>
                      <a:lnTo>
                        <a:pt x="6013" y="8886"/>
                      </a:lnTo>
                      <a:cubicBezTo>
                        <a:pt x="6075" y="8886"/>
                        <a:pt x="6120" y="8841"/>
                        <a:pt x="6120" y="8788"/>
                      </a:cubicBezTo>
                      <a:lnTo>
                        <a:pt x="6120" y="8788"/>
                      </a:lnTo>
                      <a:cubicBezTo>
                        <a:pt x="6120" y="8779"/>
                        <a:pt x="6111" y="8770"/>
                        <a:pt x="6111" y="8761"/>
                      </a:cubicBezTo>
                      <a:lnTo>
                        <a:pt x="6111" y="8761"/>
                      </a:lnTo>
                      <a:lnTo>
                        <a:pt x="8636" y="6861"/>
                      </a:lnTo>
                      <a:cubicBezTo>
                        <a:pt x="8645" y="6870"/>
                        <a:pt x="8671" y="6879"/>
                        <a:pt x="8689" y="6879"/>
                      </a:cubicBezTo>
                      <a:lnTo>
                        <a:pt x="8689" y="6879"/>
                      </a:lnTo>
                      <a:cubicBezTo>
                        <a:pt x="8743" y="6879"/>
                        <a:pt x="8787" y="6834"/>
                        <a:pt x="8787" y="6780"/>
                      </a:cubicBezTo>
                      <a:lnTo>
                        <a:pt x="8787" y="6780"/>
                      </a:lnTo>
                      <a:cubicBezTo>
                        <a:pt x="8787" y="6763"/>
                        <a:pt x="8787" y="6754"/>
                        <a:pt x="8778" y="6736"/>
                      </a:cubicBezTo>
                      <a:lnTo>
                        <a:pt x="8778" y="6736"/>
                      </a:lnTo>
                      <a:lnTo>
                        <a:pt x="10438" y="5210"/>
                      </a:lnTo>
                      <a:cubicBezTo>
                        <a:pt x="10447" y="5219"/>
                        <a:pt x="10465" y="5228"/>
                        <a:pt x="10482" y="5228"/>
                      </a:cubicBezTo>
                      <a:lnTo>
                        <a:pt x="10482" y="5228"/>
                      </a:lnTo>
                      <a:cubicBezTo>
                        <a:pt x="10536" y="5228"/>
                        <a:pt x="10580" y="5184"/>
                        <a:pt x="10580" y="5130"/>
                      </a:cubicBezTo>
                      <a:lnTo>
                        <a:pt x="10580" y="5130"/>
                      </a:lnTo>
                      <a:cubicBezTo>
                        <a:pt x="10580" y="5103"/>
                        <a:pt x="10572" y="5077"/>
                        <a:pt x="10554" y="5059"/>
                      </a:cubicBezTo>
                      <a:lnTo>
                        <a:pt x="10554" y="5059"/>
                      </a:lnTo>
                      <a:lnTo>
                        <a:pt x="11330" y="3506"/>
                      </a:lnTo>
                      <a:cubicBezTo>
                        <a:pt x="11330" y="3506"/>
                        <a:pt x="11330" y="3506"/>
                        <a:pt x="11339" y="3506"/>
                      </a:cubicBezTo>
                      <a:lnTo>
                        <a:pt x="11339" y="3506"/>
                      </a:lnTo>
                      <a:cubicBezTo>
                        <a:pt x="11392" y="3506"/>
                        <a:pt x="11437" y="3462"/>
                        <a:pt x="11437" y="3408"/>
                      </a:cubicBezTo>
                      <a:lnTo>
                        <a:pt x="11437" y="3408"/>
                      </a:lnTo>
                      <a:cubicBezTo>
                        <a:pt x="11437" y="3364"/>
                        <a:pt x="11410" y="3328"/>
                        <a:pt x="11374" y="3310"/>
                      </a:cubicBezTo>
                      <a:lnTo>
                        <a:pt x="11374" y="3310"/>
                      </a:lnTo>
                      <a:cubicBezTo>
                        <a:pt x="11321" y="3052"/>
                        <a:pt x="11053" y="2418"/>
                        <a:pt x="10812" y="1856"/>
                      </a:cubicBezTo>
                      <a:lnTo>
                        <a:pt x="10812" y="1856"/>
                      </a:lnTo>
                      <a:cubicBezTo>
                        <a:pt x="10830" y="1838"/>
                        <a:pt x="10839" y="1811"/>
                        <a:pt x="10839" y="1785"/>
                      </a:cubicBezTo>
                      <a:lnTo>
                        <a:pt x="10839" y="1785"/>
                      </a:lnTo>
                      <a:cubicBezTo>
                        <a:pt x="10839" y="1731"/>
                        <a:pt x="10795" y="1687"/>
                        <a:pt x="10741" y="1687"/>
                      </a:cubicBezTo>
                      <a:lnTo>
                        <a:pt x="10741" y="1687"/>
                      </a:lnTo>
                      <a:cubicBezTo>
                        <a:pt x="10723" y="1687"/>
                        <a:pt x="10705" y="1696"/>
                        <a:pt x="10688" y="1704"/>
                      </a:cubicBezTo>
                      <a:lnTo>
                        <a:pt x="10688" y="1704"/>
                      </a:lnTo>
                      <a:lnTo>
                        <a:pt x="8877" y="536"/>
                      </a:lnTo>
                      <a:cubicBezTo>
                        <a:pt x="8877" y="527"/>
                        <a:pt x="8886" y="518"/>
                        <a:pt x="8886" y="509"/>
                      </a:cubicBezTo>
                      <a:lnTo>
                        <a:pt x="8886" y="509"/>
                      </a:lnTo>
                      <a:cubicBezTo>
                        <a:pt x="8886" y="456"/>
                        <a:pt x="8841" y="411"/>
                        <a:pt x="8778" y="411"/>
                      </a:cubicBezTo>
                      <a:lnTo>
                        <a:pt x="8778" y="411"/>
                      </a:lnTo>
                      <a:cubicBezTo>
                        <a:pt x="8752" y="411"/>
                        <a:pt x="8716" y="429"/>
                        <a:pt x="8698" y="456"/>
                      </a:cubicBezTo>
                      <a:lnTo>
                        <a:pt x="8698" y="456"/>
                      </a:lnTo>
                      <a:lnTo>
                        <a:pt x="7440" y="143"/>
                      </a:lnTo>
                      <a:cubicBezTo>
                        <a:pt x="7431" y="99"/>
                        <a:pt x="7387" y="63"/>
                        <a:pt x="7342" y="63"/>
                      </a:cubicBezTo>
                      <a:lnTo>
                        <a:pt x="7342" y="63"/>
                      </a:lnTo>
                      <a:cubicBezTo>
                        <a:pt x="7298" y="63"/>
                        <a:pt x="7262" y="90"/>
                        <a:pt x="7253" y="125"/>
                      </a:cubicBezTo>
                      <a:lnTo>
                        <a:pt x="7253" y="125"/>
                      </a:lnTo>
                      <a:cubicBezTo>
                        <a:pt x="7083" y="117"/>
                        <a:pt x="6736" y="117"/>
                        <a:pt x="5977" y="117"/>
                      </a:cubicBezTo>
                      <a:lnTo>
                        <a:pt x="5977" y="117"/>
                      </a:lnTo>
                      <a:cubicBezTo>
                        <a:pt x="5460" y="125"/>
                        <a:pt x="4942" y="125"/>
                        <a:pt x="4719" y="125"/>
                      </a:cubicBezTo>
                      <a:lnTo>
                        <a:pt x="4719" y="125"/>
                      </a:lnTo>
                      <a:cubicBezTo>
                        <a:pt x="4702" y="99"/>
                        <a:pt x="4666" y="81"/>
                        <a:pt x="4630" y="81"/>
                      </a:cubicBezTo>
                      <a:lnTo>
                        <a:pt x="4630" y="81"/>
                      </a:lnTo>
                      <a:cubicBezTo>
                        <a:pt x="4594" y="81"/>
                        <a:pt x="4568" y="99"/>
                        <a:pt x="4550" y="125"/>
                      </a:cubicBezTo>
                      <a:lnTo>
                        <a:pt x="4550" y="125"/>
                      </a:lnTo>
                      <a:lnTo>
                        <a:pt x="2891" y="1"/>
                      </a:lnTo>
                      <a:cubicBezTo>
                        <a:pt x="2891" y="1"/>
                        <a:pt x="2882" y="1"/>
                        <a:pt x="2882" y="1"/>
                      </a:cubicBezTo>
                      <a:lnTo>
                        <a:pt x="2882" y="1"/>
                      </a:lnTo>
                      <a:cubicBezTo>
                        <a:pt x="2873" y="1"/>
                        <a:pt x="2864" y="9"/>
                        <a:pt x="2855" y="18"/>
                      </a:cubicBezTo>
                      <a:moveTo>
                        <a:pt x="2132" y="1330"/>
                      </a:moveTo>
                      <a:cubicBezTo>
                        <a:pt x="2132" y="1330"/>
                        <a:pt x="2132" y="1330"/>
                        <a:pt x="2132" y="1321"/>
                      </a:cubicBezTo>
                      <a:lnTo>
                        <a:pt x="2132" y="1321"/>
                      </a:lnTo>
                      <a:cubicBezTo>
                        <a:pt x="2132" y="1303"/>
                        <a:pt x="2123" y="1276"/>
                        <a:pt x="2114" y="1258"/>
                      </a:cubicBezTo>
                      <a:lnTo>
                        <a:pt x="2114" y="1258"/>
                      </a:lnTo>
                      <a:lnTo>
                        <a:pt x="2899" y="63"/>
                      </a:lnTo>
                      <a:lnTo>
                        <a:pt x="4532" y="188"/>
                      </a:lnTo>
                      <a:cubicBezTo>
                        <a:pt x="4541" y="232"/>
                        <a:pt x="4586" y="277"/>
                        <a:pt x="4630" y="277"/>
                      </a:cubicBezTo>
                      <a:lnTo>
                        <a:pt x="4630" y="277"/>
                      </a:lnTo>
                      <a:lnTo>
                        <a:pt x="5719" y="2088"/>
                      </a:lnTo>
                      <a:cubicBezTo>
                        <a:pt x="5710" y="2097"/>
                        <a:pt x="5701" y="2106"/>
                        <a:pt x="5701" y="2115"/>
                      </a:cubicBezTo>
                      <a:lnTo>
                        <a:pt x="5701" y="2115"/>
                      </a:lnTo>
                      <a:lnTo>
                        <a:pt x="4755" y="2008"/>
                      </a:lnTo>
                      <a:cubicBezTo>
                        <a:pt x="4746" y="1963"/>
                        <a:pt x="4710" y="1936"/>
                        <a:pt x="4666" y="1936"/>
                      </a:cubicBezTo>
                      <a:lnTo>
                        <a:pt x="4666" y="1936"/>
                      </a:lnTo>
                      <a:cubicBezTo>
                        <a:pt x="4630" y="1936"/>
                        <a:pt x="4594" y="1945"/>
                        <a:pt x="4577" y="1972"/>
                      </a:cubicBezTo>
                      <a:lnTo>
                        <a:pt x="4577" y="1972"/>
                      </a:lnTo>
                      <a:close/>
                      <a:moveTo>
                        <a:pt x="4764" y="188"/>
                      </a:moveTo>
                      <a:cubicBezTo>
                        <a:pt x="5674" y="179"/>
                        <a:pt x="6869" y="179"/>
                        <a:pt x="7244" y="188"/>
                      </a:cubicBezTo>
                      <a:lnTo>
                        <a:pt x="7244" y="188"/>
                      </a:lnTo>
                      <a:cubicBezTo>
                        <a:pt x="7253" y="215"/>
                        <a:pt x="7271" y="232"/>
                        <a:pt x="7298" y="250"/>
                      </a:cubicBezTo>
                      <a:lnTo>
                        <a:pt x="7298" y="250"/>
                      </a:lnTo>
                      <a:cubicBezTo>
                        <a:pt x="7244" y="384"/>
                        <a:pt x="7155" y="634"/>
                        <a:pt x="7039" y="1000"/>
                      </a:cubicBezTo>
                      <a:lnTo>
                        <a:pt x="7039" y="1000"/>
                      </a:lnTo>
                      <a:cubicBezTo>
                        <a:pt x="7012" y="1000"/>
                        <a:pt x="6985" y="1018"/>
                        <a:pt x="6967" y="1035"/>
                      </a:cubicBezTo>
                      <a:lnTo>
                        <a:pt x="6967" y="1035"/>
                      </a:lnTo>
                      <a:close/>
                      <a:moveTo>
                        <a:pt x="7449" y="3132"/>
                      </a:moveTo>
                      <a:lnTo>
                        <a:pt x="7092" y="1187"/>
                      </a:lnTo>
                      <a:cubicBezTo>
                        <a:pt x="7119" y="1169"/>
                        <a:pt x="7146" y="1134"/>
                        <a:pt x="7146" y="1098"/>
                      </a:cubicBezTo>
                      <a:lnTo>
                        <a:pt x="7146" y="1098"/>
                      </a:lnTo>
                      <a:cubicBezTo>
                        <a:pt x="7146" y="1062"/>
                        <a:pt x="7128" y="1035"/>
                        <a:pt x="7101" y="1018"/>
                      </a:cubicBezTo>
                      <a:lnTo>
                        <a:pt x="7101" y="1018"/>
                      </a:lnTo>
                      <a:cubicBezTo>
                        <a:pt x="7191" y="750"/>
                        <a:pt x="7298" y="411"/>
                        <a:pt x="7351" y="259"/>
                      </a:cubicBezTo>
                      <a:lnTo>
                        <a:pt x="7351" y="259"/>
                      </a:lnTo>
                      <a:cubicBezTo>
                        <a:pt x="7387" y="250"/>
                        <a:pt x="7414" y="232"/>
                        <a:pt x="7422" y="206"/>
                      </a:cubicBezTo>
                      <a:lnTo>
                        <a:pt x="7422" y="206"/>
                      </a:lnTo>
                      <a:lnTo>
                        <a:pt x="8680" y="518"/>
                      </a:lnTo>
                      <a:cubicBezTo>
                        <a:pt x="8689" y="563"/>
                        <a:pt x="8725" y="598"/>
                        <a:pt x="8770" y="607"/>
                      </a:cubicBezTo>
                      <a:lnTo>
                        <a:pt x="8770" y="607"/>
                      </a:lnTo>
                      <a:lnTo>
                        <a:pt x="8912" y="1535"/>
                      </a:lnTo>
                      <a:cubicBezTo>
                        <a:pt x="8886" y="1553"/>
                        <a:pt x="8868" y="1580"/>
                        <a:pt x="8868" y="1615"/>
                      </a:cubicBezTo>
                      <a:lnTo>
                        <a:pt x="8868" y="1615"/>
                      </a:lnTo>
                      <a:cubicBezTo>
                        <a:pt x="8868" y="1633"/>
                        <a:pt x="8868" y="1651"/>
                        <a:pt x="8877" y="1660"/>
                      </a:cubicBezTo>
                      <a:lnTo>
                        <a:pt x="8877" y="1660"/>
                      </a:lnTo>
                      <a:lnTo>
                        <a:pt x="7485" y="3141"/>
                      </a:lnTo>
                      <a:cubicBezTo>
                        <a:pt x="7476" y="3132"/>
                        <a:pt x="7467" y="3132"/>
                        <a:pt x="7449" y="3132"/>
                      </a:cubicBezTo>
                      <a:close/>
                      <a:moveTo>
                        <a:pt x="4693" y="259"/>
                      </a:moveTo>
                      <a:cubicBezTo>
                        <a:pt x="4702" y="250"/>
                        <a:pt x="4710" y="241"/>
                        <a:pt x="4710" y="232"/>
                      </a:cubicBezTo>
                      <a:lnTo>
                        <a:pt x="4710" y="232"/>
                      </a:lnTo>
                      <a:lnTo>
                        <a:pt x="6950" y="1098"/>
                      </a:lnTo>
                      <a:cubicBezTo>
                        <a:pt x="6950" y="1098"/>
                        <a:pt x="6950" y="1098"/>
                        <a:pt x="6950" y="1098"/>
                      </a:cubicBezTo>
                      <a:lnTo>
                        <a:pt x="6950" y="1098"/>
                      </a:lnTo>
                      <a:cubicBezTo>
                        <a:pt x="6950" y="1107"/>
                        <a:pt x="6950" y="1125"/>
                        <a:pt x="6950" y="1134"/>
                      </a:cubicBezTo>
                      <a:lnTo>
                        <a:pt x="6950" y="1134"/>
                      </a:lnTo>
                      <a:lnTo>
                        <a:pt x="5835" y="2070"/>
                      </a:lnTo>
                      <a:cubicBezTo>
                        <a:pt x="5826" y="2061"/>
                        <a:pt x="5808" y="2061"/>
                        <a:pt x="5790" y="2061"/>
                      </a:cubicBezTo>
                      <a:lnTo>
                        <a:pt x="5790" y="2061"/>
                      </a:lnTo>
                      <a:cubicBezTo>
                        <a:pt x="5781" y="2061"/>
                        <a:pt x="5772" y="2061"/>
                        <a:pt x="5772" y="2061"/>
                      </a:cubicBezTo>
                      <a:lnTo>
                        <a:pt x="5772" y="2061"/>
                      </a:lnTo>
                      <a:close/>
                      <a:moveTo>
                        <a:pt x="9055" y="1588"/>
                      </a:moveTo>
                      <a:cubicBezTo>
                        <a:pt x="9046" y="1553"/>
                        <a:pt x="9019" y="1526"/>
                        <a:pt x="8975" y="1517"/>
                      </a:cubicBezTo>
                      <a:lnTo>
                        <a:pt x="8975" y="1517"/>
                      </a:lnTo>
                      <a:lnTo>
                        <a:pt x="8832" y="598"/>
                      </a:lnTo>
                      <a:cubicBezTo>
                        <a:pt x="8832" y="589"/>
                        <a:pt x="8841" y="589"/>
                        <a:pt x="8841" y="589"/>
                      </a:cubicBezTo>
                      <a:lnTo>
                        <a:pt x="8841" y="589"/>
                      </a:lnTo>
                      <a:lnTo>
                        <a:pt x="10598" y="1713"/>
                      </a:lnTo>
                      <a:cubicBezTo>
                        <a:pt x="10411" y="1696"/>
                        <a:pt x="9992" y="1660"/>
                        <a:pt x="9055" y="1588"/>
                      </a:cubicBezTo>
                      <a:close/>
                      <a:moveTo>
                        <a:pt x="5888" y="2159"/>
                      </a:moveTo>
                      <a:cubicBezTo>
                        <a:pt x="5888" y="2142"/>
                        <a:pt x="5888" y="2133"/>
                        <a:pt x="5879" y="2115"/>
                      </a:cubicBezTo>
                      <a:lnTo>
                        <a:pt x="5879" y="2115"/>
                      </a:lnTo>
                      <a:lnTo>
                        <a:pt x="6994" y="1178"/>
                      </a:lnTo>
                      <a:cubicBezTo>
                        <a:pt x="7003" y="1187"/>
                        <a:pt x="7021" y="1196"/>
                        <a:pt x="7030" y="1196"/>
                      </a:cubicBezTo>
                      <a:lnTo>
                        <a:pt x="7030" y="1196"/>
                      </a:lnTo>
                      <a:lnTo>
                        <a:pt x="7396" y="3141"/>
                      </a:lnTo>
                      <a:cubicBezTo>
                        <a:pt x="7360" y="3159"/>
                        <a:pt x="7342" y="3194"/>
                        <a:pt x="7342" y="3230"/>
                      </a:cubicBezTo>
                      <a:lnTo>
                        <a:pt x="7342" y="3230"/>
                      </a:lnTo>
                      <a:cubicBezTo>
                        <a:pt x="7342" y="3230"/>
                        <a:pt x="7342" y="3239"/>
                        <a:pt x="7342" y="3239"/>
                      </a:cubicBezTo>
                      <a:lnTo>
                        <a:pt x="7342" y="3239"/>
                      </a:lnTo>
                      <a:lnTo>
                        <a:pt x="4764" y="4488"/>
                      </a:lnTo>
                      <a:cubicBezTo>
                        <a:pt x="4746" y="4479"/>
                        <a:pt x="4728" y="4470"/>
                        <a:pt x="4710" y="4470"/>
                      </a:cubicBezTo>
                      <a:lnTo>
                        <a:pt x="4710" y="4470"/>
                      </a:lnTo>
                      <a:cubicBezTo>
                        <a:pt x="4710" y="4470"/>
                        <a:pt x="4710" y="4470"/>
                        <a:pt x="4710" y="4470"/>
                      </a:cubicBezTo>
                      <a:lnTo>
                        <a:pt x="4710" y="4470"/>
                      </a:lnTo>
                      <a:lnTo>
                        <a:pt x="4728" y="4274"/>
                      </a:lnTo>
                      <a:cubicBezTo>
                        <a:pt x="4773" y="4265"/>
                        <a:pt x="4809" y="4220"/>
                        <a:pt x="4809" y="4176"/>
                      </a:cubicBezTo>
                      <a:lnTo>
                        <a:pt x="4809" y="4176"/>
                      </a:lnTo>
                      <a:cubicBezTo>
                        <a:pt x="4809" y="4149"/>
                        <a:pt x="4791" y="4122"/>
                        <a:pt x="4773" y="4104"/>
                      </a:cubicBezTo>
                      <a:lnTo>
                        <a:pt x="4773" y="4104"/>
                      </a:lnTo>
                      <a:lnTo>
                        <a:pt x="5772" y="2249"/>
                      </a:lnTo>
                      <a:cubicBezTo>
                        <a:pt x="5772" y="2258"/>
                        <a:pt x="5781" y="2258"/>
                        <a:pt x="5790" y="2258"/>
                      </a:cubicBezTo>
                      <a:lnTo>
                        <a:pt x="5790" y="2258"/>
                      </a:lnTo>
                      <a:cubicBezTo>
                        <a:pt x="5843" y="2258"/>
                        <a:pt x="5888" y="2213"/>
                        <a:pt x="5888" y="2159"/>
                      </a:cubicBezTo>
                      <a:close/>
                      <a:moveTo>
                        <a:pt x="2132" y="1392"/>
                      </a:moveTo>
                      <a:lnTo>
                        <a:pt x="4568" y="2035"/>
                      </a:lnTo>
                      <a:cubicBezTo>
                        <a:pt x="4568" y="2052"/>
                        <a:pt x="4568" y="2061"/>
                        <a:pt x="4577" y="2070"/>
                      </a:cubicBezTo>
                      <a:lnTo>
                        <a:pt x="4577" y="2070"/>
                      </a:lnTo>
                      <a:lnTo>
                        <a:pt x="3711" y="2909"/>
                      </a:lnTo>
                      <a:cubicBezTo>
                        <a:pt x="3702" y="2900"/>
                        <a:pt x="3693" y="2900"/>
                        <a:pt x="3676" y="2900"/>
                      </a:cubicBezTo>
                      <a:lnTo>
                        <a:pt x="3676" y="2900"/>
                      </a:lnTo>
                      <a:cubicBezTo>
                        <a:pt x="3667" y="2900"/>
                        <a:pt x="3649" y="2900"/>
                        <a:pt x="3640" y="2900"/>
                      </a:cubicBezTo>
                      <a:lnTo>
                        <a:pt x="3640" y="2900"/>
                      </a:lnTo>
                      <a:close/>
                      <a:moveTo>
                        <a:pt x="500" y="2998"/>
                      </a:moveTo>
                      <a:lnTo>
                        <a:pt x="500" y="2998"/>
                      </a:lnTo>
                      <a:lnTo>
                        <a:pt x="500" y="2998"/>
                      </a:lnTo>
                      <a:cubicBezTo>
                        <a:pt x="500" y="2980"/>
                        <a:pt x="500" y="2962"/>
                        <a:pt x="482" y="2944"/>
                      </a:cubicBezTo>
                      <a:lnTo>
                        <a:pt x="482" y="2944"/>
                      </a:lnTo>
                      <a:lnTo>
                        <a:pt x="1998" y="1410"/>
                      </a:lnTo>
                      <a:cubicBezTo>
                        <a:pt x="2007" y="1419"/>
                        <a:pt x="2025" y="1419"/>
                        <a:pt x="2034" y="1419"/>
                      </a:cubicBezTo>
                      <a:lnTo>
                        <a:pt x="2034" y="1419"/>
                      </a:lnTo>
                      <a:cubicBezTo>
                        <a:pt x="2043" y="1419"/>
                        <a:pt x="2052" y="1419"/>
                        <a:pt x="2061" y="1419"/>
                      </a:cubicBezTo>
                      <a:lnTo>
                        <a:pt x="2061" y="1419"/>
                      </a:lnTo>
                      <a:lnTo>
                        <a:pt x="3595" y="2944"/>
                      </a:lnTo>
                      <a:cubicBezTo>
                        <a:pt x="3586" y="2962"/>
                        <a:pt x="3577" y="2980"/>
                        <a:pt x="3577" y="2998"/>
                      </a:cubicBezTo>
                      <a:lnTo>
                        <a:pt x="3577" y="2998"/>
                      </a:lnTo>
                      <a:cubicBezTo>
                        <a:pt x="3577" y="3025"/>
                        <a:pt x="3586" y="3052"/>
                        <a:pt x="3613" y="3069"/>
                      </a:cubicBezTo>
                      <a:lnTo>
                        <a:pt x="3613" y="3069"/>
                      </a:lnTo>
                      <a:lnTo>
                        <a:pt x="3140" y="4193"/>
                      </a:lnTo>
                      <a:cubicBezTo>
                        <a:pt x="3131" y="4193"/>
                        <a:pt x="3123" y="4193"/>
                        <a:pt x="3114" y="4193"/>
                      </a:cubicBezTo>
                      <a:lnTo>
                        <a:pt x="3114" y="4193"/>
                      </a:lnTo>
                      <a:cubicBezTo>
                        <a:pt x="3105" y="4193"/>
                        <a:pt x="3087" y="4193"/>
                        <a:pt x="3078" y="4193"/>
                      </a:cubicBezTo>
                      <a:lnTo>
                        <a:pt x="3078" y="4193"/>
                      </a:lnTo>
                      <a:close/>
                      <a:moveTo>
                        <a:pt x="9055" y="1651"/>
                      </a:moveTo>
                      <a:cubicBezTo>
                        <a:pt x="9626" y="1696"/>
                        <a:pt x="10384" y="1749"/>
                        <a:pt x="10643" y="1785"/>
                      </a:cubicBezTo>
                      <a:lnTo>
                        <a:pt x="10643" y="1785"/>
                      </a:lnTo>
                      <a:lnTo>
                        <a:pt x="10643" y="1785"/>
                      </a:lnTo>
                      <a:lnTo>
                        <a:pt x="10643" y="1785"/>
                      </a:lnTo>
                      <a:cubicBezTo>
                        <a:pt x="10643" y="1811"/>
                        <a:pt x="10652" y="1838"/>
                        <a:pt x="10670" y="1856"/>
                      </a:cubicBezTo>
                      <a:lnTo>
                        <a:pt x="10670" y="1856"/>
                      </a:lnTo>
                      <a:lnTo>
                        <a:pt x="9751" y="3979"/>
                      </a:lnTo>
                      <a:cubicBezTo>
                        <a:pt x="9742" y="3979"/>
                        <a:pt x="9742" y="3979"/>
                        <a:pt x="9742" y="3979"/>
                      </a:cubicBezTo>
                      <a:lnTo>
                        <a:pt x="9742" y="3979"/>
                      </a:lnTo>
                      <a:cubicBezTo>
                        <a:pt x="9706" y="3979"/>
                        <a:pt x="9679" y="3988"/>
                        <a:pt x="9662" y="4015"/>
                      </a:cubicBezTo>
                      <a:lnTo>
                        <a:pt x="9662" y="4015"/>
                      </a:lnTo>
                      <a:lnTo>
                        <a:pt x="7538" y="3230"/>
                      </a:lnTo>
                      <a:cubicBezTo>
                        <a:pt x="7538" y="3230"/>
                        <a:pt x="7538" y="3230"/>
                        <a:pt x="7538" y="3230"/>
                      </a:cubicBezTo>
                      <a:lnTo>
                        <a:pt x="7538" y="3230"/>
                      </a:lnTo>
                      <a:cubicBezTo>
                        <a:pt x="7538" y="3212"/>
                        <a:pt x="7530" y="3194"/>
                        <a:pt x="7530" y="3185"/>
                      </a:cubicBezTo>
                      <a:lnTo>
                        <a:pt x="7530" y="3185"/>
                      </a:lnTo>
                      <a:lnTo>
                        <a:pt x="8921" y="1704"/>
                      </a:lnTo>
                      <a:cubicBezTo>
                        <a:pt x="8930" y="1713"/>
                        <a:pt x="8948" y="1713"/>
                        <a:pt x="8966" y="1713"/>
                      </a:cubicBezTo>
                      <a:lnTo>
                        <a:pt x="8966" y="1713"/>
                      </a:lnTo>
                      <a:cubicBezTo>
                        <a:pt x="9001" y="1713"/>
                        <a:pt x="9037" y="1687"/>
                        <a:pt x="9055" y="1651"/>
                      </a:cubicBezTo>
                      <a:moveTo>
                        <a:pt x="10759" y="1883"/>
                      </a:moveTo>
                      <a:cubicBezTo>
                        <a:pt x="10759" y="1883"/>
                        <a:pt x="10759" y="1883"/>
                        <a:pt x="10759" y="1883"/>
                      </a:cubicBezTo>
                      <a:lnTo>
                        <a:pt x="10759" y="1883"/>
                      </a:lnTo>
                      <a:cubicBezTo>
                        <a:pt x="10857" y="2133"/>
                        <a:pt x="11098" y="2811"/>
                        <a:pt x="11276" y="3328"/>
                      </a:cubicBezTo>
                      <a:lnTo>
                        <a:pt x="11276" y="3328"/>
                      </a:lnTo>
                      <a:cubicBezTo>
                        <a:pt x="11258" y="3337"/>
                        <a:pt x="11250" y="3364"/>
                        <a:pt x="11241" y="3382"/>
                      </a:cubicBezTo>
                      <a:lnTo>
                        <a:pt x="11241" y="3382"/>
                      </a:lnTo>
                      <a:cubicBezTo>
                        <a:pt x="10928" y="3453"/>
                        <a:pt x="10126" y="3845"/>
                        <a:pt x="9813" y="4006"/>
                      </a:cubicBezTo>
                      <a:lnTo>
                        <a:pt x="9813" y="4006"/>
                      </a:lnTo>
                      <a:cubicBezTo>
                        <a:pt x="9804" y="4006"/>
                        <a:pt x="9804" y="4006"/>
                        <a:pt x="9804" y="4006"/>
                      </a:cubicBezTo>
                      <a:lnTo>
                        <a:pt x="9804" y="4006"/>
                      </a:lnTo>
                      <a:lnTo>
                        <a:pt x="10732" y="1883"/>
                      </a:lnTo>
                      <a:cubicBezTo>
                        <a:pt x="10732" y="1883"/>
                        <a:pt x="10741" y="1883"/>
                        <a:pt x="10741" y="1883"/>
                      </a:cubicBezTo>
                      <a:lnTo>
                        <a:pt x="10741" y="1883"/>
                      </a:lnTo>
                      <a:cubicBezTo>
                        <a:pt x="10750" y="1883"/>
                        <a:pt x="10750" y="1883"/>
                        <a:pt x="10759" y="1883"/>
                      </a:cubicBezTo>
                      <a:close/>
                      <a:moveTo>
                        <a:pt x="4755" y="2070"/>
                      </a:moveTo>
                      <a:lnTo>
                        <a:pt x="5692" y="2177"/>
                      </a:lnTo>
                      <a:cubicBezTo>
                        <a:pt x="5692" y="2195"/>
                        <a:pt x="5701" y="2213"/>
                        <a:pt x="5719" y="2222"/>
                      </a:cubicBezTo>
                      <a:lnTo>
                        <a:pt x="5719" y="2222"/>
                      </a:lnTo>
                      <a:lnTo>
                        <a:pt x="4719" y="4077"/>
                      </a:lnTo>
                      <a:cubicBezTo>
                        <a:pt x="4719" y="4077"/>
                        <a:pt x="4710" y="4077"/>
                        <a:pt x="4710" y="4077"/>
                      </a:cubicBezTo>
                      <a:lnTo>
                        <a:pt x="4710" y="4077"/>
                      </a:lnTo>
                      <a:cubicBezTo>
                        <a:pt x="4693" y="4077"/>
                        <a:pt x="4684" y="4077"/>
                        <a:pt x="4666" y="4086"/>
                      </a:cubicBezTo>
                      <a:lnTo>
                        <a:pt x="4666" y="4086"/>
                      </a:lnTo>
                      <a:lnTo>
                        <a:pt x="3765" y="3043"/>
                      </a:lnTo>
                      <a:cubicBezTo>
                        <a:pt x="3774" y="3025"/>
                        <a:pt x="3774" y="3007"/>
                        <a:pt x="3774" y="2998"/>
                      </a:cubicBezTo>
                      <a:lnTo>
                        <a:pt x="3774" y="2998"/>
                      </a:lnTo>
                      <a:cubicBezTo>
                        <a:pt x="3774" y="2980"/>
                        <a:pt x="3774" y="2962"/>
                        <a:pt x="3765" y="2944"/>
                      </a:cubicBezTo>
                      <a:lnTo>
                        <a:pt x="3765" y="2944"/>
                      </a:lnTo>
                      <a:lnTo>
                        <a:pt x="4621" y="2115"/>
                      </a:lnTo>
                      <a:cubicBezTo>
                        <a:pt x="4630" y="2124"/>
                        <a:pt x="4648" y="2133"/>
                        <a:pt x="4666" y="2133"/>
                      </a:cubicBezTo>
                      <a:lnTo>
                        <a:pt x="4666" y="2133"/>
                      </a:lnTo>
                      <a:cubicBezTo>
                        <a:pt x="4702" y="2133"/>
                        <a:pt x="4737" y="2106"/>
                        <a:pt x="4755" y="2070"/>
                      </a:cubicBezTo>
                      <a:close/>
                      <a:moveTo>
                        <a:pt x="1017" y="4862"/>
                      </a:moveTo>
                      <a:lnTo>
                        <a:pt x="464" y="3069"/>
                      </a:lnTo>
                      <a:cubicBezTo>
                        <a:pt x="473" y="3069"/>
                        <a:pt x="473" y="3060"/>
                        <a:pt x="482" y="3052"/>
                      </a:cubicBezTo>
                      <a:lnTo>
                        <a:pt x="482" y="3052"/>
                      </a:lnTo>
                      <a:lnTo>
                        <a:pt x="3024" y="4238"/>
                      </a:lnTo>
                      <a:cubicBezTo>
                        <a:pt x="3024" y="4247"/>
                        <a:pt x="3015" y="4265"/>
                        <a:pt x="3015" y="4274"/>
                      </a:cubicBezTo>
                      <a:lnTo>
                        <a:pt x="3015" y="4274"/>
                      </a:lnTo>
                      <a:lnTo>
                        <a:pt x="1089" y="4898"/>
                      </a:lnTo>
                      <a:cubicBezTo>
                        <a:pt x="1071" y="4871"/>
                        <a:pt x="1044" y="4862"/>
                        <a:pt x="1017" y="4862"/>
                      </a:cubicBezTo>
                      <a:close/>
                      <a:moveTo>
                        <a:pt x="3720" y="3087"/>
                      </a:moveTo>
                      <a:lnTo>
                        <a:pt x="4621" y="4131"/>
                      </a:lnTo>
                      <a:cubicBezTo>
                        <a:pt x="4612" y="4140"/>
                        <a:pt x="4612" y="4158"/>
                        <a:pt x="4612" y="4176"/>
                      </a:cubicBezTo>
                      <a:lnTo>
                        <a:pt x="4612" y="4176"/>
                      </a:lnTo>
                      <a:cubicBezTo>
                        <a:pt x="4612" y="4211"/>
                        <a:pt x="4630" y="4247"/>
                        <a:pt x="4666" y="4265"/>
                      </a:cubicBezTo>
                      <a:lnTo>
                        <a:pt x="4666" y="4265"/>
                      </a:lnTo>
                      <a:lnTo>
                        <a:pt x="4639" y="4497"/>
                      </a:lnTo>
                      <a:cubicBezTo>
                        <a:pt x="4621" y="4515"/>
                        <a:pt x="4612" y="4541"/>
                        <a:pt x="4612" y="4568"/>
                      </a:cubicBezTo>
                      <a:lnTo>
                        <a:pt x="4612" y="4568"/>
                      </a:lnTo>
                      <a:cubicBezTo>
                        <a:pt x="4612" y="4568"/>
                        <a:pt x="4612" y="4568"/>
                        <a:pt x="4612" y="4568"/>
                      </a:cubicBezTo>
                      <a:lnTo>
                        <a:pt x="4612" y="4568"/>
                      </a:lnTo>
                      <a:lnTo>
                        <a:pt x="2418" y="6156"/>
                      </a:lnTo>
                      <a:lnTo>
                        <a:pt x="3131" y="4390"/>
                      </a:lnTo>
                      <a:cubicBezTo>
                        <a:pt x="3176" y="4381"/>
                        <a:pt x="3212" y="4336"/>
                        <a:pt x="3212" y="4292"/>
                      </a:cubicBezTo>
                      <a:lnTo>
                        <a:pt x="3212" y="4292"/>
                      </a:lnTo>
                      <a:cubicBezTo>
                        <a:pt x="3212" y="4265"/>
                        <a:pt x="3203" y="4247"/>
                        <a:pt x="3194" y="4229"/>
                      </a:cubicBezTo>
                      <a:lnTo>
                        <a:pt x="3194" y="4229"/>
                      </a:lnTo>
                      <a:lnTo>
                        <a:pt x="3667" y="3096"/>
                      </a:lnTo>
                      <a:cubicBezTo>
                        <a:pt x="3667" y="3096"/>
                        <a:pt x="3676" y="3096"/>
                        <a:pt x="3676" y="3096"/>
                      </a:cubicBezTo>
                      <a:lnTo>
                        <a:pt x="3676" y="3096"/>
                      </a:lnTo>
                      <a:cubicBezTo>
                        <a:pt x="3693" y="3096"/>
                        <a:pt x="3711" y="3087"/>
                        <a:pt x="3720" y="3087"/>
                      </a:cubicBezTo>
                      <a:moveTo>
                        <a:pt x="187" y="4889"/>
                      </a:moveTo>
                      <a:cubicBezTo>
                        <a:pt x="179" y="4862"/>
                        <a:pt x="152" y="4836"/>
                        <a:pt x="125" y="4827"/>
                      </a:cubicBezTo>
                      <a:lnTo>
                        <a:pt x="125" y="4827"/>
                      </a:lnTo>
                      <a:lnTo>
                        <a:pt x="411" y="3123"/>
                      </a:lnTo>
                      <a:lnTo>
                        <a:pt x="955" y="4880"/>
                      </a:lnTo>
                      <a:cubicBezTo>
                        <a:pt x="946" y="4889"/>
                        <a:pt x="928" y="4907"/>
                        <a:pt x="919" y="4916"/>
                      </a:cubicBezTo>
                      <a:lnTo>
                        <a:pt x="919" y="4916"/>
                      </a:lnTo>
                      <a:close/>
                      <a:moveTo>
                        <a:pt x="7512" y="3292"/>
                      </a:moveTo>
                      <a:lnTo>
                        <a:pt x="9608" y="4060"/>
                      </a:lnTo>
                      <a:lnTo>
                        <a:pt x="7654" y="4345"/>
                      </a:lnTo>
                      <a:cubicBezTo>
                        <a:pt x="7637" y="4318"/>
                        <a:pt x="7610" y="4300"/>
                        <a:pt x="7574" y="4300"/>
                      </a:cubicBezTo>
                      <a:lnTo>
                        <a:pt x="7574" y="4300"/>
                      </a:lnTo>
                      <a:cubicBezTo>
                        <a:pt x="7530" y="4300"/>
                        <a:pt x="7494" y="4327"/>
                        <a:pt x="7476" y="4363"/>
                      </a:cubicBezTo>
                      <a:lnTo>
                        <a:pt x="7476" y="4363"/>
                      </a:lnTo>
                      <a:lnTo>
                        <a:pt x="4826" y="4532"/>
                      </a:lnTo>
                      <a:lnTo>
                        <a:pt x="7369" y="3292"/>
                      </a:lnTo>
                      <a:cubicBezTo>
                        <a:pt x="7387" y="3310"/>
                        <a:pt x="7414" y="3328"/>
                        <a:pt x="7440" y="3328"/>
                      </a:cubicBezTo>
                      <a:lnTo>
                        <a:pt x="7440" y="3328"/>
                      </a:lnTo>
                      <a:cubicBezTo>
                        <a:pt x="7467" y="3328"/>
                        <a:pt x="7494" y="3310"/>
                        <a:pt x="7512" y="3292"/>
                      </a:cubicBezTo>
                      <a:close/>
                      <a:moveTo>
                        <a:pt x="9822" y="4131"/>
                      </a:moveTo>
                      <a:cubicBezTo>
                        <a:pt x="9831" y="4122"/>
                        <a:pt x="9840" y="4095"/>
                        <a:pt x="9840" y="4077"/>
                      </a:cubicBezTo>
                      <a:lnTo>
                        <a:pt x="9840" y="4077"/>
                      </a:lnTo>
                      <a:cubicBezTo>
                        <a:pt x="9840" y="4069"/>
                        <a:pt x="9840" y="4069"/>
                        <a:pt x="9840" y="4060"/>
                      </a:cubicBezTo>
                      <a:lnTo>
                        <a:pt x="9840" y="4060"/>
                      </a:lnTo>
                      <a:cubicBezTo>
                        <a:pt x="10420" y="3774"/>
                        <a:pt x="11027" y="3498"/>
                        <a:pt x="11250" y="3444"/>
                      </a:cubicBezTo>
                      <a:lnTo>
                        <a:pt x="11250" y="3444"/>
                      </a:lnTo>
                      <a:cubicBezTo>
                        <a:pt x="11250" y="3453"/>
                        <a:pt x="11258" y="3462"/>
                        <a:pt x="11267" y="3471"/>
                      </a:cubicBezTo>
                      <a:lnTo>
                        <a:pt x="11267" y="3471"/>
                      </a:lnTo>
                      <a:lnTo>
                        <a:pt x="10500" y="5032"/>
                      </a:lnTo>
                      <a:cubicBezTo>
                        <a:pt x="10491" y="5032"/>
                        <a:pt x="10491" y="5032"/>
                        <a:pt x="10482" y="5032"/>
                      </a:cubicBezTo>
                      <a:lnTo>
                        <a:pt x="10482" y="5032"/>
                      </a:lnTo>
                      <a:cubicBezTo>
                        <a:pt x="10473" y="5032"/>
                        <a:pt x="10465" y="5032"/>
                        <a:pt x="10456" y="5032"/>
                      </a:cubicBezTo>
                      <a:lnTo>
                        <a:pt x="10456" y="5032"/>
                      </a:lnTo>
                      <a:close/>
                      <a:moveTo>
                        <a:pt x="7672" y="4408"/>
                      </a:moveTo>
                      <a:lnTo>
                        <a:pt x="9260" y="4176"/>
                      </a:lnTo>
                      <a:lnTo>
                        <a:pt x="9564" y="4131"/>
                      </a:lnTo>
                      <a:lnTo>
                        <a:pt x="6843" y="5567"/>
                      </a:lnTo>
                      <a:lnTo>
                        <a:pt x="7530" y="4488"/>
                      </a:lnTo>
                      <a:cubicBezTo>
                        <a:pt x="7547" y="4488"/>
                        <a:pt x="7556" y="4497"/>
                        <a:pt x="7574" y="4497"/>
                      </a:cubicBezTo>
                      <a:lnTo>
                        <a:pt x="7574" y="4497"/>
                      </a:lnTo>
                      <a:cubicBezTo>
                        <a:pt x="7619" y="4497"/>
                        <a:pt x="7663" y="4452"/>
                        <a:pt x="7672" y="4408"/>
                      </a:cubicBezTo>
                      <a:moveTo>
                        <a:pt x="6860" y="5674"/>
                      </a:moveTo>
                      <a:cubicBezTo>
                        <a:pt x="6860" y="5674"/>
                        <a:pt x="6860" y="5665"/>
                        <a:pt x="6860" y="5656"/>
                      </a:cubicBezTo>
                      <a:lnTo>
                        <a:pt x="6860" y="5656"/>
                      </a:lnTo>
                      <a:cubicBezTo>
                        <a:pt x="6860" y="5648"/>
                        <a:pt x="6860" y="5639"/>
                        <a:pt x="6860" y="5630"/>
                      </a:cubicBezTo>
                      <a:lnTo>
                        <a:pt x="6860" y="5630"/>
                      </a:lnTo>
                      <a:lnTo>
                        <a:pt x="9671" y="4149"/>
                      </a:lnTo>
                      <a:cubicBezTo>
                        <a:pt x="9671" y="4149"/>
                        <a:pt x="9679" y="4149"/>
                        <a:pt x="9679" y="4149"/>
                      </a:cubicBezTo>
                      <a:lnTo>
                        <a:pt x="9679" y="4149"/>
                      </a:lnTo>
                      <a:lnTo>
                        <a:pt x="8689" y="6682"/>
                      </a:lnTo>
                      <a:cubicBezTo>
                        <a:pt x="8689" y="6682"/>
                        <a:pt x="8689" y="6682"/>
                        <a:pt x="8689" y="6682"/>
                      </a:cubicBezTo>
                      <a:lnTo>
                        <a:pt x="8689" y="6682"/>
                      </a:lnTo>
                      <a:cubicBezTo>
                        <a:pt x="8662" y="6682"/>
                        <a:pt x="8645" y="6691"/>
                        <a:pt x="8627" y="6700"/>
                      </a:cubicBezTo>
                      <a:lnTo>
                        <a:pt x="8627" y="6700"/>
                      </a:lnTo>
                      <a:close/>
                      <a:moveTo>
                        <a:pt x="9769" y="4167"/>
                      </a:moveTo>
                      <a:lnTo>
                        <a:pt x="10402" y="5068"/>
                      </a:lnTo>
                      <a:cubicBezTo>
                        <a:pt x="10393" y="5086"/>
                        <a:pt x="10384" y="5103"/>
                        <a:pt x="10384" y="5130"/>
                      </a:cubicBezTo>
                      <a:lnTo>
                        <a:pt x="10384" y="5130"/>
                      </a:lnTo>
                      <a:cubicBezTo>
                        <a:pt x="10384" y="5139"/>
                        <a:pt x="10384" y="5157"/>
                        <a:pt x="10393" y="5166"/>
                      </a:cubicBezTo>
                      <a:lnTo>
                        <a:pt x="10393" y="5166"/>
                      </a:lnTo>
                      <a:lnTo>
                        <a:pt x="8770" y="6665"/>
                      </a:lnTo>
                      <a:lnTo>
                        <a:pt x="9733" y="4176"/>
                      </a:lnTo>
                      <a:cubicBezTo>
                        <a:pt x="9733" y="4176"/>
                        <a:pt x="9742" y="4176"/>
                        <a:pt x="9742" y="4176"/>
                      </a:cubicBezTo>
                      <a:lnTo>
                        <a:pt x="9742" y="4176"/>
                      </a:lnTo>
                      <a:cubicBezTo>
                        <a:pt x="9751" y="4176"/>
                        <a:pt x="9760" y="4176"/>
                        <a:pt x="9769" y="4167"/>
                      </a:cubicBezTo>
                      <a:moveTo>
                        <a:pt x="812" y="6343"/>
                      </a:moveTo>
                      <a:cubicBezTo>
                        <a:pt x="821" y="6334"/>
                        <a:pt x="821" y="6317"/>
                        <a:pt x="821" y="6308"/>
                      </a:cubicBezTo>
                      <a:lnTo>
                        <a:pt x="821" y="6308"/>
                      </a:lnTo>
                      <a:cubicBezTo>
                        <a:pt x="821" y="6272"/>
                        <a:pt x="812" y="6254"/>
                        <a:pt x="794" y="6236"/>
                      </a:cubicBezTo>
                      <a:lnTo>
                        <a:pt x="794" y="6236"/>
                      </a:lnTo>
                      <a:lnTo>
                        <a:pt x="1026" y="5059"/>
                      </a:lnTo>
                      <a:cubicBezTo>
                        <a:pt x="1071" y="5050"/>
                        <a:pt x="1115" y="5014"/>
                        <a:pt x="1115" y="4961"/>
                      </a:cubicBezTo>
                      <a:lnTo>
                        <a:pt x="1115" y="4961"/>
                      </a:lnTo>
                      <a:cubicBezTo>
                        <a:pt x="1115" y="4961"/>
                        <a:pt x="1115" y="4961"/>
                        <a:pt x="1115" y="4952"/>
                      </a:cubicBezTo>
                      <a:lnTo>
                        <a:pt x="1115" y="4952"/>
                      </a:lnTo>
                      <a:lnTo>
                        <a:pt x="3024" y="4336"/>
                      </a:lnTo>
                      <a:cubicBezTo>
                        <a:pt x="3033" y="4354"/>
                        <a:pt x="3051" y="4363"/>
                        <a:pt x="3069" y="4372"/>
                      </a:cubicBezTo>
                      <a:lnTo>
                        <a:pt x="3069" y="4372"/>
                      </a:lnTo>
                      <a:lnTo>
                        <a:pt x="2355" y="6138"/>
                      </a:lnTo>
                      <a:cubicBezTo>
                        <a:pt x="2346" y="6138"/>
                        <a:pt x="2346" y="6138"/>
                        <a:pt x="2346" y="6138"/>
                      </a:cubicBezTo>
                      <a:lnTo>
                        <a:pt x="2346" y="6138"/>
                      </a:lnTo>
                      <a:cubicBezTo>
                        <a:pt x="2293" y="6138"/>
                        <a:pt x="2248" y="6183"/>
                        <a:pt x="2248" y="6236"/>
                      </a:cubicBezTo>
                      <a:lnTo>
                        <a:pt x="2248" y="6236"/>
                      </a:lnTo>
                      <a:cubicBezTo>
                        <a:pt x="2248" y="6281"/>
                        <a:pt x="2275" y="6326"/>
                        <a:pt x="2320" y="6334"/>
                      </a:cubicBezTo>
                      <a:lnTo>
                        <a:pt x="2320" y="6334"/>
                      </a:lnTo>
                      <a:lnTo>
                        <a:pt x="2453" y="7423"/>
                      </a:lnTo>
                      <a:cubicBezTo>
                        <a:pt x="2453" y="7423"/>
                        <a:pt x="2453" y="7423"/>
                        <a:pt x="2453" y="7423"/>
                      </a:cubicBezTo>
                      <a:lnTo>
                        <a:pt x="2453" y="7423"/>
                      </a:lnTo>
                      <a:cubicBezTo>
                        <a:pt x="2195" y="7209"/>
                        <a:pt x="1374" y="6691"/>
                        <a:pt x="812" y="6343"/>
                      </a:cubicBezTo>
                      <a:moveTo>
                        <a:pt x="4800" y="4604"/>
                      </a:moveTo>
                      <a:cubicBezTo>
                        <a:pt x="4800" y="4604"/>
                        <a:pt x="4800" y="4595"/>
                        <a:pt x="4800" y="4595"/>
                      </a:cubicBezTo>
                      <a:lnTo>
                        <a:pt x="4800" y="4595"/>
                      </a:lnTo>
                      <a:lnTo>
                        <a:pt x="7476" y="4425"/>
                      </a:lnTo>
                      <a:cubicBezTo>
                        <a:pt x="7476" y="4434"/>
                        <a:pt x="7485" y="4443"/>
                        <a:pt x="7485" y="4443"/>
                      </a:cubicBezTo>
                      <a:lnTo>
                        <a:pt x="7485" y="4443"/>
                      </a:lnTo>
                      <a:lnTo>
                        <a:pt x="6771" y="5558"/>
                      </a:lnTo>
                      <a:cubicBezTo>
                        <a:pt x="6771" y="5558"/>
                        <a:pt x="6762" y="5558"/>
                        <a:pt x="6762" y="5558"/>
                      </a:cubicBezTo>
                      <a:lnTo>
                        <a:pt x="6762" y="5558"/>
                      </a:lnTo>
                      <a:cubicBezTo>
                        <a:pt x="6736" y="5558"/>
                        <a:pt x="6709" y="5567"/>
                        <a:pt x="6691" y="5585"/>
                      </a:cubicBezTo>
                      <a:lnTo>
                        <a:pt x="6691" y="5585"/>
                      </a:lnTo>
                      <a:close/>
                      <a:moveTo>
                        <a:pt x="2445" y="6236"/>
                      </a:moveTo>
                      <a:cubicBezTo>
                        <a:pt x="2445" y="6236"/>
                        <a:pt x="2445" y="6236"/>
                        <a:pt x="2445" y="6236"/>
                      </a:cubicBezTo>
                      <a:lnTo>
                        <a:pt x="2445" y="6236"/>
                      </a:lnTo>
                      <a:cubicBezTo>
                        <a:pt x="2445" y="6227"/>
                        <a:pt x="2445" y="6227"/>
                        <a:pt x="2445" y="6218"/>
                      </a:cubicBezTo>
                      <a:lnTo>
                        <a:pt x="2445" y="6218"/>
                      </a:lnTo>
                      <a:lnTo>
                        <a:pt x="4630" y="4631"/>
                      </a:lnTo>
                      <a:cubicBezTo>
                        <a:pt x="4648" y="4648"/>
                        <a:pt x="4666" y="4657"/>
                        <a:pt x="4693" y="4666"/>
                      </a:cubicBezTo>
                      <a:lnTo>
                        <a:pt x="4693" y="4666"/>
                      </a:lnTo>
                      <a:lnTo>
                        <a:pt x="6343" y="7048"/>
                      </a:lnTo>
                      <a:cubicBezTo>
                        <a:pt x="6343" y="7048"/>
                        <a:pt x="6343" y="7057"/>
                        <a:pt x="6334" y="7057"/>
                      </a:cubicBezTo>
                      <a:lnTo>
                        <a:pt x="6334" y="7057"/>
                      </a:lnTo>
                      <a:close/>
                      <a:moveTo>
                        <a:pt x="4764" y="4657"/>
                      </a:moveTo>
                      <a:lnTo>
                        <a:pt x="6664" y="5639"/>
                      </a:lnTo>
                      <a:cubicBezTo>
                        <a:pt x="6664" y="5648"/>
                        <a:pt x="6664" y="5656"/>
                        <a:pt x="6664" y="5656"/>
                      </a:cubicBezTo>
                      <a:lnTo>
                        <a:pt x="6664" y="5656"/>
                      </a:lnTo>
                      <a:cubicBezTo>
                        <a:pt x="6664" y="5692"/>
                        <a:pt x="6682" y="5719"/>
                        <a:pt x="6700" y="5737"/>
                      </a:cubicBezTo>
                      <a:lnTo>
                        <a:pt x="6700" y="5737"/>
                      </a:lnTo>
                      <a:lnTo>
                        <a:pt x="6397" y="7012"/>
                      </a:lnTo>
                      <a:cubicBezTo>
                        <a:pt x="6397" y="7012"/>
                        <a:pt x="6397" y="7012"/>
                        <a:pt x="6397" y="7012"/>
                      </a:cubicBezTo>
                      <a:lnTo>
                        <a:pt x="6397" y="7012"/>
                      </a:lnTo>
                      <a:close/>
                      <a:moveTo>
                        <a:pt x="152" y="5005"/>
                      </a:moveTo>
                      <a:cubicBezTo>
                        <a:pt x="170" y="4987"/>
                        <a:pt x="179" y="4970"/>
                        <a:pt x="187" y="4952"/>
                      </a:cubicBezTo>
                      <a:lnTo>
                        <a:pt x="187" y="4952"/>
                      </a:lnTo>
                      <a:lnTo>
                        <a:pt x="919" y="4978"/>
                      </a:lnTo>
                      <a:cubicBezTo>
                        <a:pt x="919" y="5005"/>
                        <a:pt x="937" y="5032"/>
                        <a:pt x="964" y="5041"/>
                      </a:cubicBezTo>
                      <a:lnTo>
                        <a:pt x="964" y="5041"/>
                      </a:lnTo>
                      <a:lnTo>
                        <a:pt x="732" y="6210"/>
                      </a:lnTo>
                      <a:cubicBezTo>
                        <a:pt x="732" y="6210"/>
                        <a:pt x="723" y="6201"/>
                        <a:pt x="723" y="6201"/>
                      </a:cubicBezTo>
                      <a:lnTo>
                        <a:pt x="723" y="6201"/>
                      </a:lnTo>
                      <a:cubicBezTo>
                        <a:pt x="723" y="6201"/>
                        <a:pt x="714" y="6201"/>
                        <a:pt x="714" y="6210"/>
                      </a:cubicBezTo>
                      <a:lnTo>
                        <a:pt x="714" y="6210"/>
                      </a:lnTo>
                      <a:close/>
                      <a:moveTo>
                        <a:pt x="6825" y="5728"/>
                      </a:moveTo>
                      <a:lnTo>
                        <a:pt x="8591" y="6763"/>
                      </a:lnTo>
                      <a:cubicBezTo>
                        <a:pt x="8591" y="6763"/>
                        <a:pt x="8591" y="6772"/>
                        <a:pt x="8591" y="6780"/>
                      </a:cubicBezTo>
                      <a:lnTo>
                        <a:pt x="8591" y="6780"/>
                      </a:lnTo>
                      <a:cubicBezTo>
                        <a:pt x="8591" y="6789"/>
                        <a:pt x="8591" y="6798"/>
                        <a:pt x="8591" y="6807"/>
                      </a:cubicBezTo>
                      <a:lnTo>
                        <a:pt x="8591" y="6807"/>
                      </a:lnTo>
                      <a:lnTo>
                        <a:pt x="6075" y="8707"/>
                      </a:lnTo>
                      <a:cubicBezTo>
                        <a:pt x="6075" y="8707"/>
                        <a:pt x="6066" y="8707"/>
                        <a:pt x="6066" y="8707"/>
                      </a:cubicBezTo>
                      <a:lnTo>
                        <a:pt x="6066" y="8707"/>
                      </a:lnTo>
                      <a:lnTo>
                        <a:pt x="6423" y="7209"/>
                      </a:lnTo>
                      <a:cubicBezTo>
                        <a:pt x="6423" y="7209"/>
                        <a:pt x="6423" y="7209"/>
                        <a:pt x="6423" y="7209"/>
                      </a:cubicBezTo>
                      <a:lnTo>
                        <a:pt x="6423" y="7209"/>
                      </a:lnTo>
                      <a:cubicBezTo>
                        <a:pt x="6477" y="7209"/>
                        <a:pt x="6521" y="7164"/>
                        <a:pt x="6521" y="7111"/>
                      </a:cubicBezTo>
                      <a:lnTo>
                        <a:pt x="6521" y="7111"/>
                      </a:lnTo>
                      <a:cubicBezTo>
                        <a:pt x="6521" y="7075"/>
                        <a:pt x="6504" y="7039"/>
                        <a:pt x="6477" y="7021"/>
                      </a:cubicBezTo>
                      <a:lnTo>
                        <a:pt x="6477" y="7021"/>
                      </a:lnTo>
                      <a:lnTo>
                        <a:pt x="6762" y="5755"/>
                      </a:lnTo>
                      <a:cubicBezTo>
                        <a:pt x="6762" y="5755"/>
                        <a:pt x="6762" y="5755"/>
                        <a:pt x="6762" y="5755"/>
                      </a:cubicBezTo>
                      <a:lnTo>
                        <a:pt x="6762" y="5755"/>
                      </a:lnTo>
                      <a:cubicBezTo>
                        <a:pt x="6789" y="5755"/>
                        <a:pt x="6807" y="5746"/>
                        <a:pt x="6825" y="5728"/>
                      </a:cubicBezTo>
                      <a:moveTo>
                        <a:pt x="2596" y="7512"/>
                      </a:moveTo>
                      <a:cubicBezTo>
                        <a:pt x="2596" y="7512"/>
                        <a:pt x="2596" y="7512"/>
                        <a:pt x="2596" y="7512"/>
                      </a:cubicBezTo>
                      <a:lnTo>
                        <a:pt x="2596" y="7512"/>
                      </a:lnTo>
                      <a:cubicBezTo>
                        <a:pt x="2596" y="7458"/>
                        <a:pt x="2560" y="7423"/>
                        <a:pt x="2516" y="7414"/>
                      </a:cubicBezTo>
                      <a:lnTo>
                        <a:pt x="2516" y="7414"/>
                      </a:lnTo>
                      <a:lnTo>
                        <a:pt x="2382" y="6326"/>
                      </a:lnTo>
                      <a:cubicBezTo>
                        <a:pt x="2400" y="6317"/>
                        <a:pt x="2409" y="6308"/>
                        <a:pt x="2418" y="6299"/>
                      </a:cubicBezTo>
                      <a:lnTo>
                        <a:pt x="2418" y="6299"/>
                      </a:lnTo>
                      <a:lnTo>
                        <a:pt x="6316" y="7119"/>
                      </a:lnTo>
                      <a:lnTo>
                        <a:pt x="4113" y="8003"/>
                      </a:lnTo>
                      <a:cubicBezTo>
                        <a:pt x="4095" y="7976"/>
                        <a:pt x="4068" y="7967"/>
                        <a:pt x="4032" y="7967"/>
                      </a:cubicBezTo>
                      <a:lnTo>
                        <a:pt x="4032" y="7967"/>
                      </a:lnTo>
                      <a:cubicBezTo>
                        <a:pt x="4006" y="7967"/>
                        <a:pt x="3979" y="7976"/>
                        <a:pt x="3961" y="8003"/>
                      </a:cubicBezTo>
                      <a:lnTo>
                        <a:pt x="3961" y="8003"/>
                      </a:lnTo>
                      <a:close/>
                      <a:moveTo>
                        <a:pt x="4131" y="8074"/>
                      </a:moveTo>
                      <a:cubicBezTo>
                        <a:pt x="4131" y="8065"/>
                        <a:pt x="4131" y="8065"/>
                        <a:pt x="4131" y="8065"/>
                      </a:cubicBezTo>
                      <a:lnTo>
                        <a:pt x="4131" y="8065"/>
                      </a:lnTo>
                      <a:cubicBezTo>
                        <a:pt x="4131" y="8065"/>
                        <a:pt x="4131" y="8056"/>
                        <a:pt x="4131" y="8056"/>
                      </a:cubicBezTo>
                      <a:lnTo>
                        <a:pt x="4131" y="8056"/>
                      </a:lnTo>
                      <a:lnTo>
                        <a:pt x="6343" y="7173"/>
                      </a:lnTo>
                      <a:cubicBezTo>
                        <a:pt x="6352" y="7173"/>
                        <a:pt x="6352" y="7182"/>
                        <a:pt x="6361" y="7182"/>
                      </a:cubicBezTo>
                      <a:lnTo>
                        <a:pt x="6361" y="7182"/>
                      </a:lnTo>
                      <a:lnTo>
                        <a:pt x="6004" y="8690"/>
                      </a:lnTo>
                      <a:cubicBezTo>
                        <a:pt x="5977" y="8699"/>
                        <a:pt x="5959" y="8707"/>
                        <a:pt x="5942" y="8725"/>
                      </a:cubicBezTo>
                      <a:lnTo>
                        <a:pt x="5942" y="8725"/>
                      </a:lnTo>
                      <a:close/>
                    </a:path>
                  </a:pathLst>
                </a:custGeom>
                <a:gradFill>
                  <a:gsLst>
                    <a:gs pos="0">
                      <a:schemeClr val="accent2"/>
                    </a:gs>
                    <a:gs pos="100000">
                      <a:schemeClr val="accent3"/>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3" name="Google Shape;1053;p86"/>
              <p:cNvSpPr/>
              <p:nvPr/>
            </p:nvSpPr>
            <p:spPr>
              <a:xfrm>
                <a:off x="4567123" y="4086828"/>
                <a:ext cx="946034" cy="728195"/>
              </a:xfrm>
              <a:custGeom>
                <a:rect b="b" l="l" r="r" t="t"/>
                <a:pathLst>
                  <a:path extrusionOk="0" h="16674" w="21662">
                    <a:moveTo>
                      <a:pt x="10260" y="9"/>
                    </a:moveTo>
                    <a:cubicBezTo>
                      <a:pt x="3025" y="152"/>
                      <a:pt x="1" y="1954"/>
                      <a:pt x="1" y="1954"/>
                    </a:cubicBezTo>
                    <a:lnTo>
                      <a:pt x="1" y="1954"/>
                    </a:lnTo>
                    <a:lnTo>
                      <a:pt x="3578" y="13507"/>
                    </a:lnTo>
                    <a:cubicBezTo>
                      <a:pt x="3578" y="13507"/>
                      <a:pt x="3587" y="13569"/>
                      <a:pt x="3694" y="13641"/>
                    </a:cubicBezTo>
                    <a:lnTo>
                      <a:pt x="3694" y="13641"/>
                    </a:lnTo>
                    <a:cubicBezTo>
                      <a:pt x="3801" y="13712"/>
                      <a:pt x="8868" y="16594"/>
                      <a:pt x="8868" y="16594"/>
                    </a:cubicBezTo>
                    <a:lnTo>
                      <a:pt x="8868" y="16594"/>
                    </a:lnTo>
                    <a:cubicBezTo>
                      <a:pt x="8868" y="16594"/>
                      <a:pt x="9145" y="16674"/>
                      <a:pt x="9395" y="16531"/>
                    </a:cubicBezTo>
                    <a:lnTo>
                      <a:pt x="9395" y="16531"/>
                    </a:lnTo>
                    <a:cubicBezTo>
                      <a:pt x="9644" y="16388"/>
                      <a:pt x="18904" y="11018"/>
                      <a:pt x="18904" y="11018"/>
                    </a:cubicBezTo>
                    <a:lnTo>
                      <a:pt x="18904" y="11018"/>
                    </a:lnTo>
                    <a:lnTo>
                      <a:pt x="19056" y="10831"/>
                    </a:lnTo>
                    <a:lnTo>
                      <a:pt x="21661" y="1606"/>
                    </a:lnTo>
                    <a:cubicBezTo>
                      <a:pt x="21661" y="1606"/>
                      <a:pt x="17816" y="0"/>
                      <a:pt x="11107" y="0"/>
                    </a:cubicBezTo>
                    <a:lnTo>
                      <a:pt x="11107" y="0"/>
                    </a:lnTo>
                    <a:cubicBezTo>
                      <a:pt x="10831" y="0"/>
                      <a:pt x="10545" y="0"/>
                      <a:pt x="10260" y="9"/>
                    </a:cubicBezTo>
                  </a:path>
                </a:pathLst>
              </a:custGeom>
              <a:gradFill>
                <a:gsLst>
                  <a:gs pos="0">
                    <a:schemeClr val="accent3">
                      <a:alpha val="70000"/>
                    </a:schemeClr>
                  </a:gs>
                  <a:gs pos="83000">
                    <a:srgbClr val="FFFFFF">
                      <a:alpha val="0"/>
                      <a:alpha val="70000"/>
                    </a:srgbClr>
                  </a:gs>
                  <a:gs pos="100000">
                    <a:srgbClr val="FFFFFF">
                      <a:alpha val="0"/>
                      <a:alpha val="70000"/>
                    </a:srgbClr>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4" name="Google Shape;1054;p86"/>
            <p:cNvSpPr/>
            <p:nvPr/>
          </p:nvSpPr>
          <p:spPr>
            <a:xfrm>
              <a:off x="1229047" y="4198090"/>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86"/>
            <p:cNvSpPr/>
            <p:nvPr/>
          </p:nvSpPr>
          <p:spPr>
            <a:xfrm>
              <a:off x="383078" y="2950667"/>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6" name="Google Shape;1056;p86"/>
          <p:cNvSpPr txBox="1"/>
          <p:nvPr/>
        </p:nvSpPr>
        <p:spPr>
          <a:xfrm>
            <a:off x="4651050" y="1729950"/>
            <a:ext cx="2655000" cy="841800"/>
          </a:xfrm>
          <a:prstGeom prst="rect">
            <a:avLst/>
          </a:prstGeom>
          <a:noFill/>
          <a:ln>
            <a:noFill/>
          </a:ln>
        </p:spPr>
        <p:txBody>
          <a:bodyPr anchorCtr="0" anchor="ctr" bIns="91425" lIns="91425" spcFirstLastPara="1" rIns="91425" wrap="square" tIns="91425">
            <a:noAutofit/>
          </a:bodyPr>
          <a:lstStyle/>
          <a:p>
            <a:pPr indent="0" lvl="0" marL="0" rtl="1" algn="r">
              <a:spcBef>
                <a:spcPts val="0"/>
              </a:spcBef>
              <a:spcAft>
                <a:spcPts val="0"/>
              </a:spcAft>
              <a:buNone/>
            </a:pPr>
            <a:r>
              <a:rPr lang="ar" sz="4000">
                <a:solidFill>
                  <a:srgbClr val="DA2B89"/>
                </a:solidFill>
                <a:latin typeface="IBM Plex Sans Arabic"/>
                <a:ea typeface="IBM Plex Sans Arabic"/>
                <a:cs typeface="IBM Plex Sans Arabic"/>
                <a:sym typeface="IBM Plex Sans Arabic"/>
              </a:rPr>
              <a:t>ما هو الرويّ؟</a:t>
            </a:r>
            <a:endParaRPr sz="4000">
              <a:solidFill>
                <a:srgbClr val="DA2B89"/>
              </a:solidFill>
              <a:latin typeface="IBM Plex Sans Arabic"/>
              <a:ea typeface="IBM Plex Sans Arabic"/>
              <a:cs typeface="IBM Plex Sans Arabic"/>
              <a:sym typeface="IBM Plex Sans Arabic"/>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grpSp>
        <p:nvGrpSpPr>
          <p:cNvPr id="1061" name="Google Shape;1061;p87"/>
          <p:cNvGrpSpPr/>
          <p:nvPr/>
        </p:nvGrpSpPr>
        <p:grpSpPr>
          <a:xfrm>
            <a:off x="5785338" y="569503"/>
            <a:ext cx="3888196" cy="4014259"/>
            <a:chOff x="5484913" y="476040"/>
            <a:chExt cx="3888196" cy="4014259"/>
          </a:xfrm>
        </p:grpSpPr>
        <p:sp>
          <p:nvSpPr>
            <p:cNvPr id="1062" name="Google Shape;1062;p87"/>
            <p:cNvSpPr/>
            <p:nvPr/>
          </p:nvSpPr>
          <p:spPr>
            <a:xfrm>
              <a:off x="5728780" y="224051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87"/>
            <p:cNvSpPr/>
            <p:nvPr/>
          </p:nvSpPr>
          <p:spPr>
            <a:xfrm>
              <a:off x="6197561" y="336697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87"/>
            <p:cNvSpPr/>
            <p:nvPr/>
          </p:nvSpPr>
          <p:spPr>
            <a:xfrm>
              <a:off x="5531598" y="106637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87"/>
            <p:cNvSpPr/>
            <p:nvPr/>
          </p:nvSpPr>
          <p:spPr>
            <a:xfrm>
              <a:off x="8080630" y="280616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66" name="Google Shape;1066;p87"/>
            <p:cNvGrpSpPr/>
            <p:nvPr/>
          </p:nvGrpSpPr>
          <p:grpSpPr>
            <a:xfrm flipH="1" rot="2902359">
              <a:off x="5650811" y="1462582"/>
              <a:ext cx="3556399" cy="2041175"/>
              <a:chOff x="503897" y="1034192"/>
              <a:chExt cx="3556309" cy="2041124"/>
            </a:xfrm>
          </p:grpSpPr>
          <p:sp>
            <p:nvSpPr>
              <p:cNvPr id="1067" name="Google Shape;1067;p87"/>
              <p:cNvSpPr/>
              <p:nvPr/>
            </p:nvSpPr>
            <p:spPr>
              <a:xfrm>
                <a:off x="2019338" y="1034192"/>
                <a:ext cx="2040867" cy="204112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B47FFF">
                      <a:alpha val="50196"/>
                    </a:srgbClr>
                  </a:gs>
                  <a:gs pos="69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87"/>
              <p:cNvSpPr/>
              <p:nvPr/>
            </p:nvSpPr>
            <p:spPr>
              <a:xfrm>
                <a:off x="503897" y="2053971"/>
                <a:ext cx="2497728" cy="956928"/>
              </a:xfrm>
              <a:custGeom>
                <a:rect b="b" l="l" r="r" t="t"/>
                <a:pathLst>
                  <a:path extrusionOk="0" h="7308" w="19075">
                    <a:moveTo>
                      <a:pt x="9841" y="1"/>
                    </a:moveTo>
                    <a:cubicBezTo>
                      <a:pt x="9198" y="90"/>
                      <a:pt x="4113" y="2570"/>
                      <a:pt x="4113" y="2570"/>
                    </a:cubicBezTo>
                    <a:lnTo>
                      <a:pt x="4113" y="2570"/>
                    </a:lnTo>
                    <a:cubicBezTo>
                      <a:pt x="2909" y="2971"/>
                      <a:pt x="2775" y="2873"/>
                      <a:pt x="1473" y="3150"/>
                    </a:cubicBezTo>
                    <a:lnTo>
                      <a:pt x="1473" y="3150"/>
                    </a:lnTo>
                    <a:cubicBezTo>
                      <a:pt x="1" y="3471"/>
                      <a:pt x="1901" y="7031"/>
                      <a:pt x="1901" y="7031"/>
                    </a:cubicBezTo>
                    <a:lnTo>
                      <a:pt x="1901" y="7031"/>
                    </a:lnTo>
                    <a:cubicBezTo>
                      <a:pt x="3489" y="6014"/>
                      <a:pt x="4738" y="6317"/>
                      <a:pt x="4738" y="6317"/>
                    </a:cubicBezTo>
                    <a:lnTo>
                      <a:pt x="4738" y="6317"/>
                    </a:lnTo>
                    <a:cubicBezTo>
                      <a:pt x="7503" y="7307"/>
                      <a:pt x="9573" y="6460"/>
                      <a:pt x="9573" y="6460"/>
                    </a:cubicBezTo>
                    <a:lnTo>
                      <a:pt x="9573" y="6460"/>
                    </a:lnTo>
                    <a:cubicBezTo>
                      <a:pt x="9573" y="6460"/>
                      <a:pt x="11268" y="6326"/>
                      <a:pt x="11928" y="6254"/>
                    </a:cubicBezTo>
                    <a:lnTo>
                      <a:pt x="11928" y="6254"/>
                    </a:lnTo>
                    <a:cubicBezTo>
                      <a:pt x="12151" y="6237"/>
                      <a:pt x="12455" y="6263"/>
                      <a:pt x="12811" y="6299"/>
                    </a:cubicBezTo>
                    <a:lnTo>
                      <a:pt x="12811" y="6299"/>
                    </a:lnTo>
                    <a:cubicBezTo>
                      <a:pt x="13498" y="6353"/>
                      <a:pt x="14346" y="6415"/>
                      <a:pt x="15069" y="6085"/>
                    </a:cubicBezTo>
                    <a:lnTo>
                      <a:pt x="15069" y="6085"/>
                    </a:lnTo>
                    <a:cubicBezTo>
                      <a:pt x="15077" y="6076"/>
                      <a:pt x="15077" y="6076"/>
                      <a:pt x="15086" y="6076"/>
                    </a:cubicBezTo>
                    <a:lnTo>
                      <a:pt x="15086" y="6076"/>
                    </a:lnTo>
                    <a:cubicBezTo>
                      <a:pt x="15122" y="6058"/>
                      <a:pt x="15158" y="6040"/>
                      <a:pt x="15184" y="6014"/>
                    </a:cubicBezTo>
                    <a:lnTo>
                      <a:pt x="15184" y="6014"/>
                    </a:lnTo>
                    <a:cubicBezTo>
                      <a:pt x="15577" y="5960"/>
                      <a:pt x="15568" y="5532"/>
                      <a:pt x="15497" y="5291"/>
                    </a:cubicBezTo>
                    <a:lnTo>
                      <a:pt x="15497" y="5291"/>
                    </a:lnTo>
                    <a:cubicBezTo>
                      <a:pt x="15461" y="5166"/>
                      <a:pt x="15283" y="5050"/>
                      <a:pt x="15158" y="4988"/>
                    </a:cubicBezTo>
                    <a:lnTo>
                      <a:pt x="15158" y="4988"/>
                    </a:lnTo>
                    <a:cubicBezTo>
                      <a:pt x="15149" y="4988"/>
                      <a:pt x="15149" y="4988"/>
                      <a:pt x="15149" y="4988"/>
                    </a:cubicBezTo>
                    <a:lnTo>
                      <a:pt x="15149" y="4988"/>
                    </a:lnTo>
                    <a:cubicBezTo>
                      <a:pt x="14783" y="4604"/>
                      <a:pt x="13650" y="4524"/>
                      <a:pt x="13088" y="4506"/>
                    </a:cubicBezTo>
                    <a:lnTo>
                      <a:pt x="13088" y="4506"/>
                    </a:lnTo>
                    <a:cubicBezTo>
                      <a:pt x="12901" y="4506"/>
                      <a:pt x="12776" y="4506"/>
                      <a:pt x="12776" y="4506"/>
                    </a:cubicBezTo>
                    <a:lnTo>
                      <a:pt x="12776" y="4506"/>
                    </a:lnTo>
                    <a:cubicBezTo>
                      <a:pt x="10153" y="4658"/>
                      <a:pt x="10215" y="4417"/>
                      <a:pt x="10215" y="4417"/>
                    </a:cubicBezTo>
                    <a:lnTo>
                      <a:pt x="10215" y="4417"/>
                    </a:lnTo>
                    <a:cubicBezTo>
                      <a:pt x="10421" y="4176"/>
                      <a:pt x="10153" y="3641"/>
                      <a:pt x="10153" y="3641"/>
                    </a:cubicBezTo>
                    <a:lnTo>
                      <a:pt x="10153" y="3641"/>
                    </a:lnTo>
                    <a:cubicBezTo>
                      <a:pt x="10189" y="3623"/>
                      <a:pt x="10251" y="3560"/>
                      <a:pt x="10251" y="3560"/>
                    </a:cubicBezTo>
                    <a:lnTo>
                      <a:pt x="10251" y="3560"/>
                    </a:lnTo>
                    <a:cubicBezTo>
                      <a:pt x="10572" y="3712"/>
                      <a:pt x="10831" y="3596"/>
                      <a:pt x="11001" y="3462"/>
                    </a:cubicBezTo>
                    <a:lnTo>
                      <a:pt x="11001" y="3462"/>
                    </a:lnTo>
                    <a:cubicBezTo>
                      <a:pt x="11152" y="3328"/>
                      <a:pt x="11232" y="3177"/>
                      <a:pt x="11232" y="3177"/>
                    </a:cubicBezTo>
                    <a:lnTo>
                      <a:pt x="11232" y="3177"/>
                    </a:lnTo>
                    <a:cubicBezTo>
                      <a:pt x="11830" y="3284"/>
                      <a:pt x="12580" y="1954"/>
                      <a:pt x="12580" y="1954"/>
                    </a:cubicBezTo>
                    <a:lnTo>
                      <a:pt x="12580" y="1954"/>
                    </a:lnTo>
                    <a:cubicBezTo>
                      <a:pt x="13525" y="2008"/>
                      <a:pt x="14382" y="1491"/>
                      <a:pt x="14382" y="1491"/>
                    </a:cubicBezTo>
                    <a:lnTo>
                      <a:pt x="14382" y="1491"/>
                    </a:lnTo>
                    <a:cubicBezTo>
                      <a:pt x="14542" y="1660"/>
                      <a:pt x="14926" y="1696"/>
                      <a:pt x="15149" y="1687"/>
                    </a:cubicBezTo>
                    <a:lnTo>
                      <a:pt x="15149" y="1687"/>
                    </a:lnTo>
                    <a:cubicBezTo>
                      <a:pt x="15247" y="1696"/>
                      <a:pt x="15318" y="1687"/>
                      <a:pt x="15318" y="1687"/>
                    </a:cubicBezTo>
                    <a:lnTo>
                      <a:pt x="15318" y="1687"/>
                    </a:lnTo>
                    <a:cubicBezTo>
                      <a:pt x="15318" y="1687"/>
                      <a:pt x="17495" y="1901"/>
                      <a:pt x="17968" y="1910"/>
                    </a:cubicBezTo>
                    <a:lnTo>
                      <a:pt x="17968" y="1910"/>
                    </a:lnTo>
                    <a:cubicBezTo>
                      <a:pt x="18780" y="1919"/>
                      <a:pt x="19074" y="1152"/>
                      <a:pt x="19074" y="1152"/>
                    </a:cubicBezTo>
                    <a:lnTo>
                      <a:pt x="19074" y="1152"/>
                    </a:lnTo>
                    <a:lnTo>
                      <a:pt x="17807" y="866"/>
                    </a:lnTo>
                    <a:cubicBezTo>
                      <a:pt x="17807" y="866"/>
                      <a:pt x="15506" y="411"/>
                      <a:pt x="15211" y="331"/>
                    </a:cubicBezTo>
                    <a:lnTo>
                      <a:pt x="15211" y="331"/>
                    </a:lnTo>
                    <a:cubicBezTo>
                      <a:pt x="14926" y="251"/>
                      <a:pt x="14283" y="45"/>
                      <a:pt x="13909" y="126"/>
                    </a:cubicBezTo>
                    <a:lnTo>
                      <a:pt x="13909" y="126"/>
                    </a:lnTo>
                    <a:cubicBezTo>
                      <a:pt x="13543" y="215"/>
                      <a:pt x="11108" y="224"/>
                      <a:pt x="11108" y="224"/>
                    </a:cubicBezTo>
                    <a:lnTo>
                      <a:pt x="11108" y="224"/>
                    </a:lnTo>
                    <a:cubicBezTo>
                      <a:pt x="10483" y="10"/>
                      <a:pt x="9921" y="1"/>
                      <a:pt x="9850" y="1"/>
                    </a:cubicBezTo>
                    <a:lnTo>
                      <a:pt x="9850" y="1"/>
                    </a:lnTo>
                    <a:cubicBezTo>
                      <a:pt x="9841" y="1"/>
                      <a:pt x="9841" y="1"/>
                      <a:pt x="9841" y="1"/>
                    </a:cubicBezTo>
                  </a:path>
                </a:pathLst>
              </a:custGeom>
              <a:gradFill>
                <a:gsLst>
                  <a:gs pos="0">
                    <a:schemeClr val="accent1"/>
                  </a:gs>
                  <a:gs pos="100000">
                    <a:schemeClr val="dk2"/>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87"/>
              <p:cNvSpPr/>
              <p:nvPr/>
            </p:nvSpPr>
            <p:spPr>
              <a:xfrm>
                <a:off x="1944292" y="2249081"/>
                <a:ext cx="955618" cy="709185"/>
              </a:xfrm>
              <a:custGeom>
                <a:rect b="b" l="l" r="r" t="t"/>
                <a:pathLst>
                  <a:path extrusionOk="0" h="5416" w="7298">
                    <a:moveTo>
                      <a:pt x="1580" y="464"/>
                    </a:moveTo>
                    <a:cubicBezTo>
                      <a:pt x="1580" y="464"/>
                      <a:pt x="830" y="1794"/>
                      <a:pt x="232" y="1687"/>
                    </a:cubicBezTo>
                    <a:lnTo>
                      <a:pt x="232" y="1687"/>
                    </a:lnTo>
                    <a:cubicBezTo>
                      <a:pt x="232" y="1687"/>
                      <a:pt x="152" y="1838"/>
                      <a:pt x="1" y="1972"/>
                    </a:cubicBezTo>
                    <a:lnTo>
                      <a:pt x="1" y="1972"/>
                    </a:lnTo>
                    <a:cubicBezTo>
                      <a:pt x="286" y="2240"/>
                      <a:pt x="1357" y="2374"/>
                      <a:pt x="1357" y="2374"/>
                    </a:cubicBezTo>
                    <a:lnTo>
                      <a:pt x="1357" y="2374"/>
                    </a:lnTo>
                    <a:cubicBezTo>
                      <a:pt x="1410" y="2570"/>
                      <a:pt x="1713" y="2793"/>
                      <a:pt x="2088" y="3016"/>
                    </a:cubicBezTo>
                    <a:lnTo>
                      <a:pt x="2088" y="3016"/>
                    </a:lnTo>
                    <a:cubicBezTo>
                      <a:pt x="2650" y="3034"/>
                      <a:pt x="3783" y="3114"/>
                      <a:pt x="4149" y="3498"/>
                    </a:cubicBezTo>
                    <a:lnTo>
                      <a:pt x="4149" y="3498"/>
                    </a:lnTo>
                    <a:cubicBezTo>
                      <a:pt x="4149" y="3498"/>
                      <a:pt x="4149" y="3498"/>
                      <a:pt x="4158" y="3498"/>
                    </a:cubicBezTo>
                    <a:lnTo>
                      <a:pt x="4158" y="3498"/>
                    </a:lnTo>
                    <a:cubicBezTo>
                      <a:pt x="4283" y="3560"/>
                      <a:pt x="4461" y="3676"/>
                      <a:pt x="4497" y="3801"/>
                    </a:cubicBezTo>
                    <a:lnTo>
                      <a:pt x="4497" y="3801"/>
                    </a:lnTo>
                    <a:cubicBezTo>
                      <a:pt x="4568" y="4042"/>
                      <a:pt x="4577" y="4470"/>
                      <a:pt x="4184" y="4524"/>
                    </a:cubicBezTo>
                    <a:lnTo>
                      <a:pt x="4184" y="4524"/>
                    </a:lnTo>
                    <a:cubicBezTo>
                      <a:pt x="4158" y="4550"/>
                      <a:pt x="4122" y="4568"/>
                      <a:pt x="4086" y="4586"/>
                    </a:cubicBezTo>
                    <a:lnTo>
                      <a:pt x="4086" y="4586"/>
                    </a:lnTo>
                    <a:cubicBezTo>
                      <a:pt x="4077" y="4586"/>
                      <a:pt x="4077" y="4586"/>
                      <a:pt x="4069" y="4595"/>
                    </a:cubicBezTo>
                    <a:lnTo>
                      <a:pt x="4069" y="4595"/>
                    </a:lnTo>
                    <a:cubicBezTo>
                      <a:pt x="4363" y="5059"/>
                      <a:pt x="4693" y="5416"/>
                      <a:pt x="5005" y="5291"/>
                    </a:cubicBezTo>
                    <a:lnTo>
                      <a:pt x="5005" y="5291"/>
                    </a:lnTo>
                    <a:cubicBezTo>
                      <a:pt x="5416" y="5130"/>
                      <a:pt x="5023" y="4336"/>
                      <a:pt x="5023" y="4336"/>
                    </a:cubicBezTo>
                    <a:lnTo>
                      <a:pt x="5023" y="4336"/>
                    </a:lnTo>
                    <a:lnTo>
                      <a:pt x="3837" y="2052"/>
                    </a:lnTo>
                    <a:lnTo>
                      <a:pt x="3221" y="1365"/>
                    </a:lnTo>
                    <a:lnTo>
                      <a:pt x="3346" y="1321"/>
                    </a:lnTo>
                    <a:cubicBezTo>
                      <a:pt x="3480" y="1571"/>
                      <a:pt x="4390" y="2374"/>
                      <a:pt x="4827" y="2588"/>
                    </a:cubicBezTo>
                    <a:lnTo>
                      <a:pt x="4827" y="2588"/>
                    </a:lnTo>
                    <a:cubicBezTo>
                      <a:pt x="5603" y="3462"/>
                      <a:pt x="6317" y="4185"/>
                      <a:pt x="6807" y="4024"/>
                    </a:cubicBezTo>
                    <a:lnTo>
                      <a:pt x="6807" y="4024"/>
                    </a:lnTo>
                    <a:cubicBezTo>
                      <a:pt x="7298" y="3863"/>
                      <a:pt x="6673" y="2953"/>
                      <a:pt x="6673" y="2953"/>
                    </a:cubicBezTo>
                    <a:lnTo>
                      <a:pt x="6673" y="2953"/>
                    </a:lnTo>
                    <a:lnTo>
                      <a:pt x="5665" y="1589"/>
                    </a:lnTo>
                    <a:lnTo>
                      <a:pt x="4149" y="197"/>
                    </a:lnTo>
                    <a:cubicBezTo>
                      <a:pt x="3926" y="206"/>
                      <a:pt x="3542" y="170"/>
                      <a:pt x="3382" y="1"/>
                    </a:cubicBezTo>
                    <a:lnTo>
                      <a:pt x="3382" y="1"/>
                    </a:lnTo>
                    <a:cubicBezTo>
                      <a:pt x="3382" y="1"/>
                      <a:pt x="2525" y="518"/>
                      <a:pt x="1580" y="464"/>
                    </a:cubicBezTo>
                  </a:path>
                </a:pathLst>
              </a:custGeom>
              <a:gradFill>
                <a:gsLst>
                  <a:gs pos="0">
                    <a:schemeClr val="accent1"/>
                  </a:gs>
                  <a:gs pos="100000">
                    <a:schemeClr val="dk2"/>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87"/>
              <p:cNvSpPr/>
              <p:nvPr/>
            </p:nvSpPr>
            <p:spPr>
              <a:xfrm>
                <a:off x="2522549" y="1786447"/>
                <a:ext cx="896049" cy="896151"/>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FFFFFF">
                      <a:alpha val="50196"/>
                    </a:srgbClr>
                  </a:gs>
                  <a:gs pos="6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1" name="Google Shape;1071;p87"/>
            <p:cNvSpPr/>
            <p:nvPr/>
          </p:nvSpPr>
          <p:spPr>
            <a:xfrm>
              <a:off x="6149503" y="47604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87"/>
            <p:cNvSpPr/>
            <p:nvPr/>
          </p:nvSpPr>
          <p:spPr>
            <a:xfrm>
              <a:off x="8151030" y="170186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87"/>
            <p:cNvSpPr/>
            <p:nvPr/>
          </p:nvSpPr>
          <p:spPr>
            <a:xfrm>
              <a:off x="7824023" y="73932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4" name="Google Shape;1074;p87"/>
          <p:cNvSpPr txBox="1"/>
          <p:nvPr>
            <p:ph type="title"/>
          </p:nvPr>
        </p:nvSpPr>
        <p:spPr>
          <a:xfrm>
            <a:off x="1451975" y="1084200"/>
            <a:ext cx="4460400" cy="536400"/>
          </a:xfrm>
          <a:prstGeom prst="rect">
            <a:avLst/>
          </a:prstGeom>
        </p:spPr>
        <p:txBody>
          <a:bodyPr anchorCtr="0" anchor="b" bIns="91425" lIns="91425" spcFirstLastPara="1" rIns="91425" wrap="square" tIns="91425">
            <a:noAutofit/>
          </a:bodyPr>
          <a:lstStyle/>
          <a:p>
            <a:pPr indent="0" lvl="0" marL="0" rtl="1" algn="r">
              <a:spcBef>
                <a:spcPts val="0"/>
              </a:spcBef>
              <a:spcAft>
                <a:spcPts val="0"/>
              </a:spcAft>
              <a:buNone/>
            </a:pPr>
            <a:r>
              <a:rPr b="1" lang="ar">
                <a:solidFill>
                  <a:srgbClr val="DA2B89"/>
                </a:solidFill>
                <a:latin typeface="IBM Plex Sans Arabic"/>
                <a:ea typeface="IBM Plex Sans Arabic"/>
                <a:cs typeface="IBM Plex Sans Arabic"/>
                <a:sym typeface="IBM Plex Sans Arabic"/>
              </a:rPr>
              <a:t>المحتويات:</a:t>
            </a:r>
            <a:endParaRPr b="1">
              <a:solidFill>
                <a:srgbClr val="DA2B89"/>
              </a:solidFill>
              <a:latin typeface="IBM Plex Sans Arabic"/>
              <a:ea typeface="IBM Plex Sans Arabic"/>
              <a:cs typeface="IBM Plex Sans Arabic"/>
              <a:sym typeface="IBM Plex Sans Arabic"/>
            </a:endParaRPr>
          </a:p>
        </p:txBody>
      </p:sp>
      <p:sp>
        <p:nvSpPr>
          <p:cNvPr id="1075" name="Google Shape;1075;p87"/>
          <p:cNvSpPr txBox="1"/>
          <p:nvPr/>
        </p:nvSpPr>
        <p:spPr>
          <a:xfrm>
            <a:off x="4340317" y="1828800"/>
            <a:ext cx="1282200" cy="289800"/>
          </a:xfrm>
          <a:prstGeom prst="rect">
            <a:avLst/>
          </a:prstGeom>
          <a:noFill/>
          <a:ln>
            <a:noFill/>
          </a:ln>
        </p:spPr>
        <p:txBody>
          <a:bodyPr anchorCtr="0" anchor="b" bIns="91425" lIns="91425" spcFirstLastPara="1" rIns="91425" wrap="square" tIns="91425">
            <a:noAutofit/>
          </a:bodyPr>
          <a:lstStyle/>
          <a:p>
            <a:pPr indent="0" lvl="0" marL="0" rtl="1" algn="r">
              <a:spcBef>
                <a:spcPts val="0"/>
              </a:spcBef>
              <a:spcAft>
                <a:spcPts val="0"/>
              </a:spcAft>
              <a:buNone/>
            </a:pPr>
            <a:r>
              <a:rPr lang="ar" sz="1220">
                <a:solidFill>
                  <a:schemeClr val="dk1"/>
                </a:solidFill>
                <a:latin typeface="IBM Plex Sans Arabic"/>
                <a:ea typeface="IBM Plex Sans Arabic"/>
                <a:cs typeface="IBM Plex Sans Arabic"/>
                <a:sym typeface="IBM Plex Sans Arabic"/>
              </a:rPr>
              <a:t>أعضاء الفريق </a:t>
            </a:r>
            <a:endParaRPr sz="1220">
              <a:solidFill>
                <a:schemeClr val="dk1"/>
              </a:solidFill>
              <a:latin typeface="IBM Plex Sans Arabic"/>
              <a:ea typeface="IBM Plex Sans Arabic"/>
              <a:cs typeface="IBM Plex Sans Arabic"/>
              <a:sym typeface="IBM Plex Sans Arabic"/>
            </a:endParaRPr>
          </a:p>
        </p:txBody>
      </p:sp>
      <p:sp>
        <p:nvSpPr>
          <p:cNvPr id="1076" name="Google Shape;1076;p87"/>
          <p:cNvSpPr/>
          <p:nvPr/>
        </p:nvSpPr>
        <p:spPr>
          <a:xfrm>
            <a:off x="5622580" y="1828800"/>
            <a:ext cx="289800" cy="289800"/>
          </a:xfrm>
          <a:prstGeom prst="roundRect">
            <a:avLst>
              <a:gd fmla="val 18808" name="adj"/>
            </a:avLst>
          </a:prstGeom>
          <a:solidFill>
            <a:srgbClr val="DA2B89"/>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990"/>
              <a:buFont typeface="Arial"/>
              <a:buNone/>
            </a:pPr>
            <a:r>
              <a:rPr b="1" i="0" lang="ar" sz="1300" u="none" cap="none" strike="noStrike">
                <a:solidFill>
                  <a:schemeClr val="dk1"/>
                </a:solidFill>
                <a:latin typeface="IBM Plex Sans Arabic"/>
                <a:ea typeface="IBM Plex Sans Arabic"/>
                <a:cs typeface="IBM Plex Sans Arabic"/>
                <a:sym typeface="IBM Plex Sans Arabic"/>
              </a:rPr>
              <a:t>01</a:t>
            </a:r>
            <a:endParaRPr b="1" i="0" sz="1300" u="none" cap="none" strike="noStrike">
              <a:solidFill>
                <a:schemeClr val="dk1"/>
              </a:solidFill>
              <a:latin typeface="IBM Plex Sans Arabic"/>
              <a:ea typeface="IBM Plex Sans Arabic"/>
              <a:cs typeface="IBM Plex Sans Arabic"/>
              <a:sym typeface="IBM Plex Sans Arabic"/>
            </a:endParaRPr>
          </a:p>
        </p:txBody>
      </p:sp>
      <p:sp>
        <p:nvSpPr>
          <p:cNvPr id="1077" name="Google Shape;1077;p87"/>
          <p:cNvSpPr txBox="1"/>
          <p:nvPr/>
        </p:nvSpPr>
        <p:spPr>
          <a:xfrm>
            <a:off x="4340317" y="2326802"/>
            <a:ext cx="1282200" cy="289800"/>
          </a:xfrm>
          <a:prstGeom prst="rect">
            <a:avLst/>
          </a:prstGeom>
          <a:noFill/>
          <a:ln>
            <a:noFill/>
          </a:ln>
        </p:spPr>
        <p:txBody>
          <a:bodyPr anchorCtr="0" anchor="b" bIns="91425" lIns="91425" spcFirstLastPara="1" rIns="91425" wrap="square" tIns="91425">
            <a:noAutofit/>
          </a:bodyPr>
          <a:lstStyle/>
          <a:p>
            <a:pPr indent="0" lvl="0" marL="0" rtl="1" algn="r">
              <a:spcBef>
                <a:spcPts val="0"/>
              </a:spcBef>
              <a:spcAft>
                <a:spcPts val="0"/>
              </a:spcAft>
              <a:buNone/>
            </a:pPr>
            <a:r>
              <a:rPr lang="ar" sz="1220">
                <a:solidFill>
                  <a:schemeClr val="dk1"/>
                </a:solidFill>
                <a:latin typeface="IBM Plex Sans Arabic"/>
                <a:ea typeface="IBM Plex Sans Arabic"/>
                <a:cs typeface="IBM Plex Sans Arabic"/>
                <a:sym typeface="IBM Plex Sans Arabic"/>
              </a:rPr>
              <a:t>المشكلة وحلها</a:t>
            </a:r>
            <a:endParaRPr sz="1220">
              <a:solidFill>
                <a:schemeClr val="dk1"/>
              </a:solidFill>
              <a:latin typeface="IBM Plex Sans Arabic"/>
              <a:ea typeface="IBM Plex Sans Arabic"/>
              <a:cs typeface="IBM Plex Sans Arabic"/>
              <a:sym typeface="IBM Plex Sans Arabic"/>
            </a:endParaRPr>
          </a:p>
        </p:txBody>
      </p:sp>
      <p:sp>
        <p:nvSpPr>
          <p:cNvPr id="1078" name="Google Shape;1078;p87"/>
          <p:cNvSpPr/>
          <p:nvPr/>
        </p:nvSpPr>
        <p:spPr>
          <a:xfrm>
            <a:off x="5622580" y="2326803"/>
            <a:ext cx="289800" cy="289800"/>
          </a:xfrm>
          <a:prstGeom prst="roundRect">
            <a:avLst>
              <a:gd fmla="val 18808" name="adj"/>
            </a:avLst>
          </a:prstGeom>
          <a:solidFill>
            <a:srgbClr val="DA2B89"/>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ar" sz="1300" u="none" cap="none" strike="noStrike">
                <a:solidFill>
                  <a:schemeClr val="dk1"/>
                </a:solidFill>
                <a:latin typeface="IBM Plex Sans Arabic"/>
                <a:ea typeface="IBM Plex Sans Arabic"/>
                <a:cs typeface="IBM Plex Sans Arabic"/>
                <a:sym typeface="IBM Plex Sans Arabic"/>
              </a:rPr>
              <a:t>02</a:t>
            </a:r>
            <a:endParaRPr b="1" i="0" sz="1300" u="none" cap="none" strike="noStrike">
              <a:solidFill>
                <a:schemeClr val="dk1"/>
              </a:solidFill>
              <a:latin typeface="IBM Plex Sans Arabic"/>
              <a:ea typeface="IBM Plex Sans Arabic"/>
              <a:cs typeface="IBM Plex Sans Arabic"/>
              <a:sym typeface="IBM Plex Sans Arabic"/>
            </a:endParaRPr>
          </a:p>
        </p:txBody>
      </p:sp>
      <p:sp>
        <p:nvSpPr>
          <p:cNvPr id="1079" name="Google Shape;1079;p87"/>
          <p:cNvSpPr txBox="1"/>
          <p:nvPr/>
        </p:nvSpPr>
        <p:spPr>
          <a:xfrm>
            <a:off x="4104187" y="2844549"/>
            <a:ext cx="1518300" cy="289800"/>
          </a:xfrm>
          <a:prstGeom prst="rect">
            <a:avLst/>
          </a:prstGeom>
          <a:noFill/>
          <a:ln>
            <a:noFill/>
          </a:ln>
        </p:spPr>
        <p:txBody>
          <a:bodyPr anchorCtr="0" anchor="b" bIns="91425" lIns="91425" spcFirstLastPara="1" rIns="91425" wrap="square" tIns="91425">
            <a:noAutofit/>
          </a:bodyPr>
          <a:lstStyle/>
          <a:p>
            <a:pPr indent="0" lvl="0" marL="0" rtl="1" algn="r">
              <a:spcBef>
                <a:spcPts val="0"/>
              </a:spcBef>
              <a:spcAft>
                <a:spcPts val="0"/>
              </a:spcAft>
              <a:buNone/>
            </a:pPr>
            <a:r>
              <a:rPr lang="ar" sz="1220">
                <a:solidFill>
                  <a:schemeClr val="dk1"/>
                </a:solidFill>
                <a:latin typeface="IBM Plex Sans Arabic"/>
                <a:ea typeface="IBM Plex Sans Arabic"/>
                <a:cs typeface="IBM Plex Sans Arabic"/>
                <a:sym typeface="IBM Plex Sans Arabic"/>
              </a:rPr>
              <a:t>وصف الفكرة</a:t>
            </a:r>
            <a:endParaRPr sz="1220">
              <a:solidFill>
                <a:schemeClr val="dk1"/>
              </a:solidFill>
              <a:latin typeface="IBM Plex Sans Arabic"/>
              <a:ea typeface="IBM Plex Sans Arabic"/>
              <a:cs typeface="IBM Plex Sans Arabic"/>
              <a:sym typeface="IBM Plex Sans Arabic"/>
            </a:endParaRPr>
          </a:p>
        </p:txBody>
      </p:sp>
      <p:sp>
        <p:nvSpPr>
          <p:cNvPr id="1080" name="Google Shape;1080;p87"/>
          <p:cNvSpPr/>
          <p:nvPr/>
        </p:nvSpPr>
        <p:spPr>
          <a:xfrm>
            <a:off x="5622580" y="2844552"/>
            <a:ext cx="289800" cy="289800"/>
          </a:xfrm>
          <a:prstGeom prst="roundRect">
            <a:avLst>
              <a:gd fmla="val 18808" name="adj"/>
            </a:avLst>
          </a:prstGeom>
          <a:solidFill>
            <a:srgbClr val="DA2B89"/>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ar" sz="1300" u="none" cap="none" strike="noStrike">
                <a:solidFill>
                  <a:schemeClr val="dk1"/>
                </a:solidFill>
                <a:latin typeface="IBM Plex Sans Arabic"/>
                <a:ea typeface="IBM Plex Sans Arabic"/>
                <a:cs typeface="IBM Plex Sans Arabic"/>
                <a:sym typeface="IBM Plex Sans Arabic"/>
              </a:rPr>
              <a:t>03</a:t>
            </a:r>
            <a:endParaRPr b="1" i="0" sz="1300" u="none" cap="none" strike="noStrike">
              <a:solidFill>
                <a:schemeClr val="dk1"/>
              </a:solidFill>
              <a:latin typeface="IBM Plex Sans Arabic"/>
              <a:ea typeface="IBM Plex Sans Arabic"/>
              <a:cs typeface="IBM Plex Sans Arabic"/>
              <a:sym typeface="IBM Plex Sans Arabic"/>
            </a:endParaRPr>
          </a:p>
        </p:txBody>
      </p:sp>
      <p:sp>
        <p:nvSpPr>
          <p:cNvPr id="1081" name="Google Shape;1081;p87"/>
          <p:cNvSpPr txBox="1"/>
          <p:nvPr/>
        </p:nvSpPr>
        <p:spPr>
          <a:xfrm>
            <a:off x="4340317" y="3342551"/>
            <a:ext cx="1282200" cy="289800"/>
          </a:xfrm>
          <a:prstGeom prst="rect">
            <a:avLst/>
          </a:prstGeom>
          <a:noFill/>
          <a:ln>
            <a:noFill/>
          </a:ln>
        </p:spPr>
        <p:txBody>
          <a:bodyPr anchorCtr="0" anchor="b" bIns="91425" lIns="91425" spcFirstLastPara="1" rIns="91425" wrap="square" tIns="91425">
            <a:noAutofit/>
          </a:bodyPr>
          <a:lstStyle/>
          <a:p>
            <a:pPr indent="0" lvl="0" marL="0" rtl="1" algn="r">
              <a:spcBef>
                <a:spcPts val="0"/>
              </a:spcBef>
              <a:spcAft>
                <a:spcPts val="0"/>
              </a:spcAft>
              <a:buNone/>
            </a:pPr>
            <a:r>
              <a:rPr lang="ar" sz="1220">
                <a:solidFill>
                  <a:schemeClr val="dk1"/>
                </a:solidFill>
                <a:latin typeface="IBM Plex Sans Arabic"/>
                <a:ea typeface="IBM Plex Sans Arabic"/>
                <a:cs typeface="IBM Plex Sans Arabic"/>
                <a:sym typeface="IBM Plex Sans Arabic"/>
              </a:rPr>
              <a:t>التقنيات المستخدمة</a:t>
            </a:r>
            <a:endParaRPr sz="1220">
              <a:solidFill>
                <a:schemeClr val="dk1"/>
              </a:solidFill>
              <a:latin typeface="IBM Plex Sans Arabic"/>
              <a:ea typeface="IBM Plex Sans Arabic"/>
              <a:cs typeface="IBM Plex Sans Arabic"/>
              <a:sym typeface="IBM Plex Sans Arabic"/>
            </a:endParaRPr>
          </a:p>
        </p:txBody>
      </p:sp>
      <p:sp>
        <p:nvSpPr>
          <p:cNvPr id="1082" name="Google Shape;1082;p87"/>
          <p:cNvSpPr/>
          <p:nvPr/>
        </p:nvSpPr>
        <p:spPr>
          <a:xfrm>
            <a:off x="5622580" y="3342555"/>
            <a:ext cx="289800" cy="289800"/>
          </a:xfrm>
          <a:prstGeom prst="roundRect">
            <a:avLst>
              <a:gd fmla="val 18808" name="adj"/>
            </a:avLst>
          </a:prstGeom>
          <a:solidFill>
            <a:srgbClr val="DA2B89"/>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ar" sz="1300" u="none" cap="none" strike="noStrike">
                <a:solidFill>
                  <a:schemeClr val="dk1"/>
                </a:solidFill>
                <a:latin typeface="IBM Plex Sans Arabic"/>
                <a:ea typeface="IBM Plex Sans Arabic"/>
                <a:cs typeface="IBM Plex Sans Arabic"/>
                <a:sym typeface="IBM Plex Sans Arabic"/>
              </a:rPr>
              <a:t>04</a:t>
            </a:r>
            <a:endParaRPr b="1" i="0" sz="1300" u="none" cap="none" strike="noStrike">
              <a:solidFill>
                <a:schemeClr val="dk1"/>
              </a:solidFill>
              <a:latin typeface="IBM Plex Sans Arabic"/>
              <a:ea typeface="IBM Plex Sans Arabic"/>
              <a:cs typeface="IBM Plex Sans Arabic"/>
              <a:sym typeface="IBM Plex Sans Arabic"/>
            </a:endParaRPr>
          </a:p>
        </p:txBody>
      </p:sp>
      <p:sp>
        <p:nvSpPr>
          <p:cNvPr id="1083" name="Google Shape;1083;p87"/>
          <p:cNvSpPr txBox="1"/>
          <p:nvPr/>
        </p:nvSpPr>
        <p:spPr>
          <a:xfrm>
            <a:off x="805342" y="1828800"/>
            <a:ext cx="2867100" cy="289800"/>
          </a:xfrm>
          <a:prstGeom prst="rect">
            <a:avLst/>
          </a:prstGeom>
          <a:noFill/>
          <a:ln>
            <a:noFill/>
          </a:ln>
        </p:spPr>
        <p:txBody>
          <a:bodyPr anchorCtr="0" anchor="b" bIns="91425" lIns="91425" spcFirstLastPara="1" rIns="91425" wrap="square" tIns="91425">
            <a:noAutofit/>
          </a:bodyPr>
          <a:lstStyle/>
          <a:p>
            <a:pPr indent="0" lvl="0" marL="0" rtl="1" algn="r">
              <a:spcBef>
                <a:spcPts val="0"/>
              </a:spcBef>
              <a:spcAft>
                <a:spcPts val="0"/>
              </a:spcAft>
              <a:buNone/>
            </a:pPr>
            <a:r>
              <a:rPr lang="ar" sz="1220">
                <a:solidFill>
                  <a:schemeClr val="dk1"/>
                </a:solidFill>
                <a:latin typeface="IBM Plex Sans Arabic"/>
                <a:ea typeface="IBM Plex Sans Arabic"/>
                <a:cs typeface="IBM Plex Sans Arabic"/>
                <a:sym typeface="IBM Plex Sans Arabic"/>
              </a:rPr>
              <a:t>البيانات المستخدمة</a:t>
            </a:r>
            <a:endParaRPr sz="1220">
              <a:solidFill>
                <a:schemeClr val="dk1"/>
              </a:solidFill>
              <a:latin typeface="IBM Plex Sans Arabic"/>
              <a:ea typeface="IBM Plex Sans Arabic"/>
              <a:cs typeface="IBM Plex Sans Arabic"/>
              <a:sym typeface="IBM Plex Sans Arabic"/>
            </a:endParaRPr>
          </a:p>
        </p:txBody>
      </p:sp>
      <p:sp>
        <p:nvSpPr>
          <p:cNvPr id="1084" name="Google Shape;1084;p87"/>
          <p:cNvSpPr/>
          <p:nvPr/>
        </p:nvSpPr>
        <p:spPr>
          <a:xfrm>
            <a:off x="3672359" y="1828800"/>
            <a:ext cx="289800" cy="289800"/>
          </a:xfrm>
          <a:prstGeom prst="roundRect">
            <a:avLst>
              <a:gd fmla="val 18808" name="adj"/>
            </a:avLst>
          </a:prstGeom>
          <a:solidFill>
            <a:srgbClr val="DA2B89"/>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ar" sz="1300" u="none" cap="none" strike="noStrike">
                <a:solidFill>
                  <a:schemeClr val="dk1"/>
                </a:solidFill>
                <a:latin typeface="IBM Plex Sans Arabic"/>
                <a:ea typeface="IBM Plex Sans Arabic"/>
                <a:cs typeface="IBM Plex Sans Arabic"/>
                <a:sym typeface="IBM Plex Sans Arabic"/>
              </a:rPr>
              <a:t>05</a:t>
            </a:r>
            <a:endParaRPr b="1" i="0" sz="1300" u="none" cap="none" strike="noStrike">
              <a:solidFill>
                <a:schemeClr val="dk1"/>
              </a:solidFill>
              <a:latin typeface="IBM Plex Sans Arabic"/>
              <a:ea typeface="IBM Plex Sans Arabic"/>
              <a:cs typeface="IBM Plex Sans Arabic"/>
              <a:sym typeface="IBM Plex Sans Arabic"/>
            </a:endParaRPr>
          </a:p>
        </p:txBody>
      </p:sp>
      <p:sp>
        <p:nvSpPr>
          <p:cNvPr id="1085" name="Google Shape;1085;p87"/>
          <p:cNvSpPr txBox="1"/>
          <p:nvPr/>
        </p:nvSpPr>
        <p:spPr>
          <a:xfrm>
            <a:off x="393900" y="2326803"/>
            <a:ext cx="3278700" cy="289800"/>
          </a:xfrm>
          <a:prstGeom prst="rect">
            <a:avLst/>
          </a:prstGeom>
          <a:noFill/>
          <a:ln>
            <a:noFill/>
          </a:ln>
        </p:spPr>
        <p:txBody>
          <a:bodyPr anchorCtr="0" anchor="b" bIns="91425" lIns="91425" spcFirstLastPara="1" rIns="91425" wrap="square" tIns="91425">
            <a:noAutofit/>
          </a:bodyPr>
          <a:lstStyle/>
          <a:p>
            <a:pPr indent="0" lvl="0" marL="0" rtl="1" algn="r">
              <a:spcBef>
                <a:spcPts val="0"/>
              </a:spcBef>
              <a:spcAft>
                <a:spcPts val="0"/>
              </a:spcAft>
              <a:buNone/>
            </a:pPr>
            <a:r>
              <a:rPr lang="ar" sz="1220">
                <a:solidFill>
                  <a:schemeClr val="dk1"/>
                </a:solidFill>
                <a:latin typeface="IBM Plex Sans Arabic"/>
                <a:ea typeface="IBM Plex Sans Arabic"/>
                <a:cs typeface="IBM Plex Sans Arabic"/>
                <a:sym typeface="IBM Plex Sans Arabic"/>
              </a:rPr>
              <a:t>آلية استخدام البيانات والمخطط التقن</a:t>
            </a:r>
            <a:r>
              <a:rPr lang="ar" sz="1220">
                <a:solidFill>
                  <a:schemeClr val="dk1"/>
                </a:solidFill>
                <a:latin typeface="IBM Plex Sans Arabic"/>
                <a:ea typeface="IBM Plex Sans Arabic"/>
                <a:cs typeface="IBM Plex Sans Arabic"/>
                <a:sym typeface="IBM Plex Sans Arabic"/>
              </a:rPr>
              <a:t>ي</a:t>
            </a:r>
            <a:endParaRPr sz="1220">
              <a:solidFill>
                <a:schemeClr val="dk1"/>
              </a:solidFill>
              <a:latin typeface="IBM Plex Sans Arabic"/>
              <a:ea typeface="IBM Plex Sans Arabic"/>
              <a:cs typeface="IBM Plex Sans Arabic"/>
              <a:sym typeface="IBM Plex Sans Arabic"/>
            </a:endParaRPr>
          </a:p>
        </p:txBody>
      </p:sp>
      <p:sp>
        <p:nvSpPr>
          <p:cNvPr id="1086" name="Google Shape;1086;p87"/>
          <p:cNvSpPr/>
          <p:nvPr/>
        </p:nvSpPr>
        <p:spPr>
          <a:xfrm>
            <a:off x="3672359" y="2326803"/>
            <a:ext cx="289800" cy="289800"/>
          </a:xfrm>
          <a:prstGeom prst="roundRect">
            <a:avLst>
              <a:gd fmla="val 18808" name="adj"/>
            </a:avLst>
          </a:prstGeom>
          <a:solidFill>
            <a:srgbClr val="DA2B89"/>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ar" sz="1300" u="none" cap="none" strike="noStrike">
                <a:solidFill>
                  <a:schemeClr val="dk1"/>
                </a:solidFill>
                <a:latin typeface="IBM Plex Sans Arabic"/>
                <a:ea typeface="IBM Plex Sans Arabic"/>
                <a:cs typeface="IBM Plex Sans Arabic"/>
                <a:sym typeface="IBM Plex Sans Arabic"/>
              </a:rPr>
              <a:t>06</a:t>
            </a:r>
            <a:endParaRPr b="1" i="0" sz="1300" u="none" cap="none" strike="noStrike">
              <a:solidFill>
                <a:schemeClr val="dk1"/>
              </a:solidFill>
              <a:latin typeface="IBM Plex Sans Arabic"/>
              <a:ea typeface="IBM Plex Sans Arabic"/>
              <a:cs typeface="IBM Plex Sans Arabic"/>
              <a:sym typeface="IBM Plex Sans Arabic"/>
            </a:endParaRPr>
          </a:p>
        </p:txBody>
      </p:sp>
      <p:sp>
        <p:nvSpPr>
          <p:cNvPr id="1087" name="Google Shape;1087;p87"/>
          <p:cNvSpPr txBox="1"/>
          <p:nvPr/>
        </p:nvSpPr>
        <p:spPr>
          <a:xfrm>
            <a:off x="2098650" y="2844552"/>
            <a:ext cx="1573800" cy="289800"/>
          </a:xfrm>
          <a:prstGeom prst="rect">
            <a:avLst/>
          </a:prstGeom>
          <a:noFill/>
          <a:ln>
            <a:noFill/>
          </a:ln>
        </p:spPr>
        <p:txBody>
          <a:bodyPr anchorCtr="0" anchor="b" bIns="91425" lIns="91425" spcFirstLastPara="1" rIns="91425" wrap="square" tIns="91425">
            <a:noAutofit/>
          </a:bodyPr>
          <a:lstStyle/>
          <a:p>
            <a:pPr indent="0" lvl="0" marL="0" rtl="1" algn="r">
              <a:spcBef>
                <a:spcPts val="0"/>
              </a:spcBef>
              <a:spcAft>
                <a:spcPts val="0"/>
              </a:spcAft>
              <a:buNone/>
            </a:pPr>
            <a:r>
              <a:rPr lang="ar" sz="1220">
                <a:solidFill>
                  <a:schemeClr val="dk1"/>
                </a:solidFill>
                <a:latin typeface="IBM Plex Sans Arabic"/>
                <a:ea typeface="IBM Plex Sans Arabic"/>
                <a:cs typeface="IBM Plex Sans Arabic"/>
                <a:sym typeface="IBM Plex Sans Arabic"/>
              </a:rPr>
              <a:t>ملخص</a:t>
            </a:r>
            <a:endParaRPr sz="1220">
              <a:solidFill>
                <a:schemeClr val="dk1"/>
              </a:solidFill>
              <a:latin typeface="IBM Plex Sans Arabic"/>
              <a:ea typeface="IBM Plex Sans Arabic"/>
              <a:cs typeface="IBM Plex Sans Arabic"/>
              <a:sym typeface="IBM Plex Sans Arabic"/>
            </a:endParaRPr>
          </a:p>
        </p:txBody>
      </p:sp>
      <p:sp>
        <p:nvSpPr>
          <p:cNvPr id="1088" name="Google Shape;1088;p87"/>
          <p:cNvSpPr/>
          <p:nvPr/>
        </p:nvSpPr>
        <p:spPr>
          <a:xfrm>
            <a:off x="3672359" y="2844552"/>
            <a:ext cx="289800" cy="289800"/>
          </a:xfrm>
          <a:prstGeom prst="roundRect">
            <a:avLst>
              <a:gd fmla="val 18808" name="adj"/>
            </a:avLst>
          </a:prstGeom>
          <a:solidFill>
            <a:srgbClr val="DA2B89"/>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ar" sz="1300" u="none" cap="none" strike="noStrike">
                <a:solidFill>
                  <a:schemeClr val="dk1"/>
                </a:solidFill>
                <a:latin typeface="IBM Plex Sans Arabic"/>
                <a:ea typeface="IBM Plex Sans Arabic"/>
                <a:cs typeface="IBM Plex Sans Arabic"/>
                <a:sym typeface="IBM Plex Sans Arabic"/>
              </a:rPr>
              <a:t>07</a:t>
            </a:r>
            <a:endParaRPr b="1" i="0" sz="1300" u="none" cap="none" strike="noStrike">
              <a:solidFill>
                <a:schemeClr val="dk1"/>
              </a:solidFill>
              <a:latin typeface="IBM Plex Sans Arabic"/>
              <a:ea typeface="IBM Plex Sans Arabic"/>
              <a:cs typeface="IBM Plex Sans Arabic"/>
              <a:sym typeface="IBM Plex Sans Arabic"/>
            </a:endParaRPr>
          </a:p>
        </p:txBody>
      </p:sp>
      <p:sp>
        <p:nvSpPr>
          <p:cNvPr id="1089" name="Google Shape;1089;p87"/>
          <p:cNvSpPr txBox="1"/>
          <p:nvPr/>
        </p:nvSpPr>
        <p:spPr>
          <a:xfrm>
            <a:off x="805342" y="3291825"/>
            <a:ext cx="2867100" cy="289800"/>
          </a:xfrm>
          <a:prstGeom prst="rect">
            <a:avLst/>
          </a:prstGeom>
          <a:noFill/>
          <a:ln>
            <a:noFill/>
          </a:ln>
        </p:spPr>
        <p:txBody>
          <a:bodyPr anchorCtr="0" anchor="b" bIns="91425" lIns="91425" spcFirstLastPara="1" rIns="91425" wrap="square" tIns="91425">
            <a:noAutofit/>
          </a:bodyPr>
          <a:lstStyle/>
          <a:p>
            <a:pPr indent="0" lvl="0" marL="0" rtl="1" algn="r">
              <a:spcBef>
                <a:spcPts val="0"/>
              </a:spcBef>
              <a:spcAft>
                <a:spcPts val="0"/>
              </a:spcAft>
              <a:buNone/>
            </a:pPr>
            <a:r>
              <a:rPr lang="ar" sz="1220">
                <a:solidFill>
                  <a:schemeClr val="dk1"/>
                </a:solidFill>
                <a:latin typeface="IBM Plex Sans Arabic"/>
                <a:ea typeface="IBM Plex Sans Arabic"/>
                <a:cs typeface="IBM Plex Sans Arabic"/>
                <a:sym typeface="IBM Plex Sans Arabic"/>
              </a:rPr>
              <a:t>ماذا بعد؟</a:t>
            </a:r>
            <a:endParaRPr sz="1220">
              <a:solidFill>
                <a:schemeClr val="dk1"/>
              </a:solidFill>
              <a:latin typeface="IBM Plex Sans Arabic"/>
              <a:ea typeface="IBM Plex Sans Arabic"/>
              <a:cs typeface="IBM Plex Sans Arabic"/>
              <a:sym typeface="IBM Plex Sans Arabic"/>
            </a:endParaRPr>
          </a:p>
        </p:txBody>
      </p:sp>
      <p:sp>
        <p:nvSpPr>
          <p:cNvPr id="1090" name="Google Shape;1090;p87"/>
          <p:cNvSpPr/>
          <p:nvPr/>
        </p:nvSpPr>
        <p:spPr>
          <a:xfrm>
            <a:off x="3672359" y="3291825"/>
            <a:ext cx="289800" cy="289800"/>
          </a:xfrm>
          <a:prstGeom prst="roundRect">
            <a:avLst>
              <a:gd fmla="val 18808" name="adj"/>
            </a:avLst>
          </a:prstGeom>
          <a:solidFill>
            <a:srgbClr val="DA2B89"/>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lang="ar" sz="1300">
                <a:solidFill>
                  <a:schemeClr val="dk1"/>
                </a:solidFill>
                <a:latin typeface="IBM Plex Sans Arabic"/>
                <a:ea typeface="IBM Plex Sans Arabic"/>
                <a:cs typeface="IBM Plex Sans Arabic"/>
                <a:sym typeface="IBM Plex Sans Arabic"/>
              </a:rPr>
              <a:t>08</a:t>
            </a:r>
            <a:endParaRPr b="1" i="0" sz="1300" u="none" cap="none" strike="noStrike">
              <a:solidFill>
                <a:schemeClr val="dk1"/>
              </a:solidFill>
              <a:latin typeface="IBM Plex Sans Arabic"/>
              <a:ea typeface="IBM Plex Sans Arabic"/>
              <a:cs typeface="IBM Plex Sans Arabic"/>
              <a:sym typeface="IBM Plex Sans Arabic"/>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4" name="Shape 1094"/>
        <p:cNvGrpSpPr/>
        <p:nvPr/>
      </p:nvGrpSpPr>
      <p:grpSpPr>
        <a:xfrm>
          <a:off x="0" y="0"/>
          <a:ext cx="0" cy="0"/>
          <a:chOff x="0" y="0"/>
          <a:chExt cx="0" cy="0"/>
        </a:xfrm>
      </p:grpSpPr>
      <p:sp>
        <p:nvSpPr>
          <p:cNvPr id="1095" name="Google Shape;1095;p88"/>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p>
            <a:pPr indent="0" lvl="0" marL="0" rtl="1" algn="ctr">
              <a:spcBef>
                <a:spcPts val="0"/>
              </a:spcBef>
              <a:spcAft>
                <a:spcPts val="0"/>
              </a:spcAft>
              <a:buNone/>
            </a:pPr>
            <a:r>
              <a:rPr b="1" lang="ar">
                <a:solidFill>
                  <a:srgbClr val="DA2B89"/>
                </a:solidFill>
              </a:rPr>
              <a:t>أعضاء الفريق</a:t>
            </a:r>
            <a:endParaRPr/>
          </a:p>
        </p:txBody>
      </p:sp>
      <p:sp>
        <p:nvSpPr>
          <p:cNvPr id="1096" name="Google Shape;1096;p88"/>
          <p:cNvSpPr/>
          <p:nvPr/>
        </p:nvSpPr>
        <p:spPr>
          <a:xfrm>
            <a:off x="4926974" y="1778979"/>
            <a:ext cx="1044900" cy="1044900"/>
          </a:xfrm>
          <a:prstGeom prst="ellipse">
            <a:avLst/>
          </a:prstGeom>
          <a:gradFill>
            <a:gsLst>
              <a:gs pos="0">
                <a:srgbClr val="8134EC">
                  <a:alpha val="50196"/>
                  <a:alpha val="49380"/>
                </a:srgbClr>
              </a:gs>
              <a:gs pos="77000">
                <a:srgbClr val="FFFFFF">
                  <a:alpha val="0"/>
                  <a:alpha val="49380"/>
                </a:srgbClr>
              </a:gs>
              <a:gs pos="100000">
                <a:srgbClr val="FFFFFF">
                  <a:alpha val="0"/>
                  <a:alpha val="4938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88"/>
          <p:cNvSpPr txBox="1"/>
          <p:nvPr/>
        </p:nvSpPr>
        <p:spPr>
          <a:xfrm>
            <a:off x="4623725" y="2738125"/>
            <a:ext cx="1638600" cy="346200"/>
          </a:xfrm>
          <a:prstGeom prst="rect">
            <a:avLst/>
          </a:prstGeom>
          <a:noFill/>
          <a:ln>
            <a:noFill/>
          </a:ln>
        </p:spPr>
        <p:txBody>
          <a:bodyPr anchorCtr="0" anchor="t" bIns="91425" lIns="91425" spcFirstLastPara="1" rIns="91425" wrap="square" tIns="91425">
            <a:noAutofit/>
          </a:bodyPr>
          <a:lstStyle/>
          <a:p>
            <a:pPr indent="0" lvl="0" marL="0" rtl="1" algn="ctr">
              <a:lnSpc>
                <a:spcPct val="200000"/>
              </a:lnSpc>
              <a:spcBef>
                <a:spcPts val="0"/>
              </a:spcBef>
              <a:spcAft>
                <a:spcPts val="1600"/>
              </a:spcAft>
              <a:buNone/>
            </a:pPr>
            <a:r>
              <a:rPr lang="ar">
                <a:solidFill>
                  <a:srgbClr val="FFFFFF"/>
                </a:solidFill>
                <a:latin typeface="IBM Plex Sans Arabic"/>
                <a:ea typeface="IBM Plex Sans Arabic"/>
                <a:cs typeface="IBM Plex Sans Arabic"/>
                <a:sym typeface="IBM Plex Sans Arabic"/>
              </a:rPr>
              <a:t>عبدالله سكر</a:t>
            </a:r>
            <a:endParaRPr>
              <a:solidFill>
                <a:srgbClr val="FFFFFF"/>
              </a:solidFill>
              <a:latin typeface="IBM Plex Sans Arabic"/>
              <a:ea typeface="IBM Plex Sans Arabic"/>
              <a:cs typeface="IBM Plex Sans Arabic"/>
              <a:sym typeface="IBM Plex Sans Arabic"/>
            </a:endParaRPr>
          </a:p>
        </p:txBody>
      </p:sp>
      <p:sp>
        <p:nvSpPr>
          <p:cNvPr id="1098" name="Google Shape;1098;p88"/>
          <p:cNvSpPr txBox="1"/>
          <p:nvPr/>
        </p:nvSpPr>
        <p:spPr>
          <a:xfrm>
            <a:off x="2383900" y="2750825"/>
            <a:ext cx="1638600" cy="626400"/>
          </a:xfrm>
          <a:prstGeom prst="rect">
            <a:avLst/>
          </a:prstGeom>
          <a:noFill/>
          <a:ln>
            <a:noFill/>
          </a:ln>
        </p:spPr>
        <p:txBody>
          <a:bodyPr anchorCtr="0" anchor="t" bIns="91425" lIns="91425" spcFirstLastPara="1" rIns="91425" wrap="square" tIns="91425">
            <a:noAutofit/>
          </a:bodyPr>
          <a:lstStyle/>
          <a:p>
            <a:pPr indent="0" lvl="0" marL="0" rtl="1" algn="ctr">
              <a:lnSpc>
                <a:spcPct val="200000"/>
              </a:lnSpc>
              <a:spcBef>
                <a:spcPts val="0"/>
              </a:spcBef>
              <a:spcAft>
                <a:spcPts val="1600"/>
              </a:spcAft>
              <a:buNone/>
            </a:pPr>
            <a:r>
              <a:rPr lang="ar">
                <a:solidFill>
                  <a:srgbClr val="FFFFFF"/>
                </a:solidFill>
                <a:latin typeface="IBM Plex Sans Arabic"/>
                <a:ea typeface="IBM Plex Sans Arabic"/>
                <a:cs typeface="IBM Plex Sans Arabic"/>
                <a:sym typeface="IBM Plex Sans Arabic"/>
              </a:rPr>
              <a:t>مالك بابا</a:t>
            </a:r>
            <a:endParaRPr>
              <a:solidFill>
                <a:srgbClr val="FFFFFF"/>
              </a:solidFill>
              <a:latin typeface="IBM Plex Sans Arabic"/>
              <a:ea typeface="IBM Plex Sans Arabic"/>
              <a:cs typeface="IBM Plex Sans Arabic"/>
              <a:sym typeface="IBM Plex Sans Arabic"/>
            </a:endParaRPr>
          </a:p>
        </p:txBody>
      </p:sp>
      <p:sp>
        <p:nvSpPr>
          <p:cNvPr id="1099" name="Google Shape;1099;p88"/>
          <p:cNvSpPr/>
          <p:nvPr/>
        </p:nvSpPr>
        <p:spPr>
          <a:xfrm>
            <a:off x="2680756" y="1791679"/>
            <a:ext cx="1044900" cy="1044900"/>
          </a:xfrm>
          <a:prstGeom prst="ellipse">
            <a:avLst/>
          </a:prstGeom>
          <a:gradFill>
            <a:gsLst>
              <a:gs pos="0">
                <a:srgbClr val="8134EC">
                  <a:alpha val="50196"/>
                  <a:alpha val="49380"/>
                </a:srgbClr>
              </a:gs>
              <a:gs pos="77000">
                <a:srgbClr val="FFFFFF">
                  <a:alpha val="0"/>
                  <a:alpha val="49380"/>
                </a:srgbClr>
              </a:gs>
              <a:gs pos="100000">
                <a:srgbClr val="FFFFFF">
                  <a:alpha val="0"/>
                  <a:alpha val="4938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00" name="Google Shape;1100;p88"/>
          <p:cNvPicPr preferRelativeResize="0"/>
          <p:nvPr/>
        </p:nvPicPr>
        <p:blipFill>
          <a:blip r:embed="rId3">
            <a:alphaModFix/>
          </a:blip>
          <a:stretch>
            <a:fillRect/>
          </a:stretch>
        </p:blipFill>
        <p:spPr>
          <a:xfrm>
            <a:off x="4751863" y="1441551"/>
            <a:ext cx="1382325" cy="1382325"/>
          </a:xfrm>
          <a:prstGeom prst="rect">
            <a:avLst/>
          </a:prstGeom>
          <a:noFill/>
          <a:ln>
            <a:noFill/>
          </a:ln>
        </p:spPr>
      </p:pic>
      <p:pic>
        <p:nvPicPr>
          <p:cNvPr id="1101" name="Google Shape;1101;p88"/>
          <p:cNvPicPr preferRelativeResize="0"/>
          <p:nvPr/>
        </p:nvPicPr>
        <p:blipFill>
          <a:blip r:embed="rId4">
            <a:alphaModFix/>
          </a:blip>
          <a:stretch>
            <a:fillRect/>
          </a:stretch>
        </p:blipFill>
        <p:spPr>
          <a:xfrm>
            <a:off x="2778838" y="1541875"/>
            <a:ext cx="848725" cy="1158100"/>
          </a:xfrm>
          <a:prstGeom prst="rect">
            <a:avLst/>
          </a:prstGeom>
          <a:noFill/>
          <a:ln>
            <a:noFill/>
          </a:ln>
        </p:spPr>
      </p:pic>
      <p:sp>
        <p:nvSpPr>
          <p:cNvPr id="1102" name="Google Shape;1102;p88"/>
          <p:cNvSpPr txBox="1"/>
          <p:nvPr/>
        </p:nvSpPr>
        <p:spPr>
          <a:xfrm>
            <a:off x="4630125" y="3131925"/>
            <a:ext cx="1638600" cy="908700"/>
          </a:xfrm>
          <a:prstGeom prst="rect">
            <a:avLst/>
          </a:prstGeom>
          <a:noFill/>
          <a:ln>
            <a:noFill/>
          </a:ln>
        </p:spPr>
        <p:txBody>
          <a:bodyPr anchorCtr="0" anchor="t" bIns="91425" lIns="91425" spcFirstLastPara="1" rIns="91425" wrap="square" tIns="91425">
            <a:noAutofit/>
          </a:bodyPr>
          <a:lstStyle/>
          <a:p>
            <a:pPr indent="0" lvl="0" marL="0" rtl="0" algn="ctr">
              <a:lnSpc>
                <a:spcPct val="200000"/>
              </a:lnSpc>
              <a:spcBef>
                <a:spcPts val="0"/>
              </a:spcBef>
              <a:spcAft>
                <a:spcPts val="1600"/>
              </a:spcAft>
              <a:buNone/>
            </a:pPr>
            <a:r>
              <a:rPr lang="ar">
                <a:solidFill>
                  <a:srgbClr val="FFFFFF"/>
                </a:solidFill>
                <a:latin typeface="IBM Plex Sans Arabic"/>
                <a:ea typeface="IBM Plex Sans Arabic"/>
                <a:cs typeface="IBM Plex Sans Arabic"/>
                <a:sym typeface="IBM Plex Sans Arabic"/>
              </a:rPr>
              <a:t>Researcher &amp; PhD Candidate at ITU</a:t>
            </a:r>
            <a:endParaRPr>
              <a:solidFill>
                <a:srgbClr val="FFFFFF"/>
              </a:solidFill>
              <a:latin typeface="IBM Plex Sans Arabic"/>
              <a:ea typeface="IBM Plex Sans Arabic"/>
              <a:cs typeface="IBM Plex Sans Arabic"/>
              <a:sym typeface="IBM Plex Sans Arabic"/>
            </a:endParaRPr>
          </a:p>
        </p:txBody>
      </p:sp>
      <p:sp>
        <p:nvSpPr>
          <p:cNvPr id="1103" name="Google Shape;1103;p88"/>
          <p:cNvSpPr txBox="1"/>
          <p:nvPr/>
        </p:nvSpPr>
        <p:spPr>
          <a:xfrm>
            <a:off x="1834450" y="3131925"/>
            <a:ext cx="2737500" cy="908700"/>
          </a:xfrm>
          <a:prstGeom prst="rect">
            <a:avLst/>
          </a:prstGeom>
          <a:noFill/>
          <a:ln>
            <a:noFill/>
          </a:ln>
        </p:spPr>
        <p:txBody>
          <a:bodyPr anchorCtr="0" anchor="t" bIns="91425" lIns="91425" spcFirstLastPara="1" rIns="91425" wrap="square" tIns="91425">
            <a:noAutofit/>
          </a:bodyPr>
          <a:lstStyle/>
          <a:p>
            <a:pPr indent="0" lvl="0" marL="0" rtl="0" algn="ctr">
              <a:lnSpc>
                <a:spcPct val="200000"/>
              </a:lnSpc>
              <a:spcBef>
                <a:spcPts val="0"/>
              </a:spcBef>
              <a:spcAft>
                <a:spcPts val="1600"/>
              </a:spcAft>
              <a:buNone/>
            </a:pPr>
            <a:r>
              <a:rPr lang="ar">
                <a:solidFill>
                  <a:srgbClr val="FFFFFF"/>
                </a:solidFill>
                <a:latin typeface="IBM Plex Sans Arabic"/>
                <a:ea typeface="IBM Plex Sans Arabic"/>
                <a:cs typeface="IBM Plex Sans Arabic"/>
                <a:sym typeface="IBM Plex Sans Arabic"/>
              </a:rPr>
              <a:t>Software AI Eng &amp; Master’s Student at Stuttgart Uni</a:t>
            </a:r>
            <a:endParaRPr>
              <a:solidFill>
                <a:srgbClr val="FFFFFF"/>
              </a:solidFill>
              <a:latin typeface="IBM Plex Sans Arabic"/>
              <a:ea typeface="IBM Plex Sans Arabic"/>
              <a:cs typeface="IBM Plex Sans Arabic"/>
              <a:sym typeface="IBM Plex Sans Arabic"/>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p89"/>
          <p:cNvSpPr txBox="1"/>
          <p:nvPr>
            <p:ph type="title"/>
          </p:nvPr>
        </p:nvSpPr>
        <p:spPr>
          <a:xfrm>
            <a:off x="5361150" y="598675"/>
            <a:ext cx="2399700" cy="5727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None/>
            </a:pPr>
            <a:r>
              <a:rPr b="1" lang="ar">
                <a:solidFill>
                  <a:srgbClr val="DA2B89"/>
                </a:solidFill>
              </a:rPr>
              <a:t>المشكلة  وحلّها</a:t>
            </a:r>
            <a:endParaRPr sz="2500">
              <a:latin typeface="IBM Plex Sans Arabic"/>
              <a:ea typeface="IBM Plex Sans Arabic"/>
              <a:cs typeface="IBM Plex Sans Arabic"/>
              <a:sym typeface="IBM Plex Sans Arabic"/>
            </a:endParaRPr>
          </a:p>
        </p:txBody>
      </p:sp>
      <p:sp>
        <p:nvSpPr>
          <p:cNvPr id="1109" name="Google Shape;1109;p89"/>
          <p:cNvSpPr txBox="1"/>
          <p:nvPr/>
        </p:nvSpPr>
        <p:spPr>
          <a:xfrm>
            <a:off x="713100" y="1475838"/>
            <a:ext cx="4040400" cy="628500"/>
          </a:xfrm>
          <a:prstGeom prst="rect">
            <a:avLst/>
          </a:prstGeom>
          <a:noFill/>
          <a:ln>
            <a:noFill/>
          </a:ln>
        </p:spPr>
        <p:txBody>
          <a:bodyPr anchorCtr="0" anchor="ctr" bIns="91425" lIns="91425" spcFirstLastPara="1" rIns="91425" wrap="square" tIns="91425">
            <a:noAutofit/>
          </a:bodyPr>
          <a:lstStyle/>
          <a:p>
            <a:pPr indent="0" lvl="0" marL="0" rtl="1" algn="just">
              <a:spcBef>
                <a:spcPts val="0"/>
              </a:spcBef>
              <a:spcAft>
                <a:spcPts val="0"/>
              </a:spcAft>
              <a:buNone/>
            </a:pPr>
            <a:r>
              <a:rPr lang="ar" sz="1100">
                <a:solidFill>
                  <a:srgbClr val="FFFFFF"/>
                </a:solidFill>
                <a:latin typeface="IBM Plex Sans Arabic"/>
                <a:ea typeface="IBM Plex Sans Arabic"/>
                <a:cs typeface="IBM Plex Sans Arabic"/>
                <a:sym typeface="IBM Plex Sans Arabic"/>
              </a:rPr>
              <a:t>الشعرُ في الثقافة العربية والوجدان العربي يشكل جزءاً كبيراً من الهوية والتراث العربي، ولكن تواجه الأجيال العربية الحالية صعوبات في فهم بعض الكلمات والصور الشعرية القديمة.</a:t>
            </a:r>
            <a:endParaRPr sz="1100">
              <a:solidFill>
                <a:srgbClr val="FFFFFF"/>
              </a:solidFill>
              <a:latin typeface="IBM Plex Sans Arabic"/>
              <a:ea typeface="IBM Plex Sans Arabic"/>
              <a:cs typeface="IBM Plex Sans Arabic"/>
              <a:sym typeface="IBM Plex Sans Arabic"/>
            </a:endParaRPr>
          </a:p>
        </p:txBody>
      </p:sp>
      <p:sp>
        <p:nvSpPr>
          <p:cNvPr id="1110" name="Google Shape;1110;p89"/>
          <p:cNvSpPr txBox="1"/>
          <p:nvPr/>
        </p:nvSpPr>
        <p:spPr>
          <a:xfrm>
            <a:off x="713300" y="2248338"/>
            <a:ext cx="4040400" cy="628500"/>
          </a:xfrm>
          <a:prstGeom prst="rect">
            <a:avLst/>
          </a:prstGeom>
          <a:noFill/>
          <a:ln>
            <a:noFill/>
          </a:ln>
        </p:spPr>
        <p:txBody>
          <a:bodyPr anchorCtr="0" anchor="ctr" bIns="91425" lIns="91425" spcFirstLastPara="1" rIns="91425" wrap="square" tIns="91425">
            <a:noAutofit/>
          </a:bodyPr>
          <a:lstStyle/>
          <a:p>
            <a:pPr indent="0" lvl="0" marL="0" rtl="1" algn="just">
              <a:spcBef>
                <a:spcPts val="0"/>
              </a:spcBef>
              <a:spcAft>
                <a:spcPts val="0"/>
              </a:spcAft>
              <a:buNone/>
            </a:pPr>
            <a:r>
              <a:rPr lang="ar" sz="1100">
                <a:solidFill>
                  <a:srgbClr val="FFFFFF"/>
                </a:solidFill>
                <a:latin typeface="IBM Plex Sans Arabic"/>
                <a:ea typeface="IBM Plex Sans Arabic"/>
                <a:cs typeface="IBM Plex Sans Arabic"/>
                <a:sym typeface="IBM Plex Sans Arabic"/>
              </a:rPr>
              <a:t>مع التطور الكبير والمتسارع في مجال الذكاء الاصطناعي وعلى وجه التحديد الذكاء الاصطناعي التوليدي، أصبح من الضروري تطوير نماذج للذكاء الاصطناعي مصممة لتقدم أفضل أداء ممكن في خدمة اللغة والثقافة العربية.</a:t>
            </a:r>
            <a:endParaRPr sz="1100">
              <a:solidFill>
                <a:srgbClr val="FFFFFF"/>
              </a:solidFill>
              <a:latin typeface="IBM Plex Sans Arabic"/>
              <a:ea typeface="IBM Plex Sans Arabic"/>
              <a:cs typeface="IBM Plex Sans Arabic"/>
              <a:sym typeface="IBM Plex Sans Arabic"/>
            </a:endParaRPr>
          </a:p>
        </p:txBody>
      </p:sp>
      <p:sp>
        <p:nvSpPr>
          <p:cNvPr id="1111" name="Google Shape;1111;p89"/>
          <p:cNvSpPr txBox="1"/>
          <p:nvPr/>
        </p:nvSpPr>
        <p:spPr>
          <a:xfrm>
            <a:off x="713299" y="3039088"/>
            <a:ext cx="4040400" cy="628500"/>
          </a:xfrm>
          <a:prstGeom prst="rect">
            <a:avLst/>
          </a:prstGeom>
          <a:noFill/>
          <a:ln>
            <a:noFill/>
          </a:ln>
        </p:spPr>
        <p:txBody>
          <a:bodyPr anchorCtr="0" anchor="ctr" bIns="91425" lIns="91425" spcFirstLastPara="1" rIns="91425" wrap="square" tIns="91425">
            <a:noAutofit/>
          </a:bodyPr>
          <a:lstStyle/>
          <a:p>
            <a:pPr indent="0" lvl="0" marL="0" rtl="1" algn="just">
              <a:spcBef>
                <a:spcPts val="0"/>
              </a:spcBef>
              <a:spcAft>
                <a:spcPts val="0"/>
              </a:spcAft>
              <a:buNone/>
            </a:pPr>
            <a:r>
              <a:rPr lang="ar" sz="1100">
                <a:solidFill>
                  <a:srgbClr val="FFFFFF"/>
                </a:solidFill>
                <a:latin typeface="IBM Plex Sans Arabic"/>
                <a:ea typeface="IBM Plex Sans Arabic"/>
                <a:cs typeface="IBM Plex Sans Arabic"/>
                <a:sym typeface="IBM Plex Sans Arabic"/>
              </a:rPr>
              <a:t>يطمح رويّ للاستفادة من الإمكانيات التي يوفرها علّام، لتقديم شرح للشعر العربي بلغةٍ معاصرة بسيطة تساعد على تجاوز صعوبة الكلمات والتراكيب العربية القديمة.</a:t>
            </a:r>
            <a:endParaRPr sz="1100">
              <a:solidFill>
                <a:srgbClr val="FFFFFF"/>
              </a:solidFill>
              <a:latin typeface="IBM Plex Sans Arabic"/>
              <a:ea typeface="IBM Plex Sans Arabic"/>
              <a:cs typeface="IBM Plex Sans Arabic"/>
              <a:sym typeface="IBM Plex Sans Arabic"/>
            </a:endParaRPr>
          </a:p>
        </p:txBody>
      </p:sp>
      <p:sp>
        <p:nvSpPr>
          <p:cNvPr id="1112" name="Google Shape;1112;p89"/>
          <p:cNvSpPr txBox="1"/>
          <p:nvPr/>
        </p:nvSpPr>
        <p:spPr>
          <a:xfrm>
            <a:off x="4791225" y="1475851"/>
            <a:ext cx="2118900" cy="628500"/>
          </a:xfrm>
          <a:prstGeom prst="rect">
            <a:avLst/>
          </a:prstGeom>
          <a:noFill/>
          <a:ln>
            <a:noFill/>
          </a:ln>
        </p:spPr>
        <p:txBody>
          <a:bodyPr anchorCtr="0" anchor="ctr" bIns="91425" lIns="91425" spcFirstLastPara="1" rIns="91425" wrap="square" tIns="91425">
            <a:noAutofit/>
          </a:bodyPr>
          <a:lstStyle/>
          <a:p>
            <a:pPr indent="0" lvl="0" marL="0" rtl="1" algn="r">
              <a:spcBef>
                <a:spcPts val="0"/>
              </a:spcBef>
              <a:spcAft>
                <a:spcPts val="0"/>
              </a:spcAft>
              <a:buNone/>
            </a:pPr>
            <a:r>
              <a:rPr lang="ar" sz="1500">
                <a:solidFill>
                  <a:srgbClr val="FFFFFF"/>
                </a:solidFill>
                <a:latin typeface="IBM Plex Sans Arabic"/>
                <a:ea typeface="IBM Plex Sans Arabic"/>
                <a:cs typeface="IBM Plex Sans Arabic"/>
                <a:sym typeface="IBM Plex Sans Arabic"/>
              </a:rPr>
              <a:t>الشعر الكلاسيكي العربي</a:t>
            </a:r>
            <a:endParaRPr sz="1500">
              <a:solidFill>
                <a:srgbClr val="FFFFFF"/>
              </a:solidFill>
              <a:latin typeface="IBM Plex Sans Arabic"/>
              <a:ea typeface="IBM Plex Sans Arabic"/>
              <a:cs typeface="IBM Plex Sans Arabic"/>
              <a:sym typeface="IBM Plex Sans Arabic"/>
            </a:endParaRPr>
          </a:p>
        </p:txBody>
      </p:sp>
      <p:sp>
        <p:nvSpPr>
          <p:cNvPr id="1113" name="Google Shape;1113;p89"/>
          <p:cNvSpPr txBox="1"/>
          <p:nvPr/>
        </p:nvSpPr>
        <p:spPr>
          <a:xfrm>
            <a:off x="4791225" y="2248334"/>
            <a:ext cx="2118900" cy="628500"/>
          </a:xfrm>
          <a:prstGeom prst="rect">
            <a:avLst/>
          </a:prstGeom>
          <a:noFill/>
          <a:ln>
            <a:noFill/>
          </a:ln>
        </p:spPr>
        <p:txBody>
          <a:bodyPr anchorCtr="0" anchor="ctr" bIns="91425" lIns="91425" spcFirstLastPara="1" rIns="91425" wrap="square" tIns="91425">
            <a:noAutofit/>
          </a:bodyPr>
          <a:lstStyle/>
          <a:p>
            <a:pPr indent="0" lvl="0" marL="0" rtl="1" algn="r">
              <a:spcBef>
                <a:spcPts val="0"/>
              </a:spcBef>
              <a:spcAft>
                <a:spcPts val="0"/>
              </a:spcAft>
              <a:buNone/>
            </a:pPr>
            <a:r>
              <a:rPr lang="ar" sz="1500">
                <a:solidFill>
                  <a:srgbClr val="FFFFFF"/>
                </a:solidFill>
                <a:latin typeface="IBM Plex Sans Arabic"/>
                <a:ea typeface="IBM Plex Sans Arabic"/>
                <a:cs typeface="IBM Plex Sans Arabic"/>
                <a:sym typeface="IBM Plex Sans Arabic"/>
              </a:rPr>
              <a:t>علّام</a:t>
            </a:r>
            <a:endParaRPr sz="1500">
              <a:solidFill>
                <a:srgbClr val="FFFFFF"/>
              </a:solidFill>
              <a:latin typeface="IBM Plex Sans Arabic"/>
              <a:ea typeface="IBM Plex Sans Arabic"/>
              <a:cs typeface="IBM Plex Sans Arabic"/>
              <a:sym typeface="IBM Plex Sans Arabic"/>
            </a:endParaRPr>
          </a:p>
        </p:txBody>
      </p:sp>
      <p:sp>
        <p:nvSpPr>
          <p:cNvPr id="1114" name="Google Shape;1114;p89"/>
          <p:cNvSpPr txBox="1"/>
          <p:nvPr/>
        </p:nvSpPr>
        <p:spPr>
          <a:xfrm>
            <a:off x="4791225" y="3039102"/>
            <a:ext cx="2118900" cy="628500"/>
          </a:xfrm>
          <a:prstGeom prst="rect">
            <a:avLst/>
          </a:prstGeom>
          <a:noFill/>
          <a:ln>
            <a:noFill/>
          </a:ln>
        </p:spPr>
        <p:txBody>
          <a:bodyPr anchorCtr="0" anchor="ctr" bIns="91425" lIns="91425" spcFirstLastPara="1" rIns="91425" wrap="square" tIns="91425">
            <a:noAutofit/>
          </a:bodyPr>
          <a:lstStyle/>
          <a:p>
            <a:pPr indent="0" lvl="0" marL="0" rtl="1" algn="r">
              <a:spcBef>
                <a:spcPts val="0"/>
              </a:spcBef>
              <a:spcAft>
                <a:spcPts val="0"/>
              </a:spcAft>
              <a:buNone/>
            </a:pPr>
            <a:r>
              <a:rPr lang="ar" sz="1500">
                <a:solidFill>
                  <a:srgbClr val="FFFFFF"/>
                </a:solidFill>
                <a:latin typeface="IBM Plex Sans Arabic"/>
                <a:ea typeface="IBM Plex Sans Arabic"/>
                <a:cs typeface="IBM Plex Sans Arabic"/>
                <a:sym typeface="IBM Plex Sans Arabic"/>
              </a:rPr>
              <a:t>رويّ</a:t>
            </a:r>
            <a:endParaRPr sz="1500">
              <a:solidFill>
                <a:srgbClr val="FFFFFF"/>
              </a:solidFill>
              <a:latin typeface="IBM Plex Sans Arabic"/>
              <a:ea typeface="IBM Plex Sans Arabic"/>
              <a:cs typeface="IBM Plex Sans Arabic"/>
              <a:sym typeface="IBM Plex Sans Arabic"/>
            </a:endParaRPr>
          </a:p>
        </p:txBody>
      </p:sp>
      <p:sp>
        <p:nvSpPr>
          <p:cNvPr id="1115" name="Google Shape;1115;p89"/>
          <p:cNvSpPr/>
          <p:nvPr/>
        </p:nvSpPr>
        <p:spPr>
          <a:xfrm>
            <a:off x="7024775" y="1422005"/>
            <a:ext cx="736200" cy="736200"/>
          </a:xfrm>
          <a:prstGeom prst="ellipse">
            <a:avLst/>
          </a:prstGeom>
          <a:gradFill>
            <a:gsLst>
              <a:gs pos="0">
                <a:srgbClr val="8134EC">
                  <a:alpha val="50196"/>
                  <a:alpha val="49380"/>
                </a:srgbClr>
              </a:gs>
              <a:gs pos="77000">
                <a:srgbClr val="FFFFFF">
                  <a:alpha val="0"/>
                  <a:alpha val="49380"/>
                </a:srgbClr>
              </a:gs>
              <a:gs pos="100000">
                <a:srgbClr val="FFFFFF">
                  <a:alpha val="0"/>
                  <a:alpha val="4938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89"/>
          <p:cNvSpPr/>
          <p:nvPr/>
        </p:nvSpPr>
        <p:spPr>
          <a:xfrm>
            <a:off x="7024775" y="2194505"/>
            <a:ext cx="736200" cy="736200"/>
          </a:xfrm>
          <a:prstGeom prst="ellipse">
            <a:avLst/>
          </a:prstGeom>
          <a:gradFill>
            <a:gsLst>
              <a:gs pos="0">
                <a:srgbClr val="8134EC">
                  <a:alpha val="50196"/>
                  <a:alpha val="49380"/>
                </a:srgbClr>
              </a:gs>
              <a:gs pos="77000">
                <a:srgbClr val="FFFFFF">
                  <a:alpha val="0"/>
                  <a:alpha val="49380"/>
                </a:srgbClr>
              </a:gs>
              <a:gs pos="100000">
                <a:srgbClr val="FFFFFF">
                  <a:alpha val="0"/>
                  <a:alpha val="4938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89"/>
          <p:cNvSpPr/>
          <p:nvPr/>
        </p:nvSpPr>
        <p:spPr>
          <a:xfrm>
            <a:off x="7024775" y="2985289"/>
            <a:ext cx="736200" cy="736200"/>
          </a:xfrm>
          <a:prstGeom prst="ellipse">
            <a:avLst/>
          </a:prstGeom>
          <a:gradFill>
            <a:gsLst>
              <a:gs pos="0">
                <a:srgbClr val="8134EC">
                  <a:alpha val="50196"/>
                  <a:alpha val="49380"/>
                </a:srgbClr>
              </a:gs>
              <a:gs pos="77000">
                <a:srgbClr val="FFFFFF">
                  <a:alpha val="0"/>
                  <a:alpha val="49380"/>
                </a:srgbClr>
              </a:gs>
              <a:gs pos="100000">
                <a:srgbClr val="FFFFFF">
                  <a:alpha val="0"/>
                  <a:alpha val="4938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8" name="Google Shape;1118;p89"/>
          <p:cNvGrpSpPr/>
          <p:nvPr/>
        </p:nvGrpSpPr>
        <p:grpSpPr>
          <a:xfrm>
            <a:off x="7203311" y="1600117"/>
            <a:ext cx="379967" cy="379976"/>
            <a:chOff x="1116285" y="2741087"/>
            <a:chExt cx="487449" cy="487461"/>
          </a:xfrm>
        </p:grpSpPr>
        <p:sp>
          <p:nvSpPr>
            <p:cNvPr id="1119" name="Google Shape;1119;p89"/>
            <p:cNvSpPr/>
            <p:nvPr/>
          </p:nvSpPr>
          <p:spPr>
            <a:xfrm>
              <a:off x="1331103" y="2912306"/>
              <a:ext cx="56860" cy="57922"/>
            </a:xfrm>
            <a:custGeom>
              <a:rect b="b" l="l" r="r" t="t"/>
              <a:pathLst>
                <a:path extrusionOk="0" h="546" w="536">
                  <a:moveTo>
                    <a:pt x="268" y="1"/>
                  </a:moveTo>
                  <a:cubicBezTo>
                    <a:pt x="420" y="1"/>
                    <a:pt x="536" y="126"/>
                    <a:pt x="536" y="268"/>
                  </a:cubicBezTo>
                  <a:cubicBezTo>
                    <a:pt x="536" y="420"/>
                    <a:pt x="420" y="545"/>
                    <a:pt x="268" y="545"/>
                  </a:cubicBezTo>
                  <a:cubicBezTo>
                    <a:pt x="117" y="545"/>
                    <a:pt x="1" y="420"/>
                    <a:pt x="1" y="268"/>
                  </a:cubicBezTo>
                  <a:cubicBezTo>
                    <a:pt x="1" y="126"/>
                    <a:pt x="117" y="1"/>
                    <a:pt x="268" y="1"/>
                  </a:cubicBez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89"/>
            <p:cNvSpPr/>
            <p:nvPr/>
          </p:nvSpPr>
          <p:spPr>
            <a:xfrm>
              <a:off x="1315933" y="2996536"/>
              <a:ext cx="88155" cy="60681"/>
            </a:xfrm>
            <a:custGeom>
              <a:rect b="b" l="l" r="r" t="t"/>
              <a:pathLst>
                <a:path extrusionOk="0" h="572" w="831">
                  <a:moveTo>
                    <a:pt x="1" y="438"/>
                  </a:moveTo>
                  <a:lnTo>
                    <a:pt x="1" y="572"/>
                  </a:lnTo>
                  <a:lnTo>
                    <a:pt x="831" y="572"/>
                  </a:lnTo>
                  <a:lnTo>
                    <a:pt x="831" y="429"/>
                  </a:lnTo>
                  <a:cubicBezTo>
                    <a:pt x="831" y="197"/>
                    <a:pt x="625" y="1"/>
                    <a:pt x="393" y="19"/>
                  </a:cubicBezTo>
                  <a:cubicBezTo>
                    <a:pt x="170" y="28"/>
                    <a:pt x="1" y="215"/>
                    <a:pt x="1" y="438"/>
                  </a:cubicBez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89"/>
            <p:cNvSpPr/>
            <p:nvPr/>
          </p:nvSpPr>
          <p:spPr>
            <a:xfrm>
              <a:off x="1230749" y="2855551"/>
              <a:ext cx="258523" cy="258529"/>
            </a:xfrm>
            <a:custGeom>
              <a:rect b="b" l="l" r="r" t="t"/>
              <a:pathLst>
                <a:path extrusionOk="0" h="2437" w="2437">
                  <a:moveTo>
                    <a:pt x="1901" y="2168"/>
                  </a:moveTo>
                  <a:lnTo>
                    <a:pt x="536" y="2168"/>
                  </a:lnTo>
                  <a:lnTo>
                    <a:pt x="536" y="1758"/>
                  </a:lnTo>
                  <a:cubicBezTo>
                    <a:pt x="536" y="1517"/>
                    <a:pt x="661" y="1312"/>
                    <a:pt x="840" y="1187"/>
                  </a:cubicBezTo>
                  <a:cubicBezTo>
                    <a:pt x="733" y="1089"/>
                    <a:pt x="670" y="937"/>
                    <a:pt x="679" y="777"/>
                  </a:cubicBezTo>
                  <a:cubicBezTo>
                    <a:pt x="697" y="500"/>
                    <a:pt x="920" y="286"/>
                    <a:pt x="1187" y="268"/>
                  </a:cubicBezTo>
                  <a:cubicBezTo>
                    <a:pt x="1500" y="250"/>
                    <a:pt x="1758" y="500"/>
                    <a:pt x="1758" y="803"/>
                  </a:cubicBezTo>
                  <a:cubicBezTo>
                    <a:pt x="1758" y="955"/>
                    <a:pt x="1696" y="1089"/>
                    <a:pt x="1598" y="1187"/>
                  </a:cubicBezTo>
                  <a:cubicBezTo>
                    <a:pt x="1776" y="1312"/>
                    <a:pt x="1901" y="1517"/>
                    <a:pt x="1901" y="1758"/>
                  </a:cubicBezTo>
                  <a:close/>
                  <a:moveTo>
                    <a:pt x="2436" y="1"/>
                  </a:moveTo>
                  <a:lnTo>
                    <a:pt x="1" y="1"/>
                  </a:lnTo>
                  <a:lnTo>
                    <a:pt x="1" y="2436"/>
                  </a:lnTo>
                  <a:lnTo>
                    <a:pt x="2436" y="2436"/>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89"/>
            <p:cNvSpPr/>
            <p:nvPr/>
          </p:nvSpPr>
          <p:spPr>
            <a:xfrm>
              <a:off x="1116285" y="2741087"/>
              <a:ext cx="487449" cy="487461"/>
            </a:xfrm>
            <a:custGeom>
              <a:rect b="b" l="l" r="r" t="t"/>
              <a:pathLst>
                <a:path extrusionOk="0" h="4595" w="4595">
                  <a:moveTo>
                    <a:pt x="3783" y="3792"/>
                  </a:moveTo>
                  <a:lnTo>
                    <a:pt x="803" y="3792"/>
                  </a:lnTo>
                  <a:lnTo>
                    <a:pt x="803" y="812"/>
                  </a:lnTo>
                  <a:lnTo>
                    <a:pt x="3783" y="812"/>
                  </a:lnTo>
                  <a:close/>
                  <a:moveTo>
                    <a:pt x="4595" y="812"/>
                  </a:moveTo>
                  <a:lnTo>
                    <a:pt x="4595" y="544"/>
                  </a:lnTo>
                  <a:lnTo>
                    <a:pt x="4327" y="544"/>
                  </a:lnTo>
                  <a:lnTo>
                    <a:pt x="4327" y="268"/>
                  </a:lnTo>
                  <a:lnTo>
                    <a:pt x="4051" y="268"/>
                  </a:lnTo>
                  <a:lnTo>
                    <a:pt x="4051" y="0"/>
                  </a:lnTo>
                  <a:lnTo>
                    <a:pt x="3783" y="0"/>
                  </a:lnTo>
                  <a:lnTo>
                    <a:pt x="3783" y="268"/>
                  </a:lnTo>
                  <a:lnTo>
                    <a:pt x="3507" y="268"/>
                  </a:lnTo>
                  <a:lnTo>
                    <a:pt x="3507" y="0"/>
                  </a:lnTo>
                  <a:lnTo>
                    <a:pt x="3239" y="0"/>
                  </a:lnTo>
                  <a:lnTo>
                    <a:pt x="3239" y="268"/>
                  </a:lnTo>
                  <a:lnTo>
                    <a:pt x="2971" y="268"/>
                  </a:lnTo>
                  <a:lnTo>
                    <a:pt x="2971" y="0"/>
                  </a:lnTo>
                  <a:lnTo>
                    <a:pt x="2704" y="0"/>
                  </a:lnTo>
                  <a:lnTo>
                    <a:pt x="2704" y="268"/>
                  </a:lnTo>
                  <a:lnTo>
                    <a:pt x="2427" y="268"/>
                  </a:lnTo>
                  <a:lnTo>
                    <a:pt x="2427" y="0"/>
                  </a:lnTo>
                  <a:lnTo>
                    <a:pt x="2159" y="0"/>
                  </a:lnTo>
                  <a:lnTo>
                    <a:pt x="2159" y="268"/>
                  </a:lnTo>
                  <a:lnTo>
                    <a:pt x="1883" y="268"/>
                  </a:lnTo>
                  <a:lnTo>
                    <a:pt x="1883" y="0"/>
                  </a:lnTo>
                  <a:lnTo>
                    <a:pt x="1615" y="0"/>
                  </a:lnTo>
                  <a:lnTo>
                    <a:pt x="1615" y="268"/>
                  </a:lnTo>
                  <a:lnTo>
                    <a:pt x="1348" y="268"/>
                  </a:lnTo>
                  <a:lnTo>
                    <a:pt x="1348" y="0"/>
                  </a:lnTo>
                  <a:lnTo>
                    <a:pt x="1080" y="0"/>
                  </a:lnTo>
                  <a:lnTo>
                    <a:pt x="1080" y="268"/>
                  </a:lnTo>
                  <a:lnTo>
                    <a:pt x="803" y="268"/>
                  </a:lnTo>
                  <a:lnTo>
                    <a:pt x="803" y="0"/>
                  </a:lnTo>
                  <a:lnTo>
                    <a:pt x="536" y="0"/>
                  </a:lnTo>
                  <a:lnTo>
                    <a:pt x="536" y="268"/>
                  </a:lnTo>
                  <a:lnTo>
                    <a:pt x="268" y="268"/>
                  </a:lnTo>
                  <a:lnTo>
                    <a:pt x="268" y="544"/>
                  </a:lnTo>
                  <a:lnTo>
                    <a:pt x="1" y="544"/>
                  </a:lnTo>
                  <a:lnTo>
                    <a:pt x="1" y="812"/>
                  </a:lnTo>
                  <a:lnTo>
                    <a:pt x="268" y="812"/>
                  </a:lnTo>
                  <a:lnTo>
                    <a:pt x="268" y="1080"/>
                  </a:lnTo>
                  <a:lnTo>
                    <a:pt x="1" y="1080"/>
                  </a:lnTo>
                  <a:lnTo>
                    <a:pt x="1" y="1356"/>
                  </a:lnTo>
                  <a:lnTo>
                    <a:pt x="268" y="1356"/>
                  </a:lnTo>
                  <a:lnTo>
                    <a:pt x="268" y="1624"/>
                  </a:lnTo>
                  <a:lnTo>
                    <a:pt x="1" y="1624"/>
                  </a:lnTo>
                  <a:lnTo>
                    <a:pt x="1" y="1891"/>
                  </a:lnTo>
                  <a:lnTo>
                    <a:pt x="268" y="1891"/>
                  </a:lnTo>
                  <a:lnTo>
                    <a:pt x="268" y="2168"/>
                  </a:lnTo>
                  <a:lnTo>
                    <a:pt x="1" y="2168"/>
                  </a:lnTo>
                  <a:lnTo>
                    <a:pt x="1" y="2436"/>
                  </a:lnTo>
                  <a:lnTo>
                    <a:pt x="268" y="2436"/>
                  </a:lnTo>
                  <a:lnTo>
                    <a:pt x="268" y="2703"/>
                  </a:lnTo>
                  <a:lnTo>
                    <a:pt x="1" y="2703"/>
                  </a:lnTo>
                  <a:lnTo>
                    <a:pt x="1" y="2980"/>
                  </a:lnTo>
                  <a:lnTo>
                    <a:pt x="268" y="2980"/>
                  </a:lnTo>
                  <a:lnTo>
                    <a:pt x="268" y="3247"/>
                  </a:lnTo>
                  <a:lnTo>
                    <a:pt x="1" y="3247"/>
                  </a:lnTo>
                  <a:lnTo>
                    <a:pt x="1" y="3515"/>
                  </a:lnTo>
                  <a:lnTo>
                    <a:pt x="268" y="3515"/>
                  </a:lnTo>
                  <a:lnTo>
                    <a:pt x="268" y="3792"/>
                  </a:lnTo>
                  <a:lnTo>
                    <a:pt x="1" y="3792"/>
                  </a:lnTo>
                  <a:lnTo>
                    <a:pt x="1" y="4059"/>
                  </a:lnTo>
                  <a:lnTo>
                    <a:pt x="268" y="4059"/>
                  </a:lnTo>
                  <a:lnTo>
                    <a:pt x="268" y="4327"/>
                  </a:lnTo>
                  <a:lnTo>
                    <a:pt x="536" y="4327"/>
                  </a:lnTo>
                  <a:lnTo>
                    <a:pt x="536" y="4594"/>
                  </a:lnTo>
                  <a:lnTo>
                    <a:pt x="803" y="4594"/>
                  </a:lnTo>
                  <a:lnTo>
                    <a:pt x="803" y="4327"/>
                  </a:lnTo>
                  <a:lnTo>
                    <a:pt x="1080" y="4327"/>
                  </a:lnTo>
                  <a:lnTo>
                    <a:pt x="1080" y="4594"/>
                  </a:lnTo>
                  <a:lnTo>
                    <a:pt x="1348" y="4594"/>
                  </a:lnTo>
                  <a:lnTo>
                    <a:pt x="1348" y="4327"/>
                  </a:lnTo>
                  <a:lnTo>
                    <a:pt x="1615" y="4327"/>
                  </a:lnTo>
                  <a:lnTo>
                    <a:pt x="1615" y="4594"/>
                  </a:lnTo>
                  <a:lnTo>
                    <a:pt x="1883" y="4594"/>
                  </a:lnTo>
                  <a:lnTo>
                    <a:pt x="1883" y="4327"/>
                  </a:lnTo>
                  <a:lnTo>
                    <a:pt x="2159" y="4327"/>
                  </a:lnTo>
                  <a:lnTo>
                    <a:pt x="2159" y="4594"/>
                  </a:lnTo>
                  <a:lnTo>
                    <a:pt x="2427" y="4594"/>
                  </a:lnTo>
                  <a:lnTo>
                    <a:pt x="2427" y="4327"/>
                  </a:lnTo>
                  <a:lnTo>
                    <a:pt x="2704" y="4327"/>
                  </a:lnTo>
                  <a:lnTo>
                    <a:pt x="2704" y="4594"/>
                  </a:lnTo>
                  <a:lnTo>
                    <a:pt x="2971" y="4594"/>
                  </a:lnTo>
                  <a:lnTo>
                    <a:pt x="2971" y="4327"/>
                  </a:lnTo>
                  <a:lnTo>
                    <a:pt x="3239" y="4327"/>
                  </a:lnTo>
                  <a:lnTo>
                    <a:pt x="3239" y="4594"/>
                  </a:lnTo>
                  <a:lnTo>
                    <a:pt x="3507" y="4594"/>
                  </a:lnTo>
                  <a:lnTo>
                    <a:pt x="3507" y="4327"/>
                  </a:lnTo>
                  <a:lnTo>
                    <a:pt x="3783" y="4327"/>
                  </a:lnTo>
                  <a:lnTo>
                    <a:pt x="3783" y="4594"/>
                  </a:lnTo>
                  <a:lnTo>
                    <a:pt x="4051" y="4594"/>
                  </a:lnTo>
                  <a:lnTo>
                    <a:pt x="4051" y="4327"/>
                  </a:lnTo>
                  <a:lnTo>
                    <a:pt x="4327" y="4327"/>
                  </a:lnTo>
                  <a:lnTo>
                    <a:pt x="4327" y="4059"/>
                  </a:lnTo>
                  <a:lnTo>
                    <a:pt x="4595" y="4059"/>
                  </a:lnTo>
                  <a:lnTo>
                    <a:pt x="4595" y="3792"/>
                  </a:lnTo>
                  <a:lnTo>
                    <a:pt x="4327" y="3792"/>
                  </a:lnTo>
                  <a:lnTo>
                    <a:pt x="4327" y="3515"/>
                  </a:lnTo>
                  <a:lnTo>
                    <a:pt x="4595" y="3515"/>
                  </a:lnTo>
                  <a:lnTo>
                    <a:pt x="4595" y="3247"/>
                  </a:lnTo>
                  <a:lnTo>
                    <a:pt x="4327" y="3247"/>
                  </a:lnTo>
                  <a:lnTo>
                    <a:pt x="4327" y="2980"/>
                  </a:lnTo>
                  <a:lnTo>
                    <a:pt x="4595" y="2980"/>
                  </a:lnTo>
                  <a:lnTo>
                    <a:pt x="4595" y="2703"/>
                  </a:lnTo>
                  <a:lnTo>
                    <a:pt x="4327" y="2703"/>
                  </a:lnTo>
                  <a:lnTo>
                    <a:pt x="4327" y="2436"/>
                  </a:lnTo>
                  <a:lnTo>
                    <a:pt x="4595" y="2436"/>
                  </a:lnTo>
                  <a:lnTo>
                    <a:pt x="4595" y="2168"/>
                  </a:lnTo>
                  <a:lnTo>
                    <a:pt x="4327" y="2168"/>
                  </a:lnTo>
                  <a:lnTo>
                    <a:pt x="4327" y="1891"/>
                  </a:lnTo>
                  <a:lnTo>
                    <a:pt x="4595" y="1891"/>
                  </a:lnTo>
                  <a:lnTo>
                    <a:pt x="4595" y="1624"/>
                  </a:lnTo>
                  <a:lnTo>
                    <a:pt x="4327" y="1624"/>
                  </a:lnTo>
                  <a:lnTo>
                    <a:pt x="4327" y="1356"/>
                  </a:lnTo>
                  <a:lnTo>
                    <a:pt x="4595" y="1356"/>
                  </a:lnTo>
                  <a:lnTo>
                    <a:pt x="4595" y="1080"/>
                  </a:lnTo>
                  <a:lnTo>
                    <a:pt x="4327" y="1080"/>
                  </a:lnTo>
                  <a:lnTo>
                    <a:pt x="4327" y="812"/>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3" name="Google Shape;1123;p89"/>
          <p:cNvGrpSpPr/>
          <p:nvPr/>
        </p:nvGrpSpPr>
        <p:grpSpPr>
          <a:xfrm>
            <a:off x="7204800" y="2372621"/>
            <a:ext cx="377072" cy="379976"/>
            <a:chOff x="1118194" y="3337276"/>
            <a:chExt cx="483736" cy="487461"/>
          </a:xfrm>
        </p:grpSpPr>
        <p:sp>
          <p:nvSpPr>
            <p:cNvPr id="1124" name="Google Shape;1124;p89"/>
            <p:cNvSpPr/>
            <p:nvPr/>
          </p:nvSpPr>
          <p:spPr>
            <a:xfrm>
              <a:off x="1245918" y="3466909"/>
              <a:ext cx="228183" cy="229144"/>
            </a:xfrm>
            <a:custGeom>
              <a:rect b="b" l="l" r="r" t="t"/>
              <a:pathLst>
                <a:path extrusionOk="0" h="2160" w="2151">
                  <a:moveTo>
                    <a:pt x="1749" y="1615"/>
                  </a:moveTo>
                  <a:lnTo>
                    <a:pt x="1482" y="1615"/>
                  </a:lnTo>
                  <a:lnTo>
                    <a:pt x="1482" y="536"/>
                  </a:lnTo>
                  <a:lnTo>
                    <a:pt x="1749" y="536"/>
                  </a:lnTo>
                  <a:close/>
                  <a:moveTo>
                    <a:pt x="1214" y="1615"/>
                  </a:moveTo>
                  <a:lnTo>
                    <a:pt x="937" y="1615"/>
                  </a:lnTo>
                  <a:lnTo>
                    <a:pt x="937" y="1348"/>
                  </a:lnTo>
                  <a:lnTo>
                    <a:pt x="670" y="1348"/>
                  </a:lnTo>
                  <a:lnTo>
                    <a:pt x="670" y="1615"/>
                  </a:lnTo>
                  <a:lnTo>
                    <a:pt x="402" y="1615"/>
                  </a:lnTo>
                  <a:lnTo>
                    <a:pt x="402" y="536"/>
                  </a:lnTo>
                  <a:lnTo>
                    <a:pt x="1214" y="536"/>
                  </a:lnTo>
                  <a:close/>
                  <a:moveTo>
                    <a:pt x="1071" y="1"/>
                  </a:moveTo>
                  <a:cubicBezTo>
                    <a:pt x="482" y="1"/>
                    <a:pt x="1" y="491"/>
                    <a:pt x="1" y="1080"/>
                  </a:cubicBezTo>
                  <a:cubicBezTo>
                    <a:pt x="1" y="1678"/>
                    <a:pt x="482" y="2159"/>
                    <a:pt x="1071" y="2159"/>
                  </a:cubicBezTo>
                  <a:cubicBezTo>
                    <a:pt x="1669" y="2159"/>
                    <a:pt x="2151" y="1678"/>
                    <a:pt x="2151" y="1080"/>
                  </a:cubicBezTo>
                  <a:cubicBezTo>
                    <a:pt x="2151" y="491"/>
                    <a:pt x="1669" y="1"/>
                    <a:pt x="1071" y="1"/>
                  </a:cubicBez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89"/>
            <p:cNvSpPr/>
            <p:nvPr/>
          </p:nvSpPr>
          <p:spPr>
            <a:xfrm>
              <a:off x="1316888" y="3553049"/>
              <a:ext cx="28536" cy="28431"/>
            </a:xfrm>
            <a:custGeom>
              <a:rect b="b" l="l" r="r" t="t"/>
              <a:pathLst>
                <a:path extrusionOk="0" h="268" w="269">
                  <a:moveTo>
                    <a:pt x="1" y="0"/>
                  </a:moveTo>
                  <a:lnTo>
                    <a:pt x="268" y="0"/>
                  </a:lnTo>
                  <a:lnTo>
                    <a:pt x="268" y="268"/>
                  </a:lnTo>
                  <a:lnTo>
                    <a:pt x="1" y="268"/>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89"/>
            <p:cNvSpPr/>
            <p:nvPr/>
          </p:nvSpPr>
          <p:spPr>
            <a:xfrm>
              <a:off x="1118194" y="3337276"/>
              <a:ext cx="483736" cy="487461"/>
            </a:xfrm>
            <a:custGeom>
              <a:rect b="b" l="l" r="r" t="t"/>
              <a:pathLst>
                <a:path extrusionOk="0" h="4595" w="4560">
                  <a:moveTo>
                    <a:pt x="3622" y="2302"/>
                  </a:moveTo>
                  <a:cubicBezTo>
                    <a:pt x="3622" y="3042"/>
                    <a:pt x="3025" y="3649"/>
                    <a:pt x="2275" y="3649"/>
                  </a:cubicBezTo>
                  <a:cubicBezTo>
                    <a:pt x="1535" y="3649"/>
                    <a:pt x="937" y="3042"/>
                    <a:pt x="937" y="2302"/>
                  </a:cubicBezTo>
                  <a:cubicBezTo>
                    <a:pt x="937" y="1562"/>
                    <a:pt x="1535" y="955"/>
                    <a:pt x="2275" y="955"/>
                  </a:cubicBezTo>
                  <a:cubicBezTo>
                    <a:pt x="3025" y="955"/>
                    <a:pt x="3622" y="1562"/>
                    <a:pt x="3622" y="2302"/>
                  </a:cubicBezTo>
                  <a:close/>
                  <a:moveTo>
                    <a:pt x="4158" y="2302"/>
                  </a:moveTo>
                  <a:cubicBezTo>
                    <a:pt x="4158" y="2213"/>
                    <a:pt x="4158" y="2132"/>
                    <a:pt x="4149" y="2043"/>
                  </a:cubicBezTo>
                  <a:lnTo>
                    <a:pt x="4559" y="1651"/>
                  </a:lnTo>
                  <a:lnTo>
                    <a:pt x="3979" y="652"/>
                  </a:lnTo>
                  <a:lnTo>
                    <a:pt x="3435" y="812"/>
                  </a:lnTo>
                  <a:cubicBezTo>
                    <a:pt x="3292" y="705"/>
                    <a:pt x="3150" y="616"/>
                    <a:pt x="2989" y="553"/>
                  </a:cubicBezTo>
                  <a:lnTo>
                    <a:pt x="2855" y="0"/>
                  </a:lnTo>
                  <a:lnTo>
                    <a:pt x="1704" y="0"/>
                  </a:lnTo>
                  <a:lnTo>
                    <a:pt x="1562" y="553"/>
                  </a:lnTo>
                  <a:cubicBezTo>
                    <a:pt x="1410" y="616"/>
                    <a:pt x="1258" y="705"/>
                    <a:pt x="1124" y="812"/>
                  </a:cubicBezTo>
                  <a:lnTo>
                    <a:pt x="580" y="652"/>
                  </a:lnTo>
                  <a:lnTo>
                    <a:pt x="0" y="1651"/>
                  </a:lnTo>
                  <a:lnTo>
                    <a:pt x="411" y="2043"/>
                  </a:lnTo>
                  <a:cubicBezTo>
                    <a:pt x="402" y="2132"/>
                    <a:pt x="393" y="2213"/>
                    <a:pt x="393" y="2302"/>
                  </a:cubicBezTo>
                  <a:cubicBezTo>
                    <a:pt x="393" y="2382"/>
                    <a:pt x="402" y="2471"/>
                    <a:pt x="411" y="2552"/>
                  </a:cubicBezTo>
                  <a:lnTo>
                    <a:pt x="0" y="2944"/>
                  </a:lnTo>
                  <a:lnTo>
                    <a:pt x="580" y="3943"/>
                  </a:lnTo>
                  <a:lnTo>
                    <a:pt x="1124" y="3792"/>
                  </a:lnTo>
                  <a:cubicBezTo>
                    <a:pt x="1258" y="3890"/>
                    <a:pt x="1410" y="3979"/>
                    <a:pt x="1562" y="4042"/>
                  </a:cubicBezTo>
                  <a:lnTo>
                    <a:pt x="1704" y="4595"/>
                  </a:lnTo>
                  <a:lnTo>
                    <a:pt x="2855" y="4595"/>
                  </a:lnTo>
                  <a:lnTo>
                    <a:pt x="2989" y="4042"/>
                  </a:lnTo>
                  <a:cubicBezTo>
                    <a:pt x="3150" y="3979"/>
                    <a:pt x="3292" y="3890"/>
                    <a:pt x="3435" y="3792"/>
                  </a:cubicBezTo>
                  <a:lnTo>
                    <a:pt x="3979" y="3943"/>
                  </a:lnTo>
                  <a:lnTo>
                    <a:pt x="4559" y="2944"/>
                  </a:lnTo>
                  <a:lnTo>
                    <a:pt x="4149" y="2552"/>
                  </a:lnTo>
                  <a:cubicBezTo>
                    <a:pt x="4158" y="2471"/>
                    <a:pt x="4158" y="2382"/>
                    <a:pt x="4158" y="2302"/>
                  </a:cubicBez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7" name="Google Shape;1127;p89"/>
          <p:cNvGrpSpPr/>
          <p:nvPr/>
        </p:nvGrpSpPr>
        <p:grpSpPr>
          <a:xfrm>
            <a:off x="7201823" y="3162983"/>
            <a:ext cx="382199" cy="380717"/>
            <a:chOff x="1114375" y="3933464"/>
            <a:chExt cx="490313" cy="488412"/>
          </a:xfrm>
        </p:grpSpPr>
        <p:sp>
          <p:nvSpPr>
            <p:cNvPr id="1128" name="Google Shape;1128;p89"/>
            <p:cNvSpPr/>
            <p:nvPr/>
          </p:nvSpPr>
          <p:spPr>
            <a:xfrm>
              <a:off x="1316888" y="4019604"/>
              <a:ext cx="28536" cy="28537"/>
            </a:xfrm>
            <a:custGeom>
              <a:rect b="b" l="l" r="r" t="t"/>
              <a:pathLst>
                <a:path extrusionOk="0" h="269" w="269">
                  <a:moveTo>
                    <a:pt x="1" y="0"/>
                  </a:moveTo>
                  <a:lnTo>
                    <a:pt x="268" y="0"/>
                  </a:lnTo>
                  <a:lnTo>
                    <a:pt x="268" y="268"/>
                  </a:lnTo>
                  <a:lnTo>
                    <a:pt x="1" y="268"/>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89"/>
            <p:cNvSpPr/>
            <p:nvPr/>
          </p:nvSpPr>
          <p:spPr>
            <a:xfrm>
              <a:off x="1187254" y="3933464"/>
              <a:ext cx="344556" cy="202622"/>
            </a:xfrm>
            <a:custGeom>
              <a:rect b="b" l="l" r="r" t="t"/>
              <a:pathLst>
                <a:path extrusionOk="0" h="1910" w="3248">
                  <a:moveTo>
                    <a:pt x="2302" y="1615"/>
                  </a:moveTo>
                  <a:lnTo>
                    <a:pt x="2035" y="1615"/>
                  </a:lnTo>
                  <a:lnTo>
                    <a:pt x="2035" y="545"/>
                  </a:lnTo>
                  <a:lnTo>
                    <a:pt x="2302" y="545"/>
                  </a:lnTo>
                  <a:close/>
                  <a:moveTo>
                    <a:pt x="1758" y="1615"/>
                  </a:moveTo>
                  <a:lnTo>
                    <a:pt x="1490" y="1615"/>
                  </a:lnTo>
                  <a:lnTo>
                    <a:pt x="1490" y="1348"/>
                  </a:lnTo>
                  <a:lnTo>
                    <a:pt x="1223" y="1348"/>
                  </a:lnTo>
                  <a:lnTo>
                    <a:pt x="1223" y="1615"/>
                  </a:lnTo>
                  <a:lnTo>
                    <a:pt x="955" y="1615"/>
                  </a:lnTo>
                  <a:lnTo>
                    <a:pt x="955" y="545"/>
                  </a:lnTo>
                  <a:lnTo>
                    <a:pt x="1758" y="545"/>
                  </a:lnTo>
                  <a:close/>
                  <a:moveTo>
                    <a:pt x="3248" y="1"/>
                  </a:moveTo>
                  <a:lnTo>
                    <a:pt x="1" y="1"/>
                  </a:lnTo>
                  <a:lnTo>
                    <a:pt x="1" y="1910"/>
                  </a:lnTo>
                  <a:lnTo>
                    <a:pt x="3248" y="1910"/>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89"/>
            <p:cNvSpPr/>
            <p:nvPr/>
          </p:nvSpPr>
          <p:spPr>
            <a:xfrm>
              <a:off x="1114375" y="4164407"/>
              <a:ext cx="490313" cy="257468"/>
            </a:xfrm>
            <a:custGeom>
              <a:rect b="b" l="l" r="r" t="t"/>
              <a:pathLst>
                <a:path extrusionOk="0" h="2427" w="4622">
                  <a:moveTo>
                    <a:pt x="4069" y="1338"/>
                  </a:moveTo>
                  <a:cubicBezTo>
                    <a:pt x="3819" y="1338"/>
                    <a:pt x="3614" y="1517"/>
                    <a:pt x="3551" y="1749"/>
                  </a:cubicBezTo>
                  <a:lnTo>
                    <a:pt x="2838" y="1749"/>
                  </a:lnTo>
                  <a:cubicBezTo>
                    <a:pt x="2784" y="1561"/>
                    <a:pt x="2641" y="1410"/>
                    <a:pt x="2445" y="1356"/>
                  </a:cubicBezTo>
                  <a:lnTo>
                    <a:pt x="2445" y="536"/>
                  </a:lnTo>
                  <a:lnTo>
                    <a:pt x="4203" y="536"/>
                  </a:lnTo>
                  <a:lnTo>
                    <a:pt x="4203" y="0"/>
                  </a:lnTo>
                  <a:lnTo>
                    <a:pt x="420" y="0"/>
                  </a:lnTo>
                  <a:lnTo>
                    <a:pt x="420" y="536"/>
                  </a:lnTo>
                  <a:lnTo>
                    <a:pt x="2177" y="536"/>
                  </a:lnTo>
                  <a:lnTo>
                    <a:pt x="2177" y="1356"/>
                  </a:lnTo>
                  <a:cubicBezTo>
                    <a:pt x="1990" y="1410"/>
                    <a:pt x="1838" y="1561"/>
                    <a:pt x="1794" y="1749"/>
                  </a:cubicBezTo>
                  <a:lnTo>
                    <a:pt x="1080" y="1749"/>
                  </a:lnTo>
                  <a:cubicBezTo>
                    <a:pt x="1018" y="1508"/>
                    <a:pt x="795" y="1330"/>
                    <a:pt x="527" y="1347"/>
                  </a:cubicBezTo>
                  <a:cubicBezTo>
                    <a:pt x="259" y="1356"/>
                    <a:pt x="36" y="1579"/>
                    <a:pt x="19" y="1856"/>
                  </a:cubicBezTo>
                  <a:cubicBezTo>
                    <a:pt x="1" y="2159"/>
                    <a:pt x="250" y="2418"/>
                    <a:pt x="554" y="2418"/>
                  </a:cubicBezTo>
                  <a:cubicBezTo>
                    <a:pt x="804" y="2418"/>
                    <a:pt x="1018" y="2248"/>
                    <a:pt x="1080" y="2016"/>
                  </a:cubicBezTo>
                  <a:lnTo>
                    <a:pt x="1794" y="2016"/>
                  </a:lnTo>
                  <a:cubicBezTo>
                    <a:pt x="1856" y="2248"/>
                    <a:pt x="2061" y="2418"/>
                    <a:pt x="2311" y="2418"/>
                  </a:cubicBezTo>
                  <a:cubicBezTo>
                    <a:pt x="2561" y="2418"/>
                    <a:pt x="2775" y="2248"/>
                    <a:pt x="2838" y="2016"/>
                  </a:cubicBezTo>
                  <a:lnTo>
                    <a:pt x="3551" y="2016"/>
                  </a:lnTo>
                  <a:cubicBezTo>
                    <a:pt x="3614" y="2257"/>
                    <a:pt x="3837" y="2427"/>
                    <a:pt x="4095" y="2418"/>
                  </a:cubicBezTo>
                  <a:cubicBezTo>
                    <a:pt x="4372" y="2409"/>
                    <a:pt x="4595" y="2186"/>
                    <a:pt x="4613" y="1909"/>
                  </a:cubicBezTo>
                  <a:cubicBezTo>
                    <a:pt x="4622" y="1597"/>
                    <a:pt x="4381" y="1338"/>
                    <a:pt x="4069" y="1338"/>
                  </a:cubicBez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1" name="Google Shape;1131;p89"/>
          <p:cNvSpPr/>
          <p:nvPr/>
        </p:nvSpPr>
        <p:spPr>
          <a:xfrm>
            <a:off x="7037537" y="3811068"/>
            <a:ext cx="711600" cy="711600"/>
          </a:xfrm>
          <a:prstGeom prst="ellipse">
            <a:avLst/>
          </a:prstGeom>
          <a:gradFill>
            <a:gsLst>
              <a:gs pos="0">
                <a:srgbClr val="8134EC">
                  <a:alpha val="50196"/>
                </a:srgbClr>
              </a:gs>
              <a:gs pos="7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32" name="Google Shape;1132;p89"/>
          <p:cNvGrpSpPr/>
          <p:nvPr/>
        </p:nvGrpSpPr>
        <p:grpSpPr>
          <a:xfrm>
            <a:off x="7226142" y="4017869"/>
            <a:ext cx="333685" cy="299274"/>
            <a:chOff x="4685988" y="3959030"/>
            <a:chExt cx="487558" cy="437280"/>
          </a:xfrm>
        </p:grpSpPr>
        <p:sp>
          <p:nvSpPr>
            <p:cNvPr id="1133" name="Google Shape;1133;p89"/>
            <p:cNvSpPr/>
            <p:nvPr/>
          </p:nvSpPr>
          <p:spPr>
            <a:xfrm>
              <a:off x="4685988" y="4232513"/>
              <a:ext cx="100460" cy="163795"/>
            </a:xfrm>
            <a:custGeom>
              <a:rect b="b" l="l" r="r" t="t"/>
              <a:pathLst>
                <a:path extrusionOk="0" h="1544" w="947">
                  <a:moveTo>
                    <a:pt x="322" y="331"/>
                  </a:moveTo>
                  <a:lnTo>
                    <a:pt x="634" y="331"/>
                  </a:lnTo>
                  <a:lnTo>
                    <a:pt x="634" y="598"/>
                  </a:lnTo>
                  <a:lnTo>
                    <a:pt x="322" y="598"/>
                  </a:lnTo>
                  <a:close/>
                  <a:moveTo>
                    <a:pt x="634" y="1205"/>
                  </a:moveTo>
                  <a:lnTo>
                    <a:pt x="322" y="1205"/>
                  </a:lnTo>
                  <a:lnTo>
                    <a:pt x="322" y="928"/>
                  </a:lnTo>
                  <a:lnTo>
                    <a:pt x="634" y="928"/>
                  </a:lnTo>
                  <a:close/>
                  <a:moveTo>
                    <a:pt x="946" y="1"/>
                  </a:moveTo>
                  <a:lnTo>
                    <a:pt x="1" y="1"/>
                  </a:lnTo>
                  <a:lnTo>
                    <a:pt x="1" y="1544"/>
                  </a:lnTo>
                  <a:lnTo>
                    <a:pt x="946" y="1544"/>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89"/>
            <p:cNvSpPr/>
            <p:nvPr/>
          </p:nvSpPr>
          <p:spPr>
            <a:xfrm>
              <a:off x="4904626" y="4223071"/>
              <a:ext cx="51238" cy="52194"/>
            </a:xfrm>
            <a:custGeom>
              <a:rect b="b" l="l" r="r" t="t"/>
              <a:pathLst>
                <a:path extrusionOk="0" h="492" w="483">
                  <a:moveTo>
                    <a:pt x="241" y="0"/>
                  </a:moveTo>
                  <a:cubicBezTo>
                    <a:pt x="375" y="0"/>
                    <a:pt x="482" y="107"/>
                    <a:pt x="482" y="250"/>
                  </a:cubicBezTo>
                  <a:cubicBezTo>
                    <a:pt x="482" y="384"/>
                    <a:pt x="375" y="491"/>
                    <a:pt x="241" y="491"/>
                  </a:cubicBezTo>
                  <a:cubicBezTo>
                    <a:pt x="108" y="491"/>
                    <a:pt x="0" y="384"/>
                    <a:pt x="0" y="250"/>
                  </a:cubicBezTo>
                  <a:cubicBezTo>
                    <a:pt x="0" y="107"/>
                    <a:pt x="108" y="0"/>
                    <a:pt x="241" y="0"/>
                  </a:cubicBez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89"/>
            <p:cNvSpPr/>
            <p:nvPr/>
          </p:nvSpPr>
          <p:spPr>
            <a:xfrm>
              <a:off x="4964245" y="4101924"/>
              <a:ext cx="209301" cy="101417"/>
            </a:xfrm>
            <a:custGeom>
              <a:rect b="b" l="l" r="r" t="t"/>
              <a:pathLst>
                <a:path extrusionOk="0" h="956" w="1973">
                  <a:moveTo>
                    <a:pt x="955" y="955"/>
                  </a:moveTo>
                  <a:lnTo>
                    <a:pt x="1972" y="955"/>
                  </a:lnTo>
                  <a:lnTo>
                    <a:pt x="1972" y="1"/>
                  </a:lnTo>
                  <a:lnTo>
                    <a:pt x="1" y="1"/>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89"/>
            <p:cNvSpPr/>
            <p:nvPr/>
          </p:nvSpPr>
          <p:spPr>
            <a:xfrm>
              <a:off x="4685988" y="4101924"/>
              <a:ext cx="209301" cy="101417"/>
            </a:xfrm>
            <a:custGeom>
              <a:rect b="b" l="l" r="r" t="t"/>
              <a:pathLst>
                <a:path extrusionOk="0" h="956" w="1973">
                  <a:moveTo>
                    <a:pt x="1018" y="955"/>
                  </a:moveTo>
                  <a:lnTo>
                    <a:pt x="1972" y="1"/>
                  </a:lnTo>
                  <a:lnTo>
                    <a:pt x="1" y="1"/>
                  </a:lnTo>
                  <a:lnTo>
                    <a:pt x="1" y="955"/>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89"/>
            <p:cNvSpPr/>
            <p:nvPr/>
          </p:nvSpPr>
          <p:spPr>
            <a:xfrm>
              <a:off x="5073086" y="4232513"/>
              <a:ext cx="100460" cy="163795"/>
            </a:xfrm>
            <a:custGeom>
              <a:rect b="b" l="l" r="r" t="t"/>
              <a:pathLst>
                <a:path extrusionOk="0" h="1544" w="947">
                  <a:moveTo>
                    <a:pt x="634" y="598"/>
                  </a:moveTo>
                  <a:lnTo>
                    <a:pt x="331" y="598"/>
                  </a:lnTo>
                  <a:lnTo>
                    <a:pt x="331" y="331"/>
                  </a:lnTo>
                  <a:lnTo>
                    <a:pt x="634" y="331"/>
                  </a:lnTo>
                  <a:close/>
                  <a:moveTo>
                    <a:pt x="634" y="1205"/>
                  </a:moveTo>
                  <a:lnTo>
                    <a:pt x="331" y="1205"/>
                  </a:lnTo>
                  <a:lnTo>
                    <a:pt x="331" y="928"/>
                  </a:lnTo>
                  <a:lnTo>
                    <a:pt x="634" y="928"/>
                  </a:lnTo>
                  <a:close/>
                  <a:moveTo>
                    <a:pt x="946" y="1"/>
                  </a:moveTo>
                  <a:lnTo>
                    <a:pt x="0" y="1"/>
                  </a:lnTo>
                  <a:lnTo>
                    <a:pt x="0" y="1544"/>
                  </a:lnTo>
                  <a:lnTo>
                    <a:pt x="946" y="1544"/>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89"/>
            <p:cNvSpPr/>
            <p:nvPr/>
          </p:nvSpPr>
          <p:spPr>
            <a:xfrm>
              <a:off x="4814667" y="4108501"/>
              <a:ext cx="230093" cy="287809"/>
            </a:xfrm>
            <a:custGeom>
              <a:rect b="b" l="l" r="r" t="t"/>
              <a:pathLst>
                <a:path extrusionOk="0" h="2713" w="2169">
                  <a:moveTo>
                    <a:pt x="1089" y="1839"/>
                  </a:moveTo>
                  <a:cubicBezTo>
                    <a:pt x="804" y="1839"/>
                    <a:pt x="572" y="1607"/>
                    <a:pt x="572" y="1330"/>
                  </a:cubicBezTo>
                  <a:cubicBezTo>
                    <a:pt x="572" y="1045"/>
                    <a:pt x="804" y="813"/>
                    <a:pt x="1089" y="813"/>
                  </a:cubicBezTo>
                  <a:cubicBezTo>
                    <a:pt x="1375" y="813"/>
                    <a:pt x="1598" y="1045"/>
                    <a:pt x="1598" y="1330"/>
                  </a:cubicBezTo>
                  <a:cubicBezTo>
                    <a:pt x="1598" y="1607"/>
                    <a:pt x="1375" y="1839"/>
                    <a:pt x="1089" y="1839"/>
                  </a:cubicBezTo>
                  <a:close/>
                  <a:moveTo>
                    <a:pt x="2169" y="1089"/>
                  </a:moveTo>
                  <a:lnTo>
                    <a:pt x="1089" y="1"/>
                  </a:lnTo>
                  <a:lnTo>
                    <a:pt x="1" y="1089"/>
                  </a:lnTo>
                  <a:lnTo>
                    <a:pt x="1" y="2713"/>
                  </a:lnTo>
                  <a:lnTo>
                    <a:pt x="2169" y="2713"/>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89"/>
            <p:cNvSpPr/>
            <p:nvPr/>
          </p:nvSpPr>
          <p:spPr>
            <a:xfrm>
              <a:off x="4828882" y="3959030"/>
              <a:ext cx="202618" cy="61635"/>
            </a:xfrm>
            <a:custGeom>
              <a:rect b="b" l="l" r="r" t="t"/>
              <a:pathLst>
                <a:path extrusionOk="0" h="581" w="1910">
                  <a:moveTo>
                    <a:pt x="955" y="268"/>
                  </a:moveTo>
                  <a:cubicBezTo>
                    <a:pt x="1241" y="268"/>
                    <a:pt x="1508" y="375"/>
                    <a:pt x="1714" y="580"/>
                  </a:cubicBezTo>
                  <a:lnTo>
                    <a:pt x="1910" y="393"/>
                  </a:lnTo>
                  <a:cubicBezTo>
                    <a:pt x="1651" y="134"/>
                    <a:pt x="1312" y="0"/>
                    <a:pt x="955" y="0"/>
                  </a:cubicBezTo>
                  <a:cubicBezTo>
                    <a:pt x="599" y="0"/>
                    <a:pt x="260" y="134"/>
                    <a:pt x="1" y="393"/>
                  </a:cubicBezTo>
                  <a:lnTo>
                    <a:pt x="197" y="580"/>
                  </a:lnTo>
                  <a:cubicBezTo>
                    <a:pt x="393" y="375"/>
                    <a:pt x="670" y="268"/>
                    <a:pt x="955" y="268"/>
                  </a:cubicBez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89"/>
            <p:cNvSpPr/>
            <p:nvPr/>
          </p:nvSpPr>
          <p:spPr>
            <a:xfrm>
              <a:off x="4869618" y="4015785"/>
              <a:ext cx="121252" cy="45510"/>
            </a:xfrm>
            <a:custGeom>
              <a:rect b="b" l="l" r="r" t="t"/>
              <a:pathLst>
                <a:path extrusionOk="0" h="429" w="1143">
                  <a:moveTo>
                    <a:pt x="0" y="233"/>
                  </a:moveTo>
                  <a:lnTo>
                    <a:pt x="188" y="429"/>
                  </a:lnTo>
                  <a:cubicBezTo>
                    <a:pt x="295" y="322"/>
                    <a:pt x="429" y="268"/>
                    <a:pt x="571" y="268"/>
                  </a:cubicBezTo>
                  <a:cubicBezTo>
                    <a:pt x="714" y="268"/>
                    <a:pt x="848" y="322"/>
                    <a:pt x="955" y="429"/>
                  </a:cubicBezTo>
                  <a:lnTo>
                    <a:pt x="1142" y="233"/>
                  </a:lnTo>
                  <a:cubicBezTo>
                    <a:pt x="991" y="81"/>
                    <a:pt x="785" y="1"/>
                    <a:pt x="571" y="1"/>
                  </a:cubicBezTo>
                  <a:cubicBezTo>
                    <a:pt x="357" y="1"/>
                    <a:pt x="152" y="81"/>
                    <a:pt x="0" y="233"/>
                  </a:cubicBez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41" name="Google Shape;1141;p89"/>
          <p:cNvSpPr txBox="1"/>
          <p:nvPr/>
        </p:nvSpPr>
        <p:spPr>
          <a:xfrm>
            <a:off x="4905875" y="3853252"/>
            <a:ext cx="2118900" cy="628500"/>
          </a:xfrm>
          <a:prstGeom prst="rect">
            <a:avLst/>
          </a:prstGeom>
          <a:noFill/>
          <a:ln>
            <a:noFill/>
          </a:ln>
        </p:spPr>
        <p:txBody>
          <a:bodyPr anchorCtr="0" anchor="ctr" bIns="91425" lIns="91425" spcFirstLastPara="1" rIns="91425" wrap="square" tIns="91425">
            <a:noAutofit/>
          </a:bodyPr>
          <a:lstStyle/>
          <a:p>
            <a:pPr indent="0" lvl="0" marL="0" rtl="1" algn="r">
              <a:spcBef>
                <a:spcPts val="0"/>
              </a:spcBef>
              <a:spcAft>
                <a:spcPts val="0"/>
              </a:spcAft>
              <a:buNone/>
            </a:pPr>
            <a:r>
              <a:rPr lang="ar" sz="1500">
                <a:solidFill>
                  <a:srgbClr val="FFFFFF"/>
                </a:solidFill>
                <a:latin typeface="IBM Plex Sans Arabic"/>
                <a:ea typeface="IBM Plex Sans Arabic"/>
                <a:cs typeface="IBM Plex Sans Arabic"/>
                <a:sym typeface="IBM Plex Sans Arabic"/>
              </a:rPr>
              <a:t>القيمة المضافة</a:t>
            </a:r>
            <a:endParaRPr sz="1500">
              <a:solidFill>
                <a:srgbClr val="FFFFFF"/>
              </a:solidFill>
              <a:latin typeface="IBM Plex Sans Arabic"/>
              <a:ea typeface="IBM Plex Sans Arabic"/>
              <a:cs typeface="IBM Plex Sans Arabic"/>
              <a:sym typeface="IBM Plex Sans Arabic"/>
            </a:endParaRPr>
          </a:p>
        </p:txBody>
      </p:sp>
      <p:sp>
        <p:nvSpPr>
          <p:cNvPr id="1142" name="Google Shape;1142;p89"/>
          <p:cNvSpPr txBox="1"/>
          <p:nvPr/>
        </p:nvSpPr>
        <p:spPr>
          <a:xfrm>
            <a:off x="750824" y="3853263"/>
            <a:ext cx="4040400" cy="628500"/>
          </a:xfrm>
          <a:prstGeom prst="rect">
            <a:avLst/>
          </a:prstGeom>
          <a:noFill/>
          <a:ln>
            <a:noFill/>
          </a:ln>
        </p:spPr>
        <p:txBody>
          <a:bodyPr anchorCtr="0" anchor="ctr" bIns="91425" lIns="91425" spcFirstLastPara="1" rIns="91425" wrap="square" tIns="91425">
            <a:noAutofit/>
          </a:bodyPr>
          <a:lstStyle/>
          <a:p>
            <a:pPr indent="0" lvl="0" marL="0" rtl="1" algn="just">
              <a:spcBef>
                <a:spcPts val="0"/>
              </a:spcBef>
              <a:spcAft>
                <a:spcPts val="0"/>
              </a:spcAft>
              <a:buNone/>
            </a:pPr>
            <a:r>
              <a:rPr lang="ar" sz="1100">
                <a:solidFill>
                  <a:srgbClr val="FFFFFF"/>
                </a:solidFill>
                <a:latin typeface="IBM Plex Sans Arabic"/>
                <a:ea typeface="IBM Plex Sans Arabic"/>
                <a:cs typeface="IBM Plex Sans Arabic"/>
                <a:sym typeface="IBM Plex Sans Arabic"/>
              </a:rPr>
              <a:t>الحفاظ على التراث الثقافي، دعم التعليم، الإثراء اللغوي.</a:t>
            </a:r>
            <a:endParaRPr sz="1100">
              <a:solidFill>
                <a:srgbClr val="FFFFFF"/>
              </a:solidFill>
              <a:latin typeface="IBM Plex Sans Arabic"/>
              <a:ea typeface="IBM Plex Sans Arabic"/>
              <a:cs typeface="IBM Plex Sans Arabic"/>
              <a:sym typeface="IBM Plex Sans Arabic"/>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6" name="Shape 1146"/>
        <p:cNvGrpSpPr/>
        <p:nvPr/>
      </p:nvGrpSpPr>
      <p:grpSpPr>
        <a:xfrm>
          <a:off x="0" y="0"/>
          <a:ext cx="0" cy="0"/>
          <a:chOff x="0" y="0"/>
          <a:chExt cx="0" cy="0"/>
        </a:xfrm>
      </p:grpSpPr>
      <p:sp>
        <p:nvSpPr>
          <p:cNvPr id="1147" name="Google Shape;1147;p90"/>
          <p:cNvSpPr txBox="1"/>
          <p:nvPr>
            <p:ph type="title"/>
          </p:nvPr>
        </p:nvSpPr>
        <p:spPr>
          <a:xfrm>
            <a:off x="5513550" y="751075"/>
            <a:ext cx="2399700" cy="5727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None/>
            </a:pPr>
            <a:r>
              <a:rPr b="1" lang="ar">
                <a:solidFill>
                  <a:srgbClr val="DA2B89"/>
                </a:solidFill>
              </a:rPr>
              <a:t>وصف الفكرة</a:t>
            </a:r>
            <a:endParaRPr sz="2500">
              <a:latin typeface="IBM Plex Sans Arabic"/>
              <a:ea typeface="IBM Plex Sans Arabic"/>
              <a:cs typeface="IBM Plex Sans Arabic"/>
              <a:sym typeface="IBM Plex Sans Arabic"/>
            </a:endParaRPr>
          </a:p>
        </p:txBody>
      </p:sp>
      <p:sp>
        <p:nvSpPr>
          <p:cNvPr id="1148" name="Google Shape;1148;p90"/>
          <p:cNvSpPr txBox="1"/>
          <p:nvPr/>
        </p:nvSpPr>
        <p:spPr>
          <a:xfrm>
            <a:off x="3377861" y="1456775"/>
            <a:ext cx="3098400" cy="406200"/>
          </a:xfrm>
          <a:prstGeom prst="rect">
            <a:avLst/>
          </a:prstGeom>
          <a:noFill/>
          <a:ln>
            <a:noFill/>
          </a:ln>
        </p:spPr>
        <p:txBody>
          <a:bodyPr anchorCtr="0" anchor="b" bIns="91425" lIns="91425" spcFirstLastPara="1" rIns="91425" wrap="square" tIns="91425">
            <a:noAutofit/>
          </a:bodyPr>
          <a:lstStyle/>
          <a:p>
            <a:pPr indent="0" lvl="0" marL="0" rtl="1" algn="r">
              <a:spcBef>
                <a:spcPts val="0"/>
              </a:spcBef>
              <a:spcAft>
                <a:spcPts val="0"/>
              </a:spcAft>
              <a:buNone/>
            </a:pPr>
            <a:r>
              <a:rPr lang="ar" sz="2000">
                <a:solidFill>
                  <a:srgbClr val="FFFFFF"/>
                </a:solidFill>
                <a:latin typeface="IBM Plex Sans Arabic"/>
                <a:ea typeface="IBM Plex Sans Arabic"/>
                <a:cs typeface="IBM Plex Sans Arabic"/>
                <a:sym typeface="IBM Plex Sans Arabic"/>
              </a:rPr>
              <a:t>رويّ || Rawii</a:t>
            </a:r>
            <a:endParaRPr sz="2000">
              <a:solidFill>
                <a:srgbClr val="FFFFFF"/>
              </a:solidFill>
              <a:latin typeface="IBM Plex Sans Arabic"/>
              <a:ea typeface="IBM Plex Sans Arabic"/>
              <a:cs typeface="IBM Plex Sans Arabic"/>
              <a:sym typeface="IBM Plex Sans Arabic"/>
            </a:endParaRPr>
          </a:p>
        </p:txBody>
      </p:sp>
      <p:sp>
        <p:nvSpPr>
          <p:cNvPr id="1149" name="Google Shape;1149;p90"/>
          <p:cNvSpPr/>
          <p:nvPr/>
        </p:nvSpPr>
        <p:spPr>
          <a:xfrm>
            <a:off x="6868344" y="2274404"/>
            <a:ext cx="1044900" cy="1044900"/>
          </a:xfrm>
          <a:prstGeom prst="ellipse">
            <a:avLst/>
          </a:prstGeom>
          <a:gradFill>
            <a:gsLst>
              <a:gs pos="0">
                <a:srgbClr val="8134EC">
                  <a:alpha val="50196"/>
                  <a:alpha val="49380"/>
                </a:srgbClr>
              </a:gs>
              <a:gs pos="77000">
                <a:srgbClr val="FFFFFF">
                  <a:alpha val="0"/>
                  <a:alpha val="49380"/>
                </a:srgbClr>
              </a:gs>
              <a:gs pos="100000">
                <a:srgbClr val="FFFFFF">
                  <a:alpha val="0"/>
                  <a:alpha val="4938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50" name="Google Shape;1150;p90"/>
          <p:cNvGrpSpPr/>
          <p:nvPr/>
        </p:nvGrpSpPr>
        <p:grpSpPr>
          <a:xfrm>
            <a:off x="7177833" y="2554022"/>
            <a:ext cx="425921" cy="485657"/>
            <a:chOff x="1861096" y="1549559"/>
            <a:chExt cx="425921" cy="485657"/>
          </a:xfrm>
        </p:grpSpPr>
        <p:sp>
          <p:nvSpPr>
            <p:cNvPr id="1151" name="Google Shape;1151;p90"/>
            <p:cNvSpPr/>
            <p:nvPr/>
          </p:nvSpPr>
          <p:spPr>
            <a:xfrm>
              <a:off x="1947235" y="1633789"/>
              <a:ext cx="198799" cy="86247"/>
            </a:xfrm>
            <a:custGeom>
              <a:rect b="b" l="l" r="r" t="t"/>
              <a:pathLst>
                <a:path extrusionOk="0" h="813" w="1874">
                  <a:moveTo>
                    <a:pt x="937" y="1"/>
                  </a:moveTo>
                  <a:cubicBezTo>
                    <a:pt x="464" y="1"/>
                    <a:pt x="72" y="357"/>
                    <a:pt x="0" y="812"/>
                  </a:cubicBezTo>
                  <a:lnTo>
                    <a:pt x="1874" y="812"/>
                  </a:lnTo>
                  <a:cubicBezTo>
                    <a:pt x="1811" y="357"/>
                    <a:pt x="1419" y="1"/>
                    <a:pt x="937" y="1"/>
                  </a:cubicBez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90"/>
            <p:cNvSpPr/>
            <p:nvPr/>
          </p:nvSpPr>
          <p:spPr>
            <a:xfrm>
              <a:off x="1861096" y="1549559"/>
              <a:ext cx="425921" cy="485657"/>
            </a:xfrm>
            <a:custGeom>
              <a:rect b="b" l="l" r="r" t="t"/>
              <a:pathLst>
                <a:path extrusionOk="0" h="4578" w="4015">
                  <a:moveTo>
                    <a:pt x="3506" y="1722"/>
                  </a:moveTo>
                  <a:cubicBezTo>
                    <a:pt x="3497" y="768"/>
                    <a:pt x="2712" y="1"/>
                    <a:pt x="1749" y="1"/>
                  </a:cubicBezTo>
                  <a:cubicBezTo>
                    <a:pt x="785" y="1"/>
                    <a:pt x="0" y="786"/>
                    <a:pt x="0" y="1749"/>
                  </a:cubicBezTo>
                  <a:cubicBezTo>
                    <a:pt x="0" y="2222"/>
                    <a:pt x="197" y="2677"/>
                    <a:pt x="536" y="3007"/>
                  </a:cubicBezTo>
                  <a:lnTo>
                    <a:pt x="536" y="4577"/>
                  </a:lnTo>
                  <a:lnTo>
                    <a:pt x="1615" y="4577"/>
                  </a:lnTo>
                  <a:lnTo>
                    <a:pt x="1615" y="1865"/>
                  </a:lnTo>
                  <a:lnTo>
                    <a:pt x="536" y="1865"/>
                  </a:lnTo>
                  <a:lnTo>
                    <a:pt x="536" y="1749"/>
                  </a:lnTo>
                  <a:cubicBezTo>
                    <a:pt x="536" y="1089"/>
                    <a:pt x="1062" y="536"/>
                    <a:pt x="1722" y="518"/>
                  </a:cubicBezTo>
                  <a:cubicBezTo>
                    <a:pt x="2409" y="500"/>
                    <a:pt x="2971" y="1053"/>
                    <a:pt x="2971" y="1731"/>
                  </a:cubicBezTo>
                  <a:lnTo>
                    <a:pt x="2971" y="1874"/>
                  </a:lnTo>
                  <a:lnTo>
                    <a:pt x="1883" y="1874"/>
                  </a:lnTo>
                  <a:lnTo>
                    <a:pt x="1883" y="4577"/>
                  </a:lnTo>
                  <a:lnTo>
                    <a:pt x="2695" y="4577"/>
                  </a:lnTo>
                  <a:lnTo>
                    <a:pt x="2695" y="3765"/>
                  </a:lnTo>
                  <a:lnTo>
                    <a:pt x="3506" y="3765"/>
                  </a:lnTo>
                  <a:lnTo>
                    <a:pt x="3506" y="3114"/>
                  </a:lnTo>
                  <a:lnTo>
                    <a:pt x="4015" y="3114"/>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53" name="Google Shape;1153;p90"/>
          <p:cNvSpPr txBox="1"/>
          <p:nvPr/>
        </p:nvSpPr>
        <p:spPr>
          <a:xfrm>
            <a:off x="344500" y="1952400"/>
            <a:ext cx="6477600" cy="3191100"/>
          </a:xfrm>
          <a:prstGeom prst="rect">
            <a:avLst/>
          </a:prstGeom>
          <a:noFill/>
          <a:ln>
            <a:noFill/>
          </a:ln>
        </p:spPr>
        <p:txBody>
          <a:bodyPr anchorCtr="0" anchor="t" bIns="91425" lIns="91425" spcFirstLastPara="1" rIns="91425" wrap="square" tIns="91425">
            <a:noAutofit/>
          </a:bodyPr>
          <a:lstStyle/>
          <a:p>
            <a:pPr indent="-298450" lvl="0" marL="457200" rtl="1" algn="just">
              <a:lnSpc>
                <a:spcPct val="115000"/>
              </a:lnSpc>
              <a:spcBef>
                <a:spcPts val="0"/>
              </a:spcBef>
              <a:spcAft>
                <a:spcPts val="0"/>
              </a:spcAft>
              <a:buClr>
                <a:srgbClr val="FFFFFF"/>
              </a:buClr>
              <a:buSzPts val="1100"/>
              <a:buFont typeface="IBM Plex Sans Arabic"/>
              <a:buChar char="●"/>
            </a:pPr>
            <a:r>
              <a:rPr lang="ar" sz="1100">
                <a:solidFill>
                  <a:srgbClr val="FFFFFF"/>
                </a:solidFill>
                <a:latin typeface="IBM Plex Sans Arabic"/>
                <a:ea typeface="IBM Plex Sans Arabic"/>
                <a:cs typeface="IBM Plex Sans Arabic"/>
                <a:sym typeface="IBM Plex Sans Arabic"/>
              </a:rPr>
              <a:t>الشعرُ في الثقافة العربية والوجدان العربي يشكل جزءاً كبيراً من الهوية والتراث العربي، فمنذ العصر الجاهلي كان الشعر وسيلةً أساسيةُ للتعبير عن المشاعر والأفكار، وسجلاً للأحداث والتاريخ، وأداة لنقل التجارب والأمثال والحكمة، ومنه استحق لقب "ديوان العرب". </a:t>
            </a:r>
            <a:br>
              <a:rPr lang="ar" sz="1100">
                <a:solidFill>
                  <a:srgbClr val="FFFFFF"/>
                </a:solidFill>
                <a:latin typeface="IBM Plex Sans Arabic"/>
                <a:ea typeface="IBM Plex Sans Arabic"/>
                <a:cs typeface="IBM Plex Sans Arabic"/>
                <a:sym typeface="IBM Plex Sans Arabic"/>
              </a:rPr>
            </a:br>
            <a:endParaRPr sz="1100">
              <a:solidFill>
                <a:srgbClr val="FFFFFF"/>
              </a:solidFill>
              <a:latin typeface="IBM Plex Sans Arabic"/>
              <a:ea typeface="IBM Plex Sans Arabic"/>
              <a:cs typeface="IBM Plex Sans Arabic"/>
              <a:sym typeface="IBM Plex Sans Arabic"/>
            </a:endParaRPr>
          </a:p>
          <a:p>
            <a:pPr indent="-298450" lvl="0" marL="457200" rtl="1" algn="just">
              <a:lnSpc>
                <a:spcPct val="115000"/>
              </a:lnSpc>
              <a:spcBef>
                <a:spcPts val="0"/>
              </a:spcBef>
              <a:spcAft>
                <a:spcPts val="0"/>
              </a:spcAft>
              <a:buClr>
                <a:srgbClr val="FFFFFF"/>
              </a:buClr>
              <a:buSzPts val="1100"/>
              <a:buFont typeface="IBM Plex Sans Arabic"/>
              <a:buChar char="●"/>
            </a:pPr>
            <a:r>
              <a:rPr lang="ar" sz="1100">
                <a:solidFill>
                  <a:srgbClr val="FFFFFF"/>
                </a:solidFill>
                <a:latin typeface="IBM Plex Sans Arabic"/>
                <a:ea typeface="IBM Plex Sans Arabic"/>
                <a:cs typeface="IBM Plex Sans Arabic"/>
                <a:sym typeface="IBM Plex Sans Arabic"/>
              </a:rPr>
              <a:t>واليوم مع التطور التقني الكبير في مجال الذكاء الاصطناعي وعلى وجه التحديد الذكاء الاصطناعي التوليدي أصبح من الضروري تطوير نماذج للذكاء الاصطناعي تساعد على شرح الشعر العربي بلغة معاصرة وأسلوب سلس يتيح الشعر لكل الناس ويمكنهم من فهمه واستساغته بأفضل طريقة ممكنة. </a:t>
            </a:r>
            <a:br>
              <a:rPr lang="ar" sz="1100">
                <a:solidFill>
                  <a:srgbClr val="FFFFFF"/>
                </a:solidFill>
                <a:latin typeface="IBM Plex Sans Arabic"/>
                <a:ea typeface="IBM Plex Sans Arabic"/>
                <a:cs typeface="IBM Plex Sans Arabic"/>
                <a:sym typeface="IBM Plex Sans Arabic"/>
              </a:rPr>
            </a:br>
            <a:endParaRPr sz="1100">
              <a:solidFill>
                <a:srgbClr val="FFFFFF"/>
              </a:solidFill>
              <a:latin typeface="IBM Plex Sans Arabic"/>
              <a:ea typeface="IBM Plex Sans Arabic"/>
              <a:cs typeface="IBM Plex Sans Arabic"/>
              <a:sym typeface="IBM Plex Sans Arabic"/>
            </a:endParaRPr>
          </a:p>
          <a:p>
            <a:pPr indent="-298450" lvl="0" marL="457200" rtl="1" algn="just">
              <a:lnSpc>
                <a:spcPct val="115000"/>
              </a:lnSpc>
              <a:spcBef>
                <a:spcPts val="0"/>
              </a:spcBef>
              <a:spcAft>
                <a:spcPts val="0"/>
              </a:spcAft>
              <a:buClr>
                <a:srgbClr val="FFFFFF"/>
              </a:buClr>
              <a:buSzPts val="1100"/>
              <a:buFont typeface="IBM Plex Sans Arabic"/>
              <a:buChar char="●"/>
            </a:pPr>
            <a:r>
              <a:rPr lang="ar" sz="1100">
                <a:solidFill>
                  <a:srgbClr val="FFFFFF"/>
                </a:solidFill>
                <a:latin typeface="IBM Plex Sans Arabic"/>
                <a:ea typeface="IBM Plex Sans Arabic"/>
                <a:cs typeface="IBM Plex Sans Arabic"/>
                <a:sym typeface="IBM Plex Sans Arabic"/>
              </a:rPr>
              <a:t>نهدف في هذا المشروع إلى تطوير أداة تعتمد على الذكاء الاصطناعي التوليدي تقدم شرح للشعر العربي بلغةٍ معاصرة بسيطة تساعد على تجاوز صعوبة الكلمات والتراكيب العربية القديمة. </a:t>
            </a:r>
            <a:endParaRPr sz="1100">
              <a:solidFill>
                <a:srgbClr val="FFFFFF"/>
              </a:solidFill>
              <a:latin typeface="IBM Plex Sans Arabic"/>
              <a:ea typeface="IBM Plex Sans Arabic"/>
              <a:cs typeface="IBM Plex Sans Arabic"/>
              <a:sym typeface="IBM Plex Sans Arabic"/>
            </a:endParaRPr>
          </a:p>
          <a:p>
            <a:pPr indent="0" lvl="0" marL="0" rtl="1" algn="just">
              <a:lnSpc>
                <a:spcPct val="115000"/>
              </a:lnSpc>
              <a:spcBef>
                <a:spcPts val="0"/>
              </a:spcBef>
              <a:spcAft>
                <a:spcPts val="0"/>
              </a:spcAft>
              <a:buNone/>
            </a:pPr>
            <a:r>
              <a:t/>
            </a:r>
            <a:endParaRPr sz="1100">
              <a:solidFill>
                <a:srgbClr val="FFFFFF"/>
              </a:solidFill>
              <a:latin typeface="IBM Plex Sans Arabic"/>
              <a:ea typeface="IBM Plex Sans Arabic"/>
              <a:cs typeface="IBM Plex Sans Arabic"/>
              <a:sym typeface="IBM Plex Sans Arabic"/>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p91"/>
          <p:cNvSpPr txBox="1"/>
          <p:nvPr>
            <p:ph type="title"/>
          </p:nvPr>
        </p:nvSpPr>
        <p:spPr>
          <a:xfrm>
            <a:off x="5513550" y="751075"/>
            <a:ext cx="2399700" cy="5727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None/>
            </a:pPr>
            <a:r>
              <a:rPr b="1" lang="ar">
                <a:solidFill>
                  <a:srgbClr val="DA2B89"/>
                </a:solidFill>
              </a:rPr>
              <a:t>وصف الفكرة</a:t>
            </a:r>
            <a:endParaRPr sz="2500">
              <a:latin typeface="IBM Plex Sans Arabic"/>
              <a:ea typeface="IBM Plex Sans Arabic"/>
              <a:cs typeface="IBM Plex Sans Arabic"/>
              <a:sym typeface="IBM Plex Sans Arabic"/>
            </a:endParaRPr>
          </a:p>
        </p:txBody>
      </p:sp>
      <p:sp>
        <p:nvSpPr>
          <p:cNvPr id="1159" name="Google Shape;1159;p91"/>
          <p:cNvSpPr txBox="1"/>
          <p:nvPr/>
        </p:nvSpPr>
        <p:spPr>
          <a:xfrm>
            <a:off x="3299811" y="1456775"/>
            <a:ext cx="3098400" cy="406200"/>
          </a:xfrm>
          <a:prstGeom prst="rect">
            <a:avLst/>
          </a:prstGeom>
          <a:noFill/>
          <a:ln>
            <a:noFill/>
          </a:ln>
        </p:spPr>
        <p:txBody>
          <a:bodyPr anchorCtr="0" anchor="b" bIns="91425" lIns="91425" spcFirstLastPara="1" rIns="91425" wrap="square" tIns="91425">
            <a:noAutofit/>
          </a:bodyPr>
          <a:lstStyle/>
          <a:p>
            <a:pPr indent="0" lvl="0" marL="0" rtl="1" algn="r">
              <a:spcBef>
                <a:spcPts val="0"/>
              </a:spcBef>
              <a:spcAft>
                <a:spcPts val="0"/>
              </a:spcAft>
              <a:buNone/>
            </a:pPr>
            <a:r>
              <a:rPr lang="ar" sz="2000">
                <a:solidFill>
                  <a:srgbClr val="FFFFFF"/>
                </a:solidFill>
                <a:latin typeface="IBM Plex Sans Arabic"/>
                <a:ea typeface="IBM Plex Sans Arabic"/>
                <a:cs typeface="IBM Plex Sans Arabic"/>
                <a:sym typeface="IBM Plex Sans Arabic"/>
              </a:rPr>
              <a:t>رويّ || Rawii</a:t>
            </a:r>
            <a:endParaRPr sz="2000">
              <a:solidFill>
                <a:srgbClr val="FFFFFF"/>
              </a:solidFill>
              <a:latin typeface="IBM Plex Sans Arabic"/>
              <a:ea typeface="IBM Plex Sans Arabic"/>
              <a:cs typeface="IBM Plex Sans Arabic"/>
              <a:sym typeface="IBM Plex Sans Arabic"/>
            </a:endParaRPr>
          </a:p>
        </p:txBody>
      </p:sp>
      <p:sp>
        <p:nvSpPr>
          <p:cNvPr id="1160" name="Google Shape;1160;p91"/>
          <p:cNvSpPr/>
          <p:nvPr/>
        </p:nvSpPr>
        <p:spPr>
          <a:xfrm>
            <a:off x="6744044" y="2618079"/>
            <a:ext cx="1044900" cy="1044900"/>
          </a:xfrm>
          <a:prstGeom prst="ellipse">
            <a:avLst/>
          </a:prstGeom>
          <a:gradFill>
            <a:gsLst>
              <a:gs pos="0">
                <a:srgbClr val="8134EC">
                  <a:alpha val="50196"/>
                  <a:alpha val="49380"/>
                </a:srgbClr>
              </a:gs>
              <a:gs pos="77000">
                <a:srgbClr val="FFFFFF">
                  <a:alpha val="0"/>
                  <a:alpha val="49380"/>
                </a:srgbClr>
              </a:gs>
              <a:gs pos="100000">
                <a:srgbClr val="FFFFFF">
                  <a:alpha val="0"/>
                  <a:alpha val="4938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61" name="Google Shape;1161;p91"/>
          <p:cNvGrpSpPr/>
          <p:nvPr/>
        </p:nvGrpSpPr>
        <p:grpSpPr>
          <a:xfrm>
            <a:off x="7053533" y="2897697"/>
            <a:ext cx="425921" cy="485657"/>
            <a:chOff x="1861096" y="1549559"/>
            <a:chExt cx="425921" cy="485657"/>
          </a:xfrm>
        </p:grpSpPr>
        <p:sp>
          <p:nvSpPr>
            <p:cNvPr id="1162" name="Google Shape;1162;p91"/>
            <p:cNvSpPr/>
            <p:nvPr/>
          </p:nvSpPr>
          <p:spPr>
            <a:xfrm>
              <a:off x="1947235" y="1633789"/>
              <a:ext cx="198799" cy="86247"/>
            </a:xfrm>
            <a:custGeom>
              <a:rect b="b" l="l" r="r" t="t"/>
              <a:pathLst>
                <a:path extrusionOk="0" h="813" w="1874">
                  <a:moveTo>
                    <a:pt x="937" y="1"/>
                  </a:moveTo>
                  <a:cubicBezTo>
                    <a:pt x="464" y="1"/>
                    <a:pt x="72" y="357"/>
                    <a:pt x="0" y="812"/>
                  </a:cubicBezTo>
                  <a:lnTo>
                    <a:pt x="1874" y="812"/>
                  </a:lnTo>
                  <a:cubicBezTo>
                    <a:pt x="1811" y="357"/>
                    <a:pt x="1419" y="1"/>
                    <a:pt x="937" y="1"/>
                  </a:cubicBez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91"/>
            <p:cNvSpPr/>
            <p:nvPr/>
          </p:nvSpPr>
          <p:spPr>
            <a:xfrm>
              <a:off x="1861096" y="1549559"/>
              <a:ext cx="425921" cy="485657"/>
            </a:xfrm>
            <a:custGeom>
              <a:rect b="b" l="l" r="r" t="t"/>
              <a:pathLst>
                <a:path extrusionOk="0" h="4578" w="4015">
                  <a:moveTo>
                    <a:pt x="3506" y="1722"/>
                  </a:moveTo>
                  <a:cubicBezTo>
                    <a:pt x="3497" y="768"/>
                    <a:pt x="2712" y="1"/>
                    <a:pt x="1749" y="1"/>
                  </a:cubicBezTo>
                  <a:cubicBezTo>
                    <a:pt x="785" y="1"/>
                    <a:pt x="0" y="786"/>
                    <a:pt x="0" y="1749"/>
                  </a:cubicBezTo>
                  <a:cubicBezTo>
                    <a:pt x="0" y="2222"/>
                    <a:pt x="197" y="2677"/>
                    <a:pt x="536" y="3007"/>
                  </a:cubicBezTo>
                  <a:lnTo>
                    <a:pt x="536" y="4577"/>
                  </a:lnTo>
                  <a:lnTo>
                    <a:pt x="1615" y="4577"/>
                  </a:lnTo>
                  <a:lnTo>
                    <a:pt x="1615" y="1865"/>
                  </a:lnTo>
                  <a:lnTo>
                    <a:pt x="536" y="1865"/>
                  </a:lnTo>
                  <a:lnTo>
                    <a:pt x="536" y="1749"/>
                  </a:lnTo>
                  <a:cubicBezTo>
                    <a:pt x="536" y="1089"/>
                    <a:pt x="1062" y="536"/>
                    <a:pt x="1722" y="518"/>
                  </a:cubicBezTo>
                  <a:cubicBezTo>
                    <a:pt x="2409" y="500"/>
                    <a:pt x="2971" y="1053"/>
                    <a:pt x="2971" y="1731"/>
                  </a:cubicBezTo>
                  <a:lnTo>
                    <a:pt x="2971" y="1874"/>
                  </a:lnTo>
                  <a:lnTo>
                    <a:pt x="1883" y="1874"/>
                  </a:lnTo>
                  <a:lnTo>
                    <a:pt x="1883" y="4577"/>
                  </a:lnTo>
                  <a:lnTo>
                    <a:pt x="2695" y="4577"/>
                  </a:lnTo>
                  <a:lnTo>
                    <a:pt x="2695" y="3765"/>
                  </a:lnTo>
                  <a:lnTo>
                    <a:pt x="3506" y="3765"/>
                  </a:lnTo>
                  <a:lnTo>
                    <a:pt x="3506" y="3114"/>
                  </a:lnTo>
                  <a:lnTo>
                    <a:pt x="4015" y="3114"/>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64" name="Google Shape;1164;p91"/>
          <p:cNvSpPr txBox="1"/>
          <p:nvPr/>
        </p:nvSpPr>
        <p:spPr>
          <a:xfrm>
            <a:off x="266450" y="1952400"/>
            <a:ext cx="6477600" cy="3191100"/>
          </a:xfrm>
          <a:prstGeom prst="rect">
            <a:avLst/>
          </a:prstGeom>
          <a:noFill/>
          <a:ln>
            <a:noFill/>
          </a:ln>
        </p:spPr>
        <p:txBody>
          <a:bodyPr anchorCtr="0" anchor="t" bIns="91425" lIns="91425" spcFirstLastPara="1" rIns="91425" wrap="square" tIns="91425">
            <a:noAutofit/>
          </a:bodyPr>
          <a:lstStyle/>
          <a:p>
            <a:pPr indent="-298450" lvl="0" marL="457200" rtl="1" algn="just">
              <a:lnSpc>
                <a:spcPct val="115000"/>
              </a:lnSpc>
              <a:spcBef>
                <a:spcPts val="0"/>
              </a:spcBef>
              <a:spcAft>
                <a:spcPts val="0"/>
              </a:spcAft>
              <a:buClr>
                <a:srgbClr val="FFFFFF"/>
              </a:buClr>
              <a:buSzPts val="1100"/>
              <a:buFont typeface="IBM Plex Sans Arabic"/>
              <a:buChar char="●"/>
            </a:pPr>
            <a:r>
              <a:rPr lang="ar" sz="1100">
                <a:solidFill>
                  <a:srgbClr val="FFFFFF"/>
                </a:solidFill>
                <a:latin typeface="IBM Plex Sans Arabic"/>
                <a:ea typeface="IBM Plex Sans Arabic"/>
                <a:cs typeface="IBM Plex Sans Arabic"/>
                <a:sym typeface="IBM Plex Sans Arabic"/>
              </a:rPr>
              <a:t>وتكمن أهمية هذه الأداة:</a:t>
            </a:r>
            <a:endParaRPr sz="1100">
              <a:solidFill>
                <a:srgbClr val="FFFFFF"/>
              </a:solidFill>
              <a:latin typeface="IBM Plex Sans Arabic"/>
              <a:ea typeface="IBM Plex Sans Arabic"/>
              <a:cs typeface="IBM Plex Sans Arabic"/>
              <a:sym typeface="IBM Plex Sans Arabic"/>
            </a:endParaRPr>
          </a:p>
          <a:p>
            <a:pPr indent="-298450" lvl="1" marL="914400" rtl="1" algn="just">
              <a:lnSpc>
                <a:spcPct val="115000"/>
              </a:lnSpc>
              <a:spcBef>
                <a:spcPts val="0"/>
              </a:spcBef>
              <a:spcAft>
                <a:spcPts val="0"/>
              </a:spcAft>
              <a:buClr>
                <a:srgbClr val="FFFFFF"/>
              </a:buClr>
              <a:buSzPts val="1100"/>
              <a:buFont typeface="IBM Plex Sans Arabic"/>
              <a:buChar char="○"/>
            </a:pPr>
            <a:r>
              <a:rPr lang="ar" sz="1100">
                <a:solidFill>
                  <a:srgbClr val="FFFFFF"/>
                </a:solidFill>
                <a:latin typeface="IBM Plex Sans Arabic"/>
                <a:ea typeface="IBM Plex Sans Arabic"/>
                <a:cs typeface="IBM Plex Sans Arabic"/>
                <a:sym typeface="IBM Plex Sans Arabic"/>
              </a:rPr>
              <a:t>إتاحة الشعر العربي دون الحاجة للعودة إلى القواميس لفهم الكلمات والتراكيب القديمة، مما يسهم في تبسيط النصوص الشعرية الكلاسيكية وتسهيل تفاعل الجمهور معها.</a:t>
            </a:r>
            <a:br>
              <a:rPr lang="ar" sz="1100">
                <a:solidFill>
                  <a:srgbClr val="FFFFFF"/>
                </a:solidFill>
                <a:latin typeface="IBM Plex Sans Arabic"/>
                <a:ea typeface="IBM Plex Sans Arabic"/>
                <a:cs typeface="IBM Plex Sans Arabic"/>
                <a:sym typeface="IBM Plex Sans Arabic"/>
              </a:rPr>
            </a:br>
            <a:endParaRPr sz="1100">
              <a:solidFill>
                <a:srgbClr val="FFFFFF"/>
              </a:solidFill>
              <a:latin typeface="IBM Plex Sans Arabic"/>
              <a:ea typeface="IBM Plex Sans Arabic"/>
              <a:cs typeface="IBM Plex Sans Arabic"/>
              <a:sym typeface="IBM Plex Sans Arabic"/>
            </a:endParaRPr>
          </a:p>
          <a:p>
            <a:pPr indent="-298450" lvl="1" marL="914400" rtl="1" algn="just">
              <a:lnSpc>
                <a:spcPct val="115000"/>
              </a:lnSpc>
              <a:spcBef>
                <a:spcPts val="0"/>
              </a:spcBef>
              <a:spcAft>
                <a:spcPts val="0"/>
              </a:spcAft>
              <a:buClr>
                <a:srgbClr val="FFFFFF"/>
              </a:buClr>
              <a:buSzPts val="1100"/>
              <a:buFont typeface="IBM Plex Sans Arabic"/>
              <a:buChar char="○"/>
            </a:pPr>
            <a:r>
              <a:rPr lang="ar" sz="1100">
                <a:solidFill>
                  <a:srgbClr val="FFFFFF"/>
                </a:solidFill>
                <a:latin typeface="IBM Plex Sans Arabic"/>
                <a:ea typeface="IBM Plex Sans Arabic"/>
                <a:cs typeface="IBM Plex Sans Arabic"/>
                <a:sym typeface="IBM Plex Sans Arabic"/>
              </a:rPr>
              <a:t>حماية التراث الشعري العربي من البقاء حبيس الكتب والمجلدات من خلال كسر حاجز صعوبة الفهم وعدم إدراك المعنى الذي أراده الشاعر نتيجة لاستعماله جمل وتراكيب أصبحت بعيدة كل البعد عن اللغة العربية المعاصرة، ليصل المعنى الأصيل الذي أراده الشاعر بوضوح.</a:t>
            </a:r>
            <a:br>
              <a:rPr lang="ar" sz="1100">
                <a:solidFill>
                  <a:srgbClr val="FFFFFF"/>
                </a:solidFill>
                <a:latin typeface="IBM Plex Sans Arabic"/>
                <a:ea typeface="IBM Plex Sans Arabic"/>
                <a:cs typeface="IBM Plex Sans Arabic"/>
                <a:sym typeface="IBM Plex Sans Arabic"/>
              </a:rPr>
            </a:br>
            <a:endParaRPr sz="1100">
              <a:solidFill>
                <a:srgbClr val="FFFFFF"/>
              </a:solidFill>
              <a:latin typeface="IBM Plex Sans Arabic"/>
              <a:ea typeface="IBM Plex Sans Arabic"/>
              <a:cs typeface="IBM Plex Sans Arabic"/>
              <a:sym typeface="IBM Plex Sans Arabic"/>
            </a:endParaRPr>
          </a:p>
          <a:p>
            <a:pPr indent="-298450" lvl="1" marL="914400" rtl="1" algn="just">
              <a:lnSpc>
                <a:spcPct val="115000"/>
              </a:lnSpc>
              <a:spcBef>
                <a:spcPts val="0"/>
              </a:spcBef>
              <a:spcAft>
                <a:spcPts val="0"/>
              </a:spcAft>
              <a:buClr>
                <a:srgbClr val="FFFFFF"/>
              </a:buClr>
              <a:buSzPts val="1100"/>
              <a:buFont typeface="IBM Plex Sans Arabic"/>
              <a:buChar char="○"/>
            </a:pPr>
            <a:r>
              <a:rPr lang="ar" sz="1100">
                <a:solidFill>
                  <a:srgbClr val="FFFFFF"/>
                </a:solidFill>
                <a:latin typeface="IBM Plex Sans Arabic"/>
                <a:ea typeface="IBM Plex Sans Arabic"/>
                <a:cs typeface="IBM Plex Sans Arabic"/>
                <a:sym typeface="IBM Plex Sans Arabic"/>
              </a:rPr>
              <a:t>تعزيز الثقافة والقيم العربية الأصيلة لدى الأجيال المعاصرة عبر تبسيط الشعر العربي الكلاسيكي الذي يعبر عن هذه القيم ويسهم في نقلها عبر الزمن، مما يساهم في ترسيخ الهوية الثقافية العربية.</a:t>
            </a:r>
            <a:br>
              <a:rPr lang="ar" sz="1100">
                <a:solidFill>
                  <a:srgbClr val="FFFFFF"/>
                </a:solidFill>
                <a:latin typeface="IBM Plex Sans Arabic"/>
                <a:ea typeface="IBM Plex Sans Arabic"/>
                <a:cs typeface="IBM Plex Sans Arabic"/>
                <a:sym typeface="IBM Plex Sans Arabic"/>
              </a:rPr>
            </a:br>
            <a:endParaRPr sz="1100">
              <a:solidFill>
                <a:srgbClr val="FFFFFF"/>
              </a:solidFill>
              <a:latin typeface="IBM Plex Sans Arabic"/>
              <a:ea typeface="IBM Plex Sans Arabic"/>
              <a:cs typeface="IBM Plex Sans Arabic"/>
              <a:sym typeface="IBM Plex Sans Arabic"/>
            </a:endParaRPr>
          </a:p>
          <a:p>
            <a:pPr indent="-298450" lvl="1" marL="914400" rtl="1" algn="just">
              <a:lnSpc>
                <a:spcPct val="115000"/>
              </a:lnSpc>
              <a:spcBef>
                <a:spcPts val="0"/>
              </a:spcBef>
              <a:spcAft>
                <a:spcPts val="0"/>
              </a:spcAft>
              <a:buClr>
                <a:srgbClr val="FFFFFF"/>
              </a:buClr>
              <a:buSzPts val="1100"/>
              <a:buFont typeface="IBM Plex Sans Arabic"/>
              <a:buChar char="○"/>
            </a:pPr>
            <a:r>
              <a:rPr lang="ar" sz="1100">
                <a:solidFill>
                  <a:srgbClr val="FFFFFF"/>
                </a:solidFill>
                <a:latin typeface="IBM Plex Sans Arabic"/>
                <a:ea typeface="IBM Plex Sans Arabic"/>
                <a:cs typeface="IBM Plex Sans Arabic"/>
                <a:sym typeface="IBM Plex Sans Arabic"/>
              </a:rPr>
              <a:t>إمكانية التطور ليصبح (رَويّ) أداة متكاملة في حقل الشعر العربي الكلاسيكي ومعتمدة من قبل الطلاب والمعلمين والباحثين في اللغة والتراث العربي.</a:t>
            </a:r>
            <a:endParaRPr sz="1100">
              <a:solidFill>
                <a:srgbClr val="FFFFFF"/>
              </a:solidFill>
              <a:latin typeface="IBM Plex Sans Arabic"/>
              <a:ea typeface="IBM Plex Sans Arabic"/>
              <a:cs typeface="IBM Plex Sans Arabic"/>
              <a:sym typeface="IBM Plex Sans Arabic"/>
            </a:endParaRPr>
          </a:p>
          <a:p>
            <a:pPr indent="0" lvl="0" marL="914400" rtl="1" algn="just">
              <a:lnSpc>
                <a:spcPct val="115000"/>
              </a:lnSpc>
              <a:spcBef>
                <a:spcPts val="0"/>
              </a:spcBef>
              <a:spcAft>
                <a:spcPts val="0"/>
              </a:spcAft>
              <a:buNone/>
            </a:pPr>
            <a:r>
              <a:t/>
            </a:r>
            <a:endParaRPr sz="1100">
              <a:solidFill>
                <a:srgbClr val="FFFFFF"/>
              </a:solidFill>
              <a:latin typeface="IBM Plex Sans Arabic"/>
              <a:ea typeface="IBM Plex Sans Arabic"/>
              <a:cs typeface="IBM Plex Sans Arabic"/>
              <a:sym typeface="IBM Plex Sans Arabic"/>
            </a:endParaRPr>
          </a:p>
          <a:p>
            <a:pPr indent="0" lvl="0" marL="0" rtl="1" algn="just">
              <a:lnSpc>
                <a:spcPct val="115000"/>
              </a:lnSpc>
              <a:spcBef>
                <a:spcPts val="0"/>
              </a:spcBef>
              <a:spcAft>
                <a:spcPts val="0"/>
              </a:spcAft>
              <a:buNone/>
            </a:pPr>
            <a:r>
              <a:t/>
            </a:r>
            <a:endParaRPr sz="1100">
              <a:solidFill>
                <a:srgbClr val="FFFFFF"/>
              </a:solidFill>
              <a:latin typeface="IBM Plex Sans Arabic"/>
              <a:ea typeface="IBM Plex Sans Arabic"/>
              <a:cs typeface="IBM Plex Sans Arabic"/>
              <a:sym typeface="IBM Plex Sans Arabic"/>
            </a:endParaRPr>
          </a:p>
          <a:p>
            <a:pPr indent="0" lvl="0" marL="0" rtl="1" algn="just">
              <a:lnSpc>
                <a:spcPct val="115000"/>
              </a:lnSpc>
              <a:spcBef>
                <a:spcPts val="0"/>
              </a:spcBef>
              <a:spcAft>
                <a:spcPts val="0"/>
              </a:spcAft>
              <a:buNone/>
            </a:pPr>
            <a:r>
              <a:t/>
            </a:r>
            <a:endParaRPr sz="1100">
              <a:solidFill>
                <a:srgbClr val="FFFFFF"/>
              </a:solidFill>
              <a:latin typeface="IBM Plex Sans Arabic"/>
              <a:ea typeface="IBM Plex Sans Arabic"/>
              <a:cs typeface="IBM Plex Sans Arabic"/>
              <a:sym typeface="IBM Plex Sans Arabic"/>
            </a:endParaRPr>
          </a:p>
          <a:p>
            <a:pPr indent="0" lvl="0" marL="0" rtl="1" algn="just">
              <a:lnSpc>
                <a:spcPct val="115000"/>
              </a:lnSpc>
              <a:spcBef>
                <a:spcPts val="0"/>
              </a:spcBef>
              <a:spcAft>
                <a:spcPts val="0"/>
              </a:spcAft>
              <a:buNone/>
            </a:pPr>
            <a:r>
              <a:t/>
            </a:r>
            <a:endParaRPr sz="1100">
              <a:solidFill>
                <a:srgbClr val="FFFFFF"/>
              </a:solidFill>
              <a:latin typeface="IBM Plex Sans Arabic"/>
              <a:ea typeface="IBM Plex Sans Arabic"/>
              <a:cs typeface="IBM Plex Sans Arabic"/>
              <a:sym typeface="IBM Plex Sans Arabic"/>
            </a:endParaRPr>
          </a:p>
          <a:p>
            <a:pPr indent="0" lvl="0" marL="0" rtl="1" algn="just">
              <a:lnSpc>
                <a:spcPct val="115000"/>
              </a:lnSpc>
              <a:spcBef>
                <a:spcPts val="0"/>
              </a:spcBef>
              <a:spcAft>
                <a:spcPts val="0"/>
              </a:spcAft>
              <a:buNone/>
            </a:pPr>
            <a:r>
              <a:t/>
            </a:r>
            <a:endParaRPr sz="1100">
              <a:solidFill>
                <a:srgbClr val="FFFFFF"/>
              </a:solidFill>
              <a:latin typeface="IBM Plex Sans Arabic"/>
              <a:ea typeface="IBM Plex Sans Arabic"/>
              <a:cs typeface="IBM Plex Sans Arabic"/>
              <a:sym typeface="IBM Plex Sans Arabic"/>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8" name="Shape 1168"/>
        <p:cNvGrpSpPr/>
        <p:nvPr/>
      </p:nvGrpSpPr>
      <p:grpSpPr>
        <a:xfrm>
          <a:off x="0" y="0"/>
          <a:ext cx="0" cy="0"/>
          <a:chOff x="0" y="0"/>
          <a:chExt cx="0" cy="0"/>
        </a:xfrm>
      </p:grpSpPr>
      <p:sp>
        <p:nvSpPr>
          <p:cNvPr id="1169" name="Google Shape;1169;p92"/>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p>
            <a:pPr indent="0" lvl="0" marL="0" rtl="1" algn="ctr">
              <a:spcBef>
                <a:spcPts val="0"/>
              </a:spcBef>
              <a:spcAft>
                <a:spcPts val="0"/>
              </a:spcAft>
              <a:buNone/>
            </a:pPr>
            <a:r>
              <a:rPr b="1" lang="ar">
                <a:solidFill>
                  <a:srgbClr val="DA2B89"/>
                </a:solidFill>
              </a:rPr>
              <a:t>التقنيات المستخدمة</a:t>
            </a:r>
            <a:endParaRPr/>
          </a:p>
        </p:txBody>
      </p:sp>
      <p:sp>
        <p:nvSpPr>
          <p:cNvPr id="1170" name="Google Shape;1170;p92"/>
          <p:cNvSpPr txBox="1"/>
          <p:nvPr/>
        </p:nvSpPr>
        <p:spPr>
          <a:xfrm>
            <a:off x="728075" y="1380841"/>
            <a:ext cx="2300700" cy="6555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ar" sz="1200">
                <a:solidFill>
                  <a:srgbClr val="FFFFFF"/>
                </a:solidFill>
                <a:latin typeface="IBM Plex Sans Arabic"/>
                <a:ea typeface="IBM Plex Sans Arabic"/>
                <a:cs typeface="IBM Plex Sans Arabic"/>
                <a:sym typeface="IBM Plex Sans Arabic"/>
              </a:rPr>
              <a:t>Data Analysis</a:t>
            </a:r>
            <a:endParaRPr sz="1200">
              <a:solidFill>
                <a:srgbClr val="FFFFFF"/>
              </a:solidFill>
              <a:latin typeface="IBM Plex Sans Arabic"/>
              <a:ea typeface="IBM Plex Sans Arabic"/>
              <a:cs typeface="IBM Plex Sans Arabic"/>
              <a:sym typeface="IBM Plex Sans Arabic"/>
            </a:endParaRPr>
          </a:p>
        </p:txBody>
      </p:sp>
      <p:sp>
        <p:nvSpPr>
          <p:cNvPr id="1171" name="Google Shape;1171;p92"/>
          <p:cNvSpPr/>
          <p:nvPr/>
        </p:nvSpPr>
        <p:spPr>
          <a:xfrm>
            <a:off x="3142687" y="1352818"/>
            <a:ext cx="711600" cy="711600"/>
          </a:xfrm>
          <a:prstGeom prst="ellipse">
            <a:avLst/>
          </a:prstGeom>
          <a:gradFill>
            <a:gsLst>
              <a:gs pos="0">
                <a:srgbClr val="8134EC">
                  <a:alpha val="50196"/>
                </a:srgbClr>
              </a:gs>
              <a:gs pos="7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92"/>
          <p:cNvSpPr txBox="1"/>
          <p:nvPr/>
        </p:nvSpPr>
        <p:spPr>
          <a:xfrm>
            <a:off x="728075" y="2243941"/>
            <a:ext cx="2300700" cy="6555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ar" sz="1200">
                <a:solidFill>
                  <a:srgbClr val="FFFFFF"/>
                </a:solidFill>
                <a:latin typeface="IBM Plex Sans Arabic"/>
                <a:ea typeface="IBM Plex Sans Arabic"/>
                <a:cs typeface="IBM Plex Sans Arabic"/>
                <a:sym typeface="IBM Plex Sans Arabic"/>
              </a:rPr>
              <a:t>Fine-Tuning</a:t>
            </a:r>
            <a:endParaRPr sz="1200">
              <a:solidFill>
                <a:srgbClr val="FFFFFF"/>
              </a:solidFill>
              <a:latin typeface="IBM Plex Sans Arabic"/>
              <a:ea typeface="IBM Plex Sans Arabic"/>
              <a:cs typeface="IBM Plex Sans Arabic"/>
              <a:sym typeface="IBM Plex Sans Arabic"/>
            </a:endParaRPr>
          </a:p>
        </p:txBody>
      </p:sp>
      <p:sp>
        <p:nvSpPr>
          <p:cNvPr id="1173" name="Google Shape;1173;p92"/>
          <p:cNvSpPr/>
          <p:nvPr/>
        </p:nvSpPr>
        <p:spPr>
          <a:xfrm>
            <a:off x="3142687" y="2215918"/>
            <a:ext cx="711600" cy="711600"/>
          </a:xfrm>
          <a:prstGeom prst="ellipse">
            <a:avLst/>
          </a:prstGeom>
          <a:gradFill>
            <a:gsLst>
              <a:gs pos="0">
                <a:srgbClr val="8134EC">
                  <a:alpha val="50196"/>
                </a:srgbClr>
              </a:gs>
              <a:gs pos="7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92"/>
          <p:cNvSpPr txBox="1"/>
          <p:nvPr/>
        </p:nvSpPr>
        <p:spPr>
          <a:xfrm>
            <a:off x="728075" y="3107041"/>
            <a:ext cx="2300700" cy="6555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ar" sz="1200">
                <a:solidFill>
                  <a:srgbClr val="FFFFFF"/>
                </a:solidFill>
                <a:latin typeface="IBM Plex Sans Arabic"/>
                <a:ea typeface="IBM Plex Sans Arabic"/>
                <a:cs typeface="IBM Plex Sans Arabic"/>
                <a:sym typeface="IBM Plex Sans Arabic"/>
              </a:rPr>
              <a:t>Vector Database</a:t>
            </a:r>
            <a:endParaRPr sz="1200">
              <a:solidFill>
                <a:srgbClr val="FFFFFF"/>
              </a:solidFill>
              <a:latin typeface="IBM Plex Sans Arabic"/>
              <a:ea typeface="IBM Plex Sans Arabic"/>
              <a:cs typeface="IBM Plex Sans Arabic"/>
              <a:sym typeface="IBM Plex Sans Arabic"/>
            </a:endParaRPr>
          </a:p>
        </p:txBody>
      </p:sp>
      <p:sp>
        <p:nvSpPr>
          <p:cNvPr id="1175" name="Google Shape;1175;p92"/>
          <p:cNvSpPr/>
          <p:nvPr/>
        </p:nvSpPr>
        <p:spPr>
          <a:xfrm>
            <a:off x="3142687" y="3079018"/>
            <a:ext cx="711600" cy="711600"/>
          </a:xfrm>
          <a:prstGeom prst="ellipse">
            <a:avLst/>
          </a:prstGeom>
          <a:gradFill>
            <a:gsLst>
              <a:gs pos="0">
                <a:srgbClr val="8134EC">
                  <a:alpha val="50196"/>
                </a:srgbClr>
              </a:gs>
              <a:gs pos="7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92"/>
          <p:cNvSpPr/>
          <p:nvPr/>
        </p:nvSpPr>
        <p:spPr>
          <a:xfrm>
            <a:off x="5289762" y="1324743"/>
            <a:ext cx="711600" cy="711600"/>
          </a:xfrm>
          <a:prstGeom prst="ellipse">
            <a:avLst/>
          </a:prstGeom>
          <a:gradFill>
            <a:gsLst>
              <a:gs pos="0">
                <a:srgbClr val="8134EC">
                  <a:alpha val="50196"/>
                </a:srgbClr>
              </a:gs>
              <a:gs pos="7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77" name="Google Shape;1177;p92"/>
          <p:cNvGrpSpPr/>
          <p:nvPr/>
        </p:nvGrpSpPr>
        <p:grpSpPr>
          <a:xfrm>
            <a:off x="3331292" y="1571266"/>
            <a:ext cx="333683" cy="275313"/>
            <a:chOff x="4685988" y="2187438"/>
            <a:chExt cx="487555" cy="402269"/>
          </a:xfrm>
        </p:grpSpPr>
        <p:sp>
          <p:nvSpPr>
            <p:cNvPr id="1178" name="Google Shape;1178;p92"/>
            <p:cNvSpPr/>
            <p:nvPr/>
          </p:nvSpPr>
          <p:spPr>
            <a:xfrm>
              <a:off x="4685988" y="2532846"/>
              <a:ext cx="487555" cy="56862"/>
            </a:xfrm>
            <a:custGeom>
              <a:rect b="b" l="l" r="r" t="t"/>
              <a:pathLst>
                <a:path extrusionOk="0" h="536" w="4596">
                  <a:moveTo>
                    <a:pt x="1" y="1"/>
                  </a:moveTo>
                  <a:lnTo>
                    <a:pt x="4595" y="1"/>
                  </a:lnTo>
                  <a:lnTo>
                    <a:pt x="4595" y="536"/>
                  </a:lnTo>
                  <a:lnTo>
                    <a:pt x="1" y="536"/>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92"/>
            <p:cNvSpPr/>
            <p:nvPr/>
          </p:nvSpPr>
          <p:spPr>
            <a:xfrm>
              <a:off x="4714419" y="2216717"/>
              <a:ext cx="430695" cy="286854"/>
            </a:xfrm>
            <a:custGeom>
              <a:rect b="b" l="l" r="r" t="t"/>
              <a:pathLst>
                <a:path extrusionOk="0" h="2704" w="4060">
                  <a:moveTo>
                    <a:pt x="4059" y="2704"/>
                  </a:moveTo>
                  <a:lnTo>
                    <a:pt x="4059" y="1"/>
                  </a:lnTo>
                  <a:lnTo>
                    <a:pt x="3176" y="1"/>
                  </a:lnTo>
                  <a:cubicBezTo>
                    <a:pt x="3399" y="269"/>
                    <a:pt x="3524" y="616"/>
                    <a:pt x="3515" y="991"/>
                  </a:cubicBezTo>
                  <a:cubicBezTo>
                    <a:pt x="3497" y="1776"/>
                    <a:pt x="2864" y="2419"/>
                    <a:pt x="2070" y="2436"/>
                  </a:cubicBezTo>
                  <a:cubicBezTo>
                    <a:pt x="1231" y="2463"/>
                    <a:pt x="545" y="1785"/>
                    <a:pt x="545" y="947"/>
                  </a:cubicBezTo>
                  <a:cubicBezTo>
                    <a:pt x="545" y="590"/>
                    <a:pt x="669" y="260"/>
                    <a:pt x="884" y="1"/>
                  </a:cubicBezTo>
                  <a:lnTo>
                    <a:pt x="0" y="1"/>
                  </a:lnTo>
                  <a:lnTo>
                    <a:pt x="0" y="2704"/>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92"/>
            <p:cNvSpPr/>
            <p:nvPr/>
          </p:nvSpPr>
          <p:spPr>
            <a:xfrm>
              <a:off x="4871528" y="2246102"/>
              <a:ext cx="43600" cy="141093"/>
            </a:xfrm>
            <a:custGeom>
              <a:rect b="b" l="l" r="r" t="t"/>
              <a:pathLst>
                <a:path extrusionOk="0" h="1330" w="411">
                  <a:moveTo>
                    <a:pt x="411" y="0"/>
                  </a:moveTo>
                  <a:cubicBezTo>
                    <a:pt x="179" y="63"/>
                    <a:pt x="0" y="277"/>
                    <a:pt x="0" y="536"/>
                  </a:cubicBezTo>
                  <a:lnTo>
                    <a:pt x="0" y="803"/>
                  </a:lnTo>
                  <a:cubicBezTo>
                    <a:pt x="0" y="1062"/>
                    <a:pt x="179" y="1276"/>
                    <a:pt x="411" y="1330"/>
                  </a:cubicBez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92"/>
            <p:cNvSpPr/>
            <p:nvPr/>
          </p:nvSpPr>
          <p:spPr>
            <a:xfrm>
              <a:off x="4944407" y="2246102"/>
              <a:ext cx="43600" cy="141093"/>
            </a:xfrm>
            <a:custGeom>
              <a:rect b="b" l="l" r="r" t="t"/>
              <a:pathLst>
                <a:path extrusionOk="0" h="1330" w="411">
                  <a:moveTo>
                    <a:pt x="0" y="0"/>
                  </a:moveTo>
                  <a:lnTo>
                    <a:pt x="0" y="1330"/>
                  </a:lnTo>
                  <a:cubicBezTo>
                    <a:pt x="232" y="1276"/>
                    <a:pt x="411" y="1062"/>
                    <a:pt x="411" y="803"/>
                  </a:cubicBezTo>
                  <a:lnTo>
                    <a:pt x="411" y="536"/>
                  </a:lnTo>
                  <a:cubicBezTo>
                    <a:pt x="411" y="277"/>
                    <a:pt x="232" y="63"/>
                    <a:pt x="0" y="0"/>
                  </a:cubicBez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92"/>
            <p:cNvSpPr/>
            <p:nvPr/>
          </p:nvSpPr>
          <p:spPr>
            <a:xfrm>
              <a:off x="4800558" y="2187438"/>
              <a:ext cx="258417" cy="259378"/>
            </a:xfrm>
            <a:custGeom>
              <a:rect b="b" l="l" r="r" t="t"/>
              <a:pathLst>
                <a:path extrusionOk="0" h="2445" w="2436">
                  <a:moveTo>
                    <a:pt x="2034" y="1089"/>
                  </a:moveTo>
                  <a:lnTo>
                    <a:pt x="2034" y="1347"/>
                  </a:lnTo>
                  <a:cubicBezTo>
                    <a:pt x="2034" y="1785"/>
                    <a:pt x="1686" y="2159"/>
                    <a:pt x="1249" y="2168"/>
                  </a:cubicBezTo>
                  <a:cubicBezTo>
                    <a:pt x="785" y="2186"/>
                    <a:pt x="402" y="1820"/>
                    <a:pt x="402" y="1356"/>
                  </a:cubicBezTo>
                  <a:lnTo>
                    <a:pt x="402" y="1098"/>
                  </a:lnTo>
                  <a:cubicBezTo>
                    <a:pt x="402" y="661"/>
                    <a:pt x="750" y="286"/>
                    <a:pt x="1187" y="268"/>
                  </a:cubicBezTo>
                  <a:cubicBezTo>
                    <a:pt x="1651" y="259"/>
                    <a:pt x="2034" y="625"/>
                    <a:pt x="2034" y="1089"/>
                  </a:cubicBezTo>
                  <a:close/>
                  <a:moveTo>
                    <a:pt x="0" y="1223"/>
                  </a:moveTo>
                  <a:cubicBezTo>
                    <a:pt x="0" y="1892"/>
                    <a:pt x="544" y="2445"/>
                    <a:pt x="1222" y="2445"/>
                  </a:cubicBezTo>
                  <a:cubicBezTo>
                    <a:pt x="1891" y="2445"/>
                    <a:pt x="2436" y="1892"/>
                    <a:pt x="2436" y="1223"/>
                  </a:cubicBezTo>
                  <a:cubicBezTo>
                    <a:pt x="2436" y="553"/>
                    <a:pt x="1891" y="0"/>
                    <a:pt x="1222" y="0"/>
                  </a:cubicBezTo>
                  <a:cubicBezTo>
                    <a:pt x="544" y="0"/>
                    <a:pt x="0" y="553"/>
                    <a:pt x="0" y="1223"/>
                  </a:cubicBez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3" name="Google Shape;1183;p92"/>
          <p:cNvGrpSpPr/>
          <p:nvPr/>
        </p:nvGrpSpPr>
        <p:grpSpPr>
          <a:xfrm>
            <a:off x="3346830" y="2403993"/>
            <a:ext cx="302537" cy="335575"/>
            <a:chOff x="4708690" y="2740133"/>
            <a:chExt cx="442048" cy="490319"/>
          </a:xfrm>
        </p:grpSpPr>
        <p:sp>
          <p:nvSpPr>
            <p:cNvPr id="1184" name="Google Shape;1184;p92"/>
            <p:cNvSpPr/>
            <p:nvPr/>
          </p:nvSpPr>
          <p:spPr>
            <a:xfrm>
              <a:off x="4944407" y="2832849"/>
              <a:ext cx="206330" cy="302024"/>
            </a:xfrm>
            <a:custGeom>
              <a:rect b="b" l="l" r="r" t="t"/>
              <a:pathLst>
                <a:path extrusionOk="0" h="2847" w="1945">
                  <a:moveTo>
                    <a:pt x="1651" y="1847"/>
                  </a:moveTo>
                  <a:cubicBezTo>
                    <a:pt x="1526" y="1776"/>
                    <a:pt x="1383" y="1758"/>
                    <a:pt x="1249" y="1794"/>
                  </a:cubicBezTo>
                  <a:cubicBezTo>
                    <a:pt x="1151" y="1820"/>
                    <a:pt x="1071" y="1865"/>
                    <a:pt x="999" y="1936"/>
                  </a:cubicBezTo>
                  <a:lnTo>
                    <a:pt x="660" y="1740"/>
                  </a:lnTo>
                  <a:cubicBezTo>
                    <a:pt x="669" y="1687"/>
                    <a:pt x="678" y="1624"/>
                    <a:pt x="678" y="1571"/>
                  </a:cubicBezTo>
                  <a:lnTo>
                    <a:pt x="678" y="1303"/>
                  </a:lnTo>
                  <a:cubicBezTo>
                    <a:pt x="678" y="1241"/>
                    <a:pt x="669" y="1187"/>
                    <a:pt x="660" y="1125"/>
                  </a:cubicBezTo>
                  <a:lnTo>
                    <a:pt x="999" y="928"/>
                  </a:lnTo>
                  <a:cubicBezTo>
                    <a:pt x="1071" y="1000"/>
                    <a:pt x="1151" y="1053"/>
                    <a:pt x="1249" y="1071"/>
                  </a:cubicBezTo>
                  <a:cubicBezTo>
                    <a:pt x="1294" y="1089"/>
                    <a:pt x="1338" y="1089"/>
                    <a:pt x="1383" y="1089"/>
                  </a:cubicBezTo>
                  <a:cubicBezTo>
                    <a:pt x="1490" y="1089"/>
                    <a:pt x="1588" y="1062"/>
                    <a:pt x="1677" y="1009"/>
                  </a:cubicBezTo>
                  <a:cubicBezTo>
                    <a:pt x="1784" y="937"/>
                    <a:pt x="1856" y="839"/>
                    <a:pt x="1900" y="723"/>
                  </a:cubicBezTo>
                  <a:cubicBezTo>
                    <a:pt x="1945" y="571"/>
                    <a:pt x="1927" y="420"/>
                    <a:pt x="1847" y="286"/>
                  </a:cubicBezTo>
                  <a:cubicBezTo>
                    <a:pt x="1775" y="161"/>
                    <a:pt x="1659" y="72"/>
                    <a:pt x="1526" y="36"/>
                  </a:cubicBezTo>
                  <a:cubicBezTo>
                    <a:pt x="1383" y="0"/>
                    <a:pt x="1240" y="18"/>
                    <a:pt x="1115" y="90"/>
                  </a:cubicBezTo>
                  <a:cubicBezTo>
                    <a:pt x="990" y="161"/>
                    <a:pt x="901" y="277"/>
                    <a:pt x="866" y="411"/>
                  </a:cubicBezTo>
                  <a:cubicBezTo>
                    <a:pt x="839" y="509"/>
                    <a:pt x="839" y="607"/>
                    <a:pt x="866" y="696"/>
                  </a:cubicBezTo>
                  <a:lnTo>
                    <a:pt x="562" y="875"/>
                  </a:lnTo>
                  <a:cubicBezTo>
                    <a:pt x="437" y="678"/>
                    <a:pt x="232" y="536"/>
                    <a:pt x="0" y="491"/>
                  </a:cubicBezTo>
                  <a:lnTo>
                    <a:pt x="0" y="2373"/>
                  </a:lnTo>
                  <a:cubicBezTo>
                    <a:pt x="232" y="2329"/>
                    <a:pt x="437" y="2186"/>
                    <a:pt x="562" y="1990"/>
                  </a:cubicBezTo>
                  <a:lnTo>
                    <a:pt x="866" y="2168"/>
                  </a:lnTo>
                  <a:cubicBezTo>
                    <a:pt x="839" y="2257"/>
                    <a:pt x="839" y="2356"/>
                    <a:pt x="866" y="2454"/>
                  </a:cubicBezTo>
                  <a:cubicBezTo>
                    <a:pt x="901" y="2588"/>
                    <a:pt x="990" y="2704"/>
                    <a:pt x="1115" y="2775"/>
                  </a:cubicBezTo>
                  <a:cubicBezTo>
                    <a:pt x="1196" y="2828"/>
                    <a:pt x="1294" y="2846"/>
                    <a:pt x="1383" y="2846"/>
                  </a:cubicBezTo>
                  <a:cubicBezTo>
                    <a:pt x="1428" y="2846"/>
                    <a:pt x="1481" y="2846"/>
                    <a:pt x="1526" y="2828"/>
                  </a:cubicBezTo>
                  <a:cubicBezTo>
                    <a:pt x="1659" y="2793"/>
                    <a:pt x="1775" y="2704"/>
                    <a:pt x="1847" y="2579"/>
                  </a:cubicBezTo>
                  <a:cubicBezTo>
                    <a:pt x="1918" y="2454"/>
                    <a:pt x="1945" y="2311"/>
                    <a:pt x="1900" y="2177"/>
                  </a:cubicBezTo>
                  <a:cubicBezTo>
                    <a:pt x="1865" y="2034"/>
                    <a:pt x="1775" y="1918"/>
                    <a:pt x="1651" y="1847"/>
                  </a:cubicBez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92"/>
            <p:cNvSpPr/>
            <p:nvPr/>
          </p:nvSpPr>
          <p:spPr>
            <a:xfrm>
              <a:off x="4871528" y="3084585"/>
              <a:ext cx="115524" cy="145867"/>
            </a:xfrm>
            <a:custGeom>
              <a:rect b="b" l="l" r="r" t="t"/>
              <a:pathLst>
                <a:path extrusionOk="0" h="1375" w="1089">
                  <a:moveTo>
                    <a:pt x="411" y="0"/>
                  </a:moveTo>
                  <a:lnTo>
                    <a:pt x="411" y="295"/>
                  </a:lnTo>
                  <a:cubicBezTo>
                    <a:pt x="179" y="357"/>
                    <a:pt x="0" y="580"/>
                    <a:pt x="9" y="839"/>
                  </a:cubicBezTo>
                  <a:cubicBezTo>
                    <a:pt x="27" y="1116"/>
                    <a:pt x="250" y="1339"/>
                    <a:pt x="527" y="1356"/>
                  </a:cubicBezTo>
                  <a:cubicBezTo>
                    <a:pt x="830" y="1374"/>
                    <a:pt x="1089" y="1125"/>
                    <a:pt x="1089" y="821"/>
                  </a:cubicBezTo>
                  <a:cubicBezTo>
                    <a:pt x="1089" y="571"/>
                    <a:pt x="919" y="357"/>
                    <a:pt x="687" y="295"/>
                  </a:cubicBezTo>
                  <a:lnTo>
                    <a:pt x="687" y="0"/>
                  </a:lnTo>
                  <a:cubicBezTo>
                    <a:pt x="643" y="9"/>
                    <a:pt x="598" y="9"/>
                    <a:pt x="553" y="9"/>
                  </a:cubicBezTo>
                  <a:cubicBezTo>
                    <a:pt x="500" y="9"/>
                    <a:pt x="455" y="9"/>
                    <a:pt x="411" y="0"/>
                  </a:cubicBez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92"/>
            <p:cNvSpPr/>
            <p:nvPr/>
          </p:nvSpPr>
          <p:spPr>
            <a:xfrm>
              <a:off x="4872483" y="2740133"/>
              <a:ext cx="115524" cy="144912"/>
            </a:xfrm>
            <a:custGeom>
              <a:rect b="b" l="l" r="r" t="t"/>
              <a:pathLst>
                <a:path extrusionOk="0" h="1366" w="1089">
                  <a:moveTo>
                    <a:pt x="678" y="1365"/>
                  </a:moveTo>
                  <a:lnTo>
                    <a:pt x="678" y="1071"/>
                  </a:lnTo>
                  <a:cubicBezTo>
                    <a:pt x="910" y="1008"/>
                    <a:pt x="1089" y="785"/>
                    <a:pt x="1080" y="527"/>
                  </a:cubicBezTo>
                  <a:cubicBezTo>
                    <a:pt x="1062" y="250"/>
                    <a:pt x="839" y="27"/>
                    <a:pt x="562" y="9"/>
                  </a:cubicBezTo>
                  <a:cubicBezTo>
                    <a:pt x="259" y="0"/>
                    <a:pt x="0" y="241"/>
                    <a:pt x="0" y="553"/>
                  </a:cubicBezTo>
                  <a:cubicBezTo>
                    <a:pt x="0" y="803"/>
                    <a:pt x="170" y="1008"/>
                    <a:pt x="402" y="1071"/>
                  </a:cubicBezTo>
                  <a:lnTo>
                    <a:pt x="402" y="1365"/>
                  </a:lnTo>
                  <a:cubicBezTo>
                    <a:pt x="446" y="1356"/>
                    <a:pt x="491" y="1356"/>
                    <a:pt x="544" y="1356"/>
                  </a:cubicBezTo>
                  <a:cubicBezTo>
                    <a:pt x="589" y="1356"/>
                    <a:pt x="634" y="1356"/>
                    <a:pt x="678" y="1365"/>
                  </a:cubicBez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92"/>
            <p:cNvSpPr/>
            <p:nvPr/>
          </p:nvSpPr>
          <p:spPr>
            <a:xfrm>
              <a:off x="4708690" y="2832849"/>
              <a:ext cx="206437" cy="302024"/>
            </a:xfrm>
            <a:custGeom>
              <a:rect b="b" l="l" r="r" t="t"/>
              <a:pathLst>
                <a:path extrusionOk="0" h="2847" w="1946">
                  <a:moveTo>
                    <a:pt x="1384" y="875"/>
                  </a:moveTo>
                  <a:lnTo>
                    <a:pt x="1080" y="696"/>
                  </a:lnTo>
                  <a:cubicBezTo>
                    <a:pt x="1107" y="607"/>
                    <a:pt x="1107" y="509"/>
                    <a:pt x="1080" y="411"/>
                  </a:cubicBezTo>
                  <a:cubicBezTo>
                    <a:pt x="1045" y="277"/>
                    <a:pt x="955" y="161"/>
                    <a:pt x="830" y="90"/>
                  </a:cubicBezTo>
                  <a:cubicBezTo>
                    <a:pt x="706" y="18"/>
                    <a:pt x="563" y="0"/>
                    <a:pt x="420" y="36"/>
                  </a:cubicBezTo>
                  <a:cubicBezTo>
                    <a:pt x="286" y="72"/>
                    <a:pt x="170" y="161"/>
                    <a:pt x="99" y="286"/>
                  </a:cubicBezTo>
                  <a:cubicBezTo>
                    <a:pt x="19" y="420"/>
                    <a:pt x="1" y="571"/>
                    <a:pt x="54" y="723"/>
                  </a:cubicBezTo>
                  <a:cubicBezTo>
                    <a:pt x="90" y="839"/>
                    <a:pt x="161" y="937"/>
                    <a:pt x="268" y="1009"/>
                  </a:cubicBezTo>
                  <a:cubicBezTo>
                    <a:pt x="358" y="1062"/>
                    <a:pt x="456" y="1089"/>
                    <a:pt x="563" y="1089"/>
                  </a:cubicBezTo>
                  <a:cubicBezTo>
                    <a:pt x="607" y="1089"/>
                    <a:pt x="652" y="1089"/>
                    <a:pt x="706" y="1071"/>
                  </a:cubicBezTo>
                  <a:cubicBezTo>
                    <a:pt x="795" y="1053"/>
                    <a:pt x="875" y="1000"/>
                    <a:pt x="946" y="928"/>
                  </a:cubicBezTo>
                  <a:lnTo>
                    <a:pt x="1285" y="1125"/>
                  </a:lnTo>
                  <a:cubicBezTo>
                    <a:pt x="1277" y="1187"/>
                    <a:pt x="1268" y="1241"/>
                    <a:pt x="1268" y="1303"/>
                  </a:cubicBezTo>
                  <a:lnTo>
                    <a:pt x="1268" y="1571"/>
                  </a:lnTo>
                  <a:cubicBezTo>
                    <a:pt x="1268" y="1624"/>
                    <a:pt x="1277" y="1687"/>
                    <a:pt x="1285" y="1740"/>
                  </a:cubicBezTo>
                  <a:lnTo>
                    <a:pt x="946" y="1936"/>
                  </a:lnTo>
                  <a:cubicBezTo>
                    <a:pt x="875" y="1865"/>
                    <a:pt x="795" y="1820"/>
                    <a:pt x="706" y="1794"/>
                  </a:cubicBezTo>
                  <a:cubicBezTo>
                    <a:pt x="554" y="1749"/>
                    <a:pt x="402" y="1776"/>
                    <a:pt x="268" y="1865"/>
                  </a:cubicBezTo>
                  <a:cubicBezTo>
                    <a:pt x="161" y="1927"/>
                    <a:pt x="90" y="2026"/>
                    <a:pt x="45" y="2150"/>
                  </a:cubicBezTo>
                  <a:cubicBezTo>
                    <a:pt x="1" y="2293"/>
                    <a:pt x="19" y="2445"/>
                    <a:pt x="99" y="2579"/>
                  </a:cubicBezTo>
                  <a:cubicBezTo>
                    <a:pt x="170" y="2704"/>
                    <a:pt x="286" y="2793"/>
                    <a:pt x="420" y="2828"/>
                  </a:cubicBezTo>
                  <a:cubicBezTo>
                    <a:pt x="465" y="2846"/>
                    <a:pt x="518" y="2846"/>
                    <a:pt x="563" y="2846"/>
                  </a:cubicBezTo>
                  <a:cubicBezTo>
                    <a:pt x="652" y="2846"/>
                    <a:pt x="750" y="2828"/>
                    <a:pt x="830" y="2775"/>
                  </a:cubicBezTo>
                  <a:cubicBezTo>
                    <a:pt x="955" y="2704"/>
                    <a:pt x="1045" y="2588"/>
                    <a:pt x="1080" y="2454"/>
                  </a:cubicBezTo>
                  <a:cubicBezTo>
                    <a:pt x="1107" y="2356"/>
                    <a:pt x="1107" y="2257"/>
                    <a:pt x="1080" y="2168"/>
                  </a:cubicBezTo>
                  <a:lnTo>
                    <a:pt x="1384" y="1990"/>
                  </a:lnTo>
                  <a:cubicBezTo>
                    <a:pt x="1508" y="2186"/>
                    <a:pt x="1714" y="2329"/>
                    <a:pt x="1946" y="2373"/>
                  </a:cubicBezTo>
                  <a:lnTo>
                    <a:pt x="1946" y="491"/>
                  </a:lnTo>
                  <a:cubicBezTo>
                    <a:pt x="1714" y="536"/>
                    <a:pt x="1508" y="678"/>
                    <a:pt x="1384" y="875"/>
                  </a:cubicBez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8" name="Google Shape;1188;p92"/>
          <p:cNvGrpSpPr/>
          <p:nvPr/>
        </p:nvGrpSpPr>
        <p:grpSpPr>
          <a:xfrm>
            <a:off x="3352710" y="3268718"/>
            <a:ext cx="290847" cy="332311"/>
            <a:chOff x="4717283" y="3338230"/>
            <a:chExt cx="424966" cy="485551"/>
          </a:xfrm>
        </p:grpSpPr>
        <p:sp>
          <p:nvSpPr>
            <p:cNvPr id="1189" name="Google Shape;1189;p92"/>
            <p:cNvSpPr/>
            <p:nvPr/>
          </p:nvSpPr>
          <p:spPr>
            <a:xfrm>
              <a:off x="4816577" y="3437524"/>
              <a:ext cx="72030" cy="135471"/>
            </a:xfrm>
            <a:custGeom>
              <a:rect b="b" l="l" r="r" t="t"/>
              <a:pathLst>
                <a:path extrusionOk="0" h="1277" w="679">
                  <a:moveTo>
                    <a:pt x="679" y="750"/>
                  </a:moveTo>
                  <a:lnTo>
                    <a:pt x="679" y="1"/>
                  </a:lnTo>
                  <a:cubicBezTo>
                    <a:pt x="295" y="63"/>
                    <a:pt x="1" y="402"/>
                    <a:pt x="1" y="804"/>
                  </a:cubicBezTo>
                  <a:cubicBezTo>
                    <a:pt x="1" y="982"/>
                    <a:pt x="63" y="1143"/>
                    <a:pt x="152" y="1277"/>
                  </a:cubicBez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92"/>
            <p:cNvSpPr/>
            <p:nvPr/>
          </p:nvSpPr>
          <p:spPr>
            <a:xfrm>
              <a:off x="4916932" y="3438479"/>
              <a:ext cx="71075" cy="70228"/>
            </a:xfrm>
            <a:custGeom>
              <a:rect b="b" l="l" r="r" t="t"/>
              <a:pathLst>
                <a:path extrusionOk="0" h="662" w="670">
                  <a:moveTo>
                    <a:pt x="0" y="661"/>
                  </a:moveTo>
                  <a:lnTo>
                    <a:pt x="670" y="661"/>
                  </a:lnTo>
                  <a:cubicBezTo>
                    <a:pt x="616" y="322"/>
                    <a:pt x="348" y="54"/>
                    <a:pt x="0" y="1"/>
                  </a:cubicBez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92"/>
            <p:cNvSpPr/>
            <p:nvPr/>
          </p:nvSpPr>
          <p:spPr>
            <a:xfrm>
              <a:off x="4852539" y="3536924"/>
              <a:ext cx="135467" cy="72032"/>
            </a:xfrm>
            <a:custGeom>
              <a:rect b="b" l="l" r="r" t="t"/>
              <a:pathLst>
                <a:path extrusionOk="0" h="679" w="1277">
                  <a:moveTo>
                    <a:pt x="527" y="1"/>
                  </a:moveTo>
                  <a:lnTo>
                    <a:pt x="1" y="527"/>
                  </a:lnTo>
                  <a:cubicBezTo>
                    <a:pt x="135" y="625"/>
                    <a:pt x="295" y="679"/>
                    <a:pt x="474" y="679"/>
                  </a:cubicBezTo>
                  <a:cubicBezTo>
                    <a:pt x="875" y="679"/>
                    <a:pt x="1205" y="384"/>
                    <a:pt x="1277" y="1"/>
                  </a:cubicBez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92"/>
            <p:cNvSpPr/>
            <p:nvPr/>
          </p:nvSpPr>
          <p:spPr>
            <a:xfrm>
              <a:off x="4717283" y="3338230"/>
              <a:ext cx="424966" cy="485551"/>
            </a:xfrm>
            <a:custGeom>
              <a:rect b="b" l="l" r="r" t="t"/>
              <a:pathLst>
                <a:path extrusionOk="0" h="4577" w="4006">
                  <a:moveTo>
                    <a:pt x="1749" y="2819"/>
                  </a:moveTo>
                  <a:cubicBezTo>
                    <a:pt x="1151" y="2819"/>
                    <a:pt x="669" y="2338"/>
                    <a:pt x="669" y="1740"/>
                  </a:cubicBezTo>
                  <a:cubicBezTo>
                    <a:pt x="669" y="1142"/>
                    <a:pt x="1151" y="660"/>
                    <a:pt x="1749" y="660"/>
                  </a:cubicBezTo>
                  <a:cubicBezTo>
                    <a:pt x="2346" y="660"/>
                    <a:pt x="2828" y="1142"/>
                    <a:pt x="2828" y="1740"/>
                  </a:cubicBezTo>
                  <a:cubicBezTo>
                    <a:pt x="2828" y="2338"/>
                    <a:pt x="2346" y="2819"/>
                    <a:pt x="1749" y="2819"/>
                  </a:cubicBezTo>
                  <a:close/>
                  <a:moveTo>
                    <a:pt x="3497" y="1722"/>
                  </a:moveTo>
                  <a:cubicBezTo>
                    <a:pt x="3488" y="776"/>
                    <a:pt x="2712" y="0"/>
                    <a:pt x="1749" y="0"/>
                  </a:cubicBezTo>
                  <a:cubicBezTo>
                    <a:pt x="785" y="0"/>
                    <a:pt x="0" y="785"/>
                    <a:pt x="0" y="1749"/>
                  </a:cubicBezTo>
                  <a:cubicBezTo>
                    <a:pt x="0" y="2222"/>
                    <a:pt x="196" y="2677"/>
                    <a:pt x="544" y="3007"/>
                  </a:cubicBezTo>
                  <a:lnTo>
                    <a:pt x="544" y="4577"/>
                  </a:lnTo>
                  <a:lnTo>
                    <a:pt x="2694" y="4577"/>
                  </a:lnTo>
                  <a:lnTo>
                    <a:pt x="2694" y="3774"/>
                  </a:lnTo>
                  <a:lnTo>
                    <a:pt x="3497" y="3774"/>
                  </a:lnTo>
                  <a:lnTo>
                    <a:pt x="3497" y="3114"/>
                  </a:lnTo>
                  <a:lnTo>
                    <a:pt x="4006" y="3114"/>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3" name="Google Shape;1193;p92"/>
          <p:cNvGrpSpPr/>
          <p:nvPr/>
        </p:nvGrpSpPr>
        <p:grpSpPr>
          <a:xfrm>
            <a:off x="5478367" y="1531544"/>
            <a:ext cx="333685" cy="299274"/>
            <a:chOff x="4685988" y="3959030"/>
            <a:chExt cx="487558" cy="437280"/>
          </a:xfrm>
        </p:grpSpPr>
        <p:sp>
          <p:nvSpPr>
            <p:cNvPr id="1194" name="Google Shape;1194;p92"/>
            <p:cNvSpPr/>
            <p:nvPr/>
          </p:nvSpPr>
          <p:spPr>
            <a:xfrm>
              <a:off x="4685988" y="4232513"/>
              <a:ext cx="100460" cy="163795"/>
            </a:xfrm>
            <a:custGeom>
              <a:rect b="b" l="l" r="r" t="t"/>
              <a:pathLst>
                <a:path extrusionOk="0" h="1544" w="947">
                  <a:moveTo>
                    <a:pt x="322" y="331"/>
                  </a:moveTo>
                  <a:lnTo>
                    <a:pt x="634" y="331"/>
                  </a:lnTo>
                  <a:lnTo>
                    <a:pt x="634" y="598"/>
                  </a:lnTo>
                  <a:lnTo>
                    <a:pt x="322" y="598"/>
                  </a:lnTo>
                  <a:close/>
                  <a:moveTo>
                    <a:pt x="634" y="1205"/>
                  </a:moveTo>
                  <a:lnTo>
                    <a:pt x="322" y="1205"/>
                  </a:lnTo>
                  <a:lnTo>
                    <a:pt x="322" y="928"/>
                  </a:lnTo>
                  <a:lnTo>
                    <a:pt x="634" y="928"/>
                  </a:lnTo>
                  <a:close/>
                  <a:moveTo>
                    <a:pt x="946" y="1"/>
                  </a:moveTo>
                  <a:lnTo>
                    <a:pt x="1" y="1"/>
                  </a:lnTo>
                  <a:lnTo>
                    <a:pt x="1" y="1544"/>
                  </a:lnTo>
                  <a:lnTo>
                    <a:pt x="946" y="1544"/>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92"/>
            <p:cNvSpPr/>
            <p:nvPr/>
          </p:nvSpPr>
          <p:spPr>
            <a:xfrm>
              <a:off x="4904626" y="4223071"/>
              <a:ext cx="51238" cy="52194"/>
            </a:xfrm>
            <a:custGeom>
              <a:rect b="b" l="l" r="r" t="t"/>
              <a:pathLst>
                <a:path extrusionOk="0" h="492" w="483">
                  <a:moveTo>
                    <a:pt x="241" y="0"/>
                  </a:moveTo>
                  <a:cubicBezTo>
                    <a:pt x="375" y="0"/>
                    <a:pt x="482" y="107"/>
                    <a:pt x="482" y="250"/>
                  </a:cubicBezTo>
                  <a:cubicBezTo>
                    <a:pt x="482" y="384"/>
                    <a:pt x="375" y="491"/>
                    <a:pt x="241" y="491"/>
                  </a:cubicBezTo>
                  <a:cubicBezTo>
                    <a:pt x="108" y="491"/>
                    <a:pt x="0" y="384"/>
                    <a:pt x="0" y="250"/>
                  </a:cubicBezTo>
                  <a:cubicBezTo>
                    <a:pt x="0" y="107"/>
                    <a:pt x="108" y="0"/>
                    <a:pt x="241" y="0"/>
                  </a:cubicBez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92"/>
            <p:cNvSpPr/>
            <p:nvPr/>
          </p:nvSpPr>
          <p:spPr>
            <a:xfrm>
              <a:off x="4964245" y="4101924"/>
              <a:ext cx="209301" cy="101417"/>
            </a:xfrm>
            <a:custGeom>
              <a:rect b="b" l="l" r="r" t="t"/>
              <a:pathLst>
                <a:path extrusionOk="0" h="956" w="1973">
                  <a:moveTo>
                    <a:pt x="955" y="955"/>
                  </a:moveTo>
                  <a:lnTo>
                    <a:pt x="1972" y="955"/>
                  </a:lnTo>
                  <a:lnTo>
                    <a:pt x="1972" y="1"/>
                  </a:lnTo>
                  <a:lnTo>
                    <a:pt x="1" y="1"/>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92"/>
            <p:cNvSpPr/>
            <p:nvPr/>
          </p:nvSpPr>
          <p:spPr>
            <a:xfrm>
              <a:off x="4685988" y="4101924"/>
              <a:ext cx="209301" cy="101417"/>
            </a:xfrm>
            <a:custGeom>
              <a:rect b="b" l="l" r="r" t="t"/>
              <a:pathLst>
                <a:path extrusionOk="0" h="956" w="1973">
                  <a:moveTo>
                    <a:pt x="1018" y="955"/>
                  </a:moveTo>
                  <a:lnTo>
                    <a:pt x="1972" y="1"/>
                  </a:lnTo>
                  <a:lnTo>
                    <a:pt x="1" y="1"/>
                  </a:lnTo>
                  <a:lnTo>
                    <a:pt x="1" y="955"/>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92"/>
            <p:cNvSpPr/>
            <p:nvPr/>
          </p:nvSpPr>
          <p:spPr>
            <a:xfrm>
              <a:off x="5073086" y="4232513"/>
              <a:ext cx="100460" cy="163795"/>
            </a:xfrm>
            <a:custGeom>
              <a:rect b="b" l="l" r="r" t="t"/>
              <a:pathLst>
                <a:path extrusionOk="0" h="1544" w="947">
                  <a:moveTo>
                    <a:pt x="634" y="598"/>
                  </a:moveTo>
                  <a:lnTo>
                    <a:pt x="331" y="598"/>
                  </a:lnTo>
                  <a:lnTo>
                    <a:pt x="331" y="331"/>
                  </a:lnTo>
                  <a:lnTo>
                    <a:pt x="634" y="331"/>
                  </a:lnTo>
                  <a:close/>
                  <a:moveTo>
                    <a:pt x="634" y="1205"/>
                  </a:moveTo>
                  <a:lnTo>
                    <a:pt x="331" y="1205"/>
                  </a:lnTo>
                  <a:lnTo>
                    <a:pt x="331" y="928"/>
                  </a:lnTo>
                  <a:lnTo>
                    <a:pt x="634" y="928"/>
                  </a:lnTo>
                  <a:close/>
                  <a:moveTo>
                    <a:pt x="946" y="1"/>
                  </a:moveTo>
                  <a:lnTo>
                    <a:pt x="0" y="1"/>
                  </a:lnTo>
                  <a:lnTo>
                    <a:pt x="0" y="1544"/>
                  </a:lnTo>
                  <a:lnTo>
                    <a:pt x="946" y="1544"/>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92"/>
            <p:cNvSpPr/>
            <p:nvPr/>
          </p:nvSpPr>
          <p:spPr>
            <a:xfrm>
              <a:off x="4814667" y="4108501"/>
              <a:ext cx="230093" cy="287809"/>
            </a:xfrm>
            <a:custGeom>
              <a:rect b="b" l="l" r="r" t="t"/>
              <a:pathLst>
                <a:path extrusionOk="0" h="2713" w="2169">
                  <a:moveTo>
                    <a:pt x="1089" y="1839"/>
                  </a:moveTo>
                  <a:cubicBezTo>
                    <a:pt x="804" y="1839"/>
                    <a:pt x="572" y="1607"/>
                    <a:pt x="572" y="1330"/>
                  </a:cubicBezTo>
                  <a:cubicBezTo>
                    <a:pt x="572" y="1045"/>
                    <a:pt x="804" y="813"/>
                    <a:pt x="1089" y="813"/>
                  </a:cubicBezTo>
                  <a:cubicBezTo>
                    <a:pt x="1375" y="813"/>
                    <a:pt x="1598" y="1045"/>
                    <a:pt x="1598" y="1330"/>
                  </a:cubicBezTo>
                  <a:cubicBezTo>
                    <a:pt x="1598" y="1607"/>
                    <a:pt x="1375" y="1839"/>
                    <a:pt x="1089" y="1839"/>
                  </a:cubicBezTo>
                  <a:close/>
                  <a:moveTo>
                    <a:pt x="2169" y="1089"/>
                  </a:moveTo>
                  <a:lnTo>
                    <a:pt x="1089" y="1"/>
                  </a:lnTo>
                  <a:lnTo>
                    <a:pt x="1" y="1089"/>
                  </a:lnTo>
                  <a:lnTo>
                    <a:pt x="1" y="2713"/>
                  </a:lnTo>
                  <a:lnTo>
                    <a:pt x="2169" y="2713"/>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92"/>
            <p:cNvSpPr/>
            <p:nvPr/>
          </p:nvSpPr>
          <p:spPr>
            <a:xfrm>
              <a:off x="4828882" y="3959030"/>
              <a:ext cx="202618" cy="61635"/>
            </a:xfrm>
            <a:custGeom>
              <a:rect b="b" l="l" r="r" t="t"/>
              <a:pathLst>
                <a:path extrusionOk="0" h="581" w="1910">
                  <a:moveTo>
                    <a:pt x="955" y="268"/>
                  </a:moveTo>
                  <a:cubicBezTo>
                    <a:pt x="1241" y="268"/>
                    <a:pt x="1508" y="375"/>
                    <a:pt x="1714" y="580"/>
                  </a:cubicBezTo>
                  <a:lnTo>
                    <a:pt x="1910" y="393"/>
                  </a:lnTo>
                  <a:cubicBezTo>
                    <a:pt x="1651" y="134"/>
                    <a:pt x="1312" y="0"/>
                    <a:pt x="955" y="0"/>
                  </a:cubicBezTo>
                  <a:cubicBezTo>
                    <a:pt x="599" y="0"/>
                    <a:pt x="260" y="134"/>
                    <a:pt x="1" y="393"/>
                  </a:cubicBezTo>
                  <a:lnTo>
                    <a:pt x="197" y="580"/>
                  </a:lnTo>
                  <a:cubicBezTo>
                    <a:pt x="393" y="375"/>
                    <a:pt x="670" y="268"/>
                    <a:pt x="955" y="268"/>
                  </a:cubicBez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92"/>
            <p:cNvSpPr/>
            <p:nvPr/>
          </p:nvSpPr>
          <p:spPr>
            <a:xfrm>
              <a:off x="4869618" y="4015785"/>
              <a:ext cx="121252" cy="45510"/>
            </a:xfrm>
            <a:custGeom>
              <a:rect b="b" l="l" r="r" t="t"/>
              <a:pathLst>
                <a:path extrusionOk="0" h="429" w="1143">
                  <a:moveTo>
                    <a:pt x="0" y="233"/>
                  </a:moveTo>
                  <a:lnTo>
                    <a:pt x="188" y="429"/>
                  </a:lnTo>
                  <a:cubicBezTo>
                    <a:pt x="295" y="322"/>
                    <a:pt x="429" y="268"/>
                    <a:pt x="571" y="268"/>
                  </a:cubicBezTo>
                  <a:cubicBezTo>
                    <a:pt x="714" y="268"/>
                    <a:pt x="848" y="322"/>
                    <a:pt x="955" y="429"/>
                  </a:cubicBezTo>
                  <a:lnTo>
                    <a:pt x="1142" y="233"/>
                  </a:lnTo>
                  <a:cubicBezTo>
                    <a:pt x="991" y="81"/>
                    <a:pt x="785" y="1"/>
                    <a:pt x="571" y="1"/>
                  </a:cubicBezTo>
                  <a:cubicBezTo>
                    <a:pt x="357" y="1"/>
                    <a:pt x="152" y="81"/>
                    <a:pt x="0" y="233"/>
                  </a:cubicBez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02" name="Google Shape;1202;p92"/>
          <p:cNvSpPr txBox="1"/>
          <p:nvPr/>
        </p:nvSpPr>
        <p:spPr>
          <a:xfrm flipH="1">
            <a:off x="6115225" y="1380841"/>
            <a:ext cx="2300700" cy="65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ar" sz="1200">
                <a:solidFill>
                  <a:srgbClr val="FFFFFF"/>
                </a:solidFill>
                <a:latin typeface="IBM Plex Sans Arabic"/>
                <a:ea typeface="IBM Plex Sans Arabic"/>
                <a:cs typeface="IBM Plex Sans Arabic"/>
                <a:sym typeface="IBM Plex Sans Arabic"/>
              </a:rPr>
              <a:t>Web Development</a:t>
            </a:r>
            <a:endParaRPr sz="1200">
              <a:solidFill>
                <a:srgbClr val="FFFFFF"/>
              </a:solidFill>
              <a:latin typeface="IBM Plex Sans Arabic"/>
              <a:ea typeface="IBM Plex Sans Arabic"/>
              <a:cs typeface="IBM Plex Sans Arabic"/>
              <a:sym typeface="IBM Plex Sans Arabic"/>
            </a:endParaRPr>
          </a:p>
        </p:txBody>
      </p:sp>
      <p:sp>
        <p:nvSpPr>
          <p:cNvPr id="1203" name="Google Shape;1203;p92"/>
          <p:cNvSpPr txBox="1"/>
          <p:nvPr/>
        </p:nvSpPr>
        <p:spPr>
          <a:xfrm flipH="1">
            <a:off x="6115225" y="2245341"/>
            <a:ext cx="2300700" cy="65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ar" sz="1200">
                <a:solidFill>
                  <a:srgbClr val="FFFFFF"/>
                </a:solidFill>
                <a:latin typeface="IBM Plex Sans Arabic"/>
                <a:ea typeface="IBM Plex Sans Arabic"/>
                <a:cs typeface="IBM Plex Sans Arabic"/>
                <a:sym typeface="IBM Plex Sans Arabic"/>
              </a:rPr>
              <a:t>Application Programming Interface - API</a:t>
            </a:r>
            <a:endParaRPr sz="1200">
              <a:solidFill>
                <a:srgbClr val="FFFFFF"/>
              </a:solidFill>
              <a:latin typeface="IBM Plex Sans Arabic"/>
              <a:ea typeface="IBM Plex Sans Arabic"/>
              <a:cs typeface="IBM Plex Sans Arabic"/>
              <a:sym typeface="IBM Plex Sans Arabic"/>
            </a:endParaRPr>
          </a:p>
          <a:p>
            <a:pPr indent="0" lvl="0" marL="0" rtl="1" algn="r">
              <a:spcBef>
                <a:spcPts val="0"/>
              </a:spcBef>
              <a:spcAft>
                <a:spcPts val="0"/>
              </a:spcAft>
              <a:buNone/>
            </a:pPr>
            <a:r>
              <a:t/>
            </a:r>
            <a:endParaRPr sz="1200">
              <a:solidFill>
                <a:srgbClr val="FFFFFF"/>
              </a:solidFill>
              <a:latin typeface="IBM Plex Sans Arabic"/>
              <a:ea typeface="IBM Plex Sans Arabic"/>
              <a:cs typeface="IBM Plex Sans Arabic"/>
              <a:sym typeface="IBM Plex Sans Arabic"/>
            </a:endParaRPr>
          </a:p>
        </p:txBody>
      </p:sp>
      <p:sp>
        <p:nvSpPr>
          <p:cNvPr id="1204" name="Google Shape;1204;p92"/>
          <p:cNvSpPr/>
          <p:nvPr/>
        </p:nvSpPr>
        <p:spPr>
          <a:xfrm flipH="1">
            <a:off x="5289750" y="2215941"/>
            <a:ext cx="711600" cy="711600"/>
          </a:xfrm>
          <a:prstGeom prst="ellipse">
            <a:avLst/>
          </a:prstGeom>
          <a:gradFill>
            <a:gsLst>
              <a:gs pos="0">
                <a:srgbClr val="8134EC">
                  <a:alpha val="50196"/>
                </a:srgbClr>
              </a:gs>
              <a:gs pos="7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05" name="Google Shape;1205;p92"/>
          <p:cNvGrpSpPr/>
          <p:nvPr/>
        </p:nvGrpSpPr>
        <p:grpSpPr>
          <a:xfrm>
            <a:off x="5479074" y="2404646"/>
            <a:ext cx="332957" cy="333618"/>
            <a:chOff x="5400565" y="2741087"/>
            <a:chExt cx="486494" cy="487461"/>
          </a:xfrm>
        </p:grpSpPr>
        <p:sp>
          <p:nvSpPr>
            <p:cNvPr id="1206" name="Google Shape;1206;p92"/>
            <p:cNvSpPr/>
            <p:nvPr/>
          </p:nvSpPr>
          <p:spPr>
            <a:xfrm>
              <a:off x="5629599" y="2989004"/>
              <a:ext cx="28430" cy="29386"/>
            </a:xfrm>
            <a:custGeom>
              <a:rect b="b" l="l" r="r" t="t"/>
              <a:pathLst>
                <a:path extrusionOk="0" h="277" w="268">
                  <a:moveTo>
                    <a:pt x="134" y="0"/>
                  </a:moveTo>
                  <a:cubicBezTo>
                    <a:pt x="205" y="0"/>
                    <a:pt x="268" y="63"/>
                    <a:pt x="268" y="143"/>
                  </a:cubicBezTo>
                  <a:cubicBezTo>
                    <a:pt x="268" y="215"/>
                    <a:pt x="205" y="277"/>
                    <a:pt x="134" y="277"/>
                  </a:cubicBezTo>
                  <a:cubicBezTo>
                    <a:pt x="62" y="277"/>
                    <a:pt x="0" y="215"/>
                    <a:pt x="0" y="143"/>
                  </a:cubicBezTo>
                  <a:cubicBezTo>
                    <a:pt x="0" y="63"/>
                    <a:pt x="62" y="0"/>
                    <a:pt x="134" y="0"/>
                  </a:cubicBez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92"/>
            <p:cNvSpPr/>
            <p:nvPr/>
          </p:nvSpPr>
          <p:spPr>
            <a:xfrm>
              <a:off x="5545369" y="2932249"/>
              <a:ext cx="196889" cy="143003"/>
            </a:xfrm>
            <a:custGeom>
              <a:rect b="b" l="l" r="r" t="t"/>
              <a:pathLst>
                <a:path extrusionOk="0" h="1348" w="1856">
                  <a:moveTo>
                    <a:pt x="928" y="1080"/>
                  </a:moveTo>
                  <a:cubicBezTo>
                    <a:pt x="705" y="1080"/>
                    <a:pt x="526" y="892"/>
                    <a:pt x="526" y="678"/>
                  </a:cubicBezTo>
                  <a:cubicBezTo>
                    <a:pt x="526" y="455"/>
                    <a:pt x="705" y="268"/>
                    <a:pt x="928" y="268"/>
                  </a:cubicBezTo>
                  <a:cubicBezTo>
                    <a:pt x="1151" y="268"/>
                    <a:pt x="1329" y="455"/>
                    <a:pt x="1329" y="678"/>
                  </a:cubicBezTo>
                  <a:cubicBezTo>
                    <a:pt x="1329" y="892"/>
                    <a:pt x="1151" y="1080"/>
                    <a:pt x="928" y="1080"/>
                  </a:cubicBezTo>
                  <a:close/>
                  <a:moveTo>
                    <a:pt x="928" y="0"/>
                  </a:moveTo>
                  <a:cubicBezTo>
                    <a:pt x="393" y="0"/>
                    <a:pt x="89" y="509"/>
                    <a:pt x="0" y="678"/>
                  </a:cubicBezTo>
                  <a:cubicBezTo>
                    <a:pt x="36" y="741"/>
                    <a:pt x="107" y="866"/>
                    <a:pt x="223" y="990"/>
                  </a:cubicBezTo>
                  <a:cubicBezTo>
                    <a:pt x="428" y="1231"/>
                    <a:pt x="660" y="1347"/>
                    <a:pt x="928" y="1347"/>
                  </a:cubicBezTo>
                  <a:cubicBezTo>
                    <a:pt x="1463" y="1347"/>
                    <a:pt x="1766" y="839"/>
                    <a:pt x="1856" y="678"/>
                  </a:cubicBezTo>
                  <a:cubicBezTo>
                    <a:pt x="1820" y="607"/>
                    <a:pt x="1749" y="482"/>
                    <a:pt x="1633" y="357"/>
                  </a:cubicBezTo>
                  <a:cubicBezTo>
                    <a:pt x="1427" y="116"/>
                    <a:pt x="1195" y="0"/>
                    <a:pt x="928" y="0"/>
                  </a:cubicBez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92"/>
            <p:cNvSpPr/>
            <p:nvPr/>
          </p:nvSpPr>
          <p:spPr>
            <a:xfrm>
              <a:off x="5485750" y="2836668"/>
              <a:ext cx="316126" cy="305737"/>
            </a:xfrm>
            <a:custGeom>
              <a:rect b="b" l="l" r="r" t="t"/>
              <a:pathLst>
                <a:path extrusionOk="0" h="2882" w="2980">
                  <a:moveTo>
                    <a:pt x="2694" y="1624"/>
                  </a:moveTo>
                  <a:cubicBezTo>
                    <a:pt x="2685" y="1633"/>
                    <a:pt x="2596" y="1856"/>
                    <a:pt x="2409" y="2070"/>
                  </a:cubicBezTo>
                  <a:cubicBezTo>
                    <a:pt x="2150" y="2364"/>
                    <a:pt x="1829" y="2516"/>
                    <a:pt x="1490" y="2516"/>
                  </a:cubicBezTo>
                  <a:cubicBezTo>
                    <a:pt x="1151" y="2516"/>
                    <a:pt x="830" y="2364"/>
                    <a:pt x="571" y="2070"/>
                  </a:cubicBezTo>
                  <a:cubicBezTo>
                    <a:pt x="384" y="1856"/>
                    <a:pt x="294" y="1633"/>
                    <a:pt x="285" y="1624"/>
                  </a:cubicBezTo>
                  <a:lnTo>
                    <a:pt x="268" y="1579"/>
                  </a:lnTo>
                  <a:lnTo>
                    <a:pt x="285" y="1526"/>
                  </a:lnTo>
                  <a:cubicBezTo>
                    <a:pt x="294" y="1517"/>
                    <a:pt x="384" y="1303"/>
                    <a:pt x="571" y="1080"/>
                  </a:cubicBezTo>
                  <a:cubicBezTo>
                    <a:pt x="830" y="785"/>
                    <a:pt x="1151" y="634"/>
                    <a:pt x="1490" y="634"/>
                  </a:cubicBezTo>
                  <a:cubicBezTo>
                    <a:pt x="1829" y="634"/>
                    <a:pt x="2150" y="785"/>
                    <a:pt x="2409" y="1080"/>
                  </a:cubicBezTo>
                  <a:cubicBezTo>
                    <a:pt x="2596" y="1303"/>
                    <a:pt x="2685" y="1517"/>
                    <a:pt x="2694" y="1526"/>
                  </a:cubicBezTo>
                  <a:lnTo>
                    <a:pt x="2712" y="1579"/>
                  </a:lnTo>
                  <a:close/>
                  <a:moveTo>
                    <a:pt x="2980" y="741"/>
                  </a:moveTo>
                  <a:lnTo>
                    <a:pt x="1490" y="0"/>
                  </a:lnTo>
                  <a:lnTo>
                    <a:pt x="0" y="741"/>
                  </a:lnTo>
                  <a:lnTo>
                    <a:pt x="0" y="2882"/>
                  </a:lnTo>
                  <a:lnTo>
                    <a:pt x="2980" y="2882"/>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92"/>
            <p:cNvSpPr/>
            <p:nvPr/>
          </p:nvSpPr>
          <p:spPr>
            <a:xfrm>
              <a:off x="5400565" y="2741087"/>
              <a:ext cx="486494" cy="487461"/>
            </a:xfrm>
            <a:custGeom>
              <a:rect b="b" l="l" r="r" t="t"/>
              <a:pathLst>
                <a:path extrusionOk="0" h="4595" w="4586">
                  <a:moveTo>
                    <a:pt x="2293" y="607"/>
                  </a:moveTo>
                  <a:lnTo>
                    <a:pt x="4050" y="1481"/>
                  </a:lnTo>
                  <a:lnTo>
                    <a:pt x="4050" y="4059"/>
                  </a:lnTo>
                  <a:lnTo>
                    <a:pt x="535" y="4059"/>
                  </a:lnTo>
                  <a:lnTo>
                    <a:pt x="535" y="1481"/>
                  </a:lnTo>
                  <a:close/>
                  <a:moveTo>
                    <a:pt x="2293" y="0"/>
                  </a:moveTo>
                  <a:lnTo>
                    <a:pt x="0" y="1142"/>
                  </a:lnTo>
                  <a:lnTo>
                    <a:pt x="0" y="4594"/>
                  </a:lnTo>
                  <a:lnTo>
                    <a:pt x="4586" y="4594"/>
                  </a:lnTo>
                  <a:lnTo>
                    <a:pt x="4586" y="1142"/>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10" name="Google Shape;1210;p92"/>
          <p:cNvSpPr/>
          <p:nvPr/>
        </p:nvSpPr>
        <p:spPr>
          <a:xfrm flipH="1">
            <a:off x="5289750" y="3107141"/>
            <a:ext cx="711600" cy="711600"/>
          </a:xfrm>
          <a:prstGeom prst="ellipse">
            <a:avLst/>
          </a:prstGeom>
          <a:gradFill>
            <a:gsLst>
              <a:gs pos="0">
                <a:srgbClr val="8134EC">
                  <a:alpha val="50196"/>
                </a:srgbClr>
              </a:gs>
              <a:gs pos="7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11" name="Google Shape;1211;p92"/>
          <p:cNvGrpSpPr/>
          <p:nvPr/>
        </p:nvGrpSpPr>
        <p:grpSpPr>
          <a:xfrm>
            <a:off x="5479074" y="3296165"/>
            <a:ext cx="332959" cy="333615"/>
            <a:chOff x="5400565" y="3337276"/>
            <a:chExt cx="486497" cy="487456"/>
          </a:xfrm>
        </p:grpSpPr>
        <p:sp>
          <p:nvSpPr>
            <p:cNvPr id="1212" name="Google Shape;1212;p92"/>
            <p:cNvSpPr/>
            <p:nvPr/>
          </p:nvSpPr>
          <p:spPr>
            <a:xfrm>
              <a:off x="5524471" y="3429038"/>
              <a:ext cx="238580" cy="303934"/>
            </a:xfrm>
            <a:custGeom>
              <a:rect b="b" l="l" r="r" t="t"/>
              <a:pathLst>
                <a:path extrusionOk="0" h="2865" w="2249">
                  <a:moveTo>
                    <a:pt x="1259" y="1972"/>
                  </a:moveTo>
                  <a:lnTo>
                    <a:pt x="991" y="1972"/>
                  </a:lnTo>
                  <a:lnTo>
                    <a:pt x="991" y="1705"/>
                  </a:lnTo>
                  <a:lnTo>
                    <a:pt x="723" y="1705"/>
                  </a:lnTo>
                  <a:lnTo>
                    <a:pt x="723" y="1972"/>
                  </a:lnTo>
                  <a:lnTo>
                    <a:pt x="456" y="1972"/>
                  </a:lnTo>
                  <a:lnTo>
                    <a:pt x="456" y="893"/>
                  </a:lnTo>
                  <a:lnTo>
                    <a:pt x="1259" y="893"/>
                  </a:lnTo>
                  <a:close/>
                  <a:moveTo>
                    <a:pt x="1526" y="893"/>
                  </a:moveTo>
                  <a:lnTo>
                    <a:pt x="1794" y="893"/>
                  </a:lnTo>
                  <a:lnTo>
                    <a:pt x="1794" y="1972"/>
                  </a:lnTo>
                  <a:lnTo>
                    <a:pt x="1526" y="1972"/>
                  </a:lnTo>
                  <a:close/>
                  <a:moveTo>
                    <a:pt x="1" y="652"/>
                  </a:moveTo>
                  <a:lnTo>
                    <a:pt x="1" y="2213"/>
                  </a:lnTo>
                  <a:lnTo>
                    <a:pt x="1125" y="2864"/>
                  </a:lnTo>
                  <a:lnTo>
                    <a:pt x="2249" y="2213"/>
                  </a:lnTo>
                  <a:lnTo>
                    <a:pt x="2249" y="652"/>
                  </a:lnTo>
                  <a:lnTo>
                    <a:pt x="1125" y="1"/>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92"/>
            <p:cNvSpPr/>
            <p:nvPr/>
          </p:nvSpPr>
          <p:spPr>
            <a:xfrm>
              <a:off x="5601169" y="3553049"/>
              <a:ext cx="28430" cy="28431"/>
            </a:xfrm>
            <a:custGeom>
              <a:rect b="b" l="l" r="r" t="t"/>
              <a:pathLst>
                <a:path extrusionOk="0" h="268" w="268">
                  <a:moveTo>
                    <a:pt x="0" y="0"/>
                  </a:moveTo>
                  <a:lnTo>
                    <a:pt x="268" y="0"/>
                  </a:lnTo>
                  <a:lnTo>
                    <a:pt x="268" y="268"/>
                  </a:lnTo>
                  <a:lnTo>
                    <a:pt x="0" y="268"/>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92"/>
            <p:cNvSpPr/>
            <p:nvPr/>
          </p:nvSpPr>
          <p:spPr>
            <a:xfrm>
              <a:off x="5791376" y="3537879"/>
              <a:ext cx="95686" cy="29492"/>
            </a:xfrm>
            <a:custGeom>
              <a:rect b="b" l="l" r="r" t="t"/>
              <a:pathLst>
                <a:path extrusionOk="0" h="278" w="902">
                  <a:moveTo>
                    <a:pt x="1" y="1"/>
                  </a:moveTo>
                  <a:lnTo>
                    <a:pt x="902" y="1"/>
                  </a:lnTo>
                  <a:lnTo>
                    <a:pt x="902" y="277"/>
                  </a:lnTo>
                  <a:lnTo>
                    <a:pt x="1" y="277"/>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92"/>
            <p:cNvSpPr/>
            <p:nvPr/>
          </p:nvSpPr>
          <p:spPr>
            <a:xfrm>
              <a:off x="5601169" y="3337276"/>
              <a:ext cx="28430" cy="84338"/>
            </a:xfrm>
            <a:custGeom>
              <a:rect b="b" l="l" r="r" t="t"/>
              <a:pathLst>
                <a:path extrusionOk="0" h="795" w="268">
                  <a:moveTo>
                    <a:pt x="0" y="794"/>
                  </a:moveTo>
                  <a:lnTo>
                    <a:pt x="268" y="634"/>
                  </a:lnTo>
                  <a:lnTo>
                    <a:pt x="268" y="0"/>
                  </a:lnTo>
                  <a:lnTo>
                    <a:pt x="0" y="0"/>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92"/>
            <p:cNvSpPr/>
            <p:nvPr/>
          </p:nvSpPr>
          <p:spPr>
            <a:xfrm>
              <a:off x="5791376" y="3595588"/>
              <a:ext cx="95686" cy="28537"/>
            </a:xfrm>
            <a:custGeom>
              <a:rect b="b" l="l" r="r" t="t"/>
              <a:pathLst>
                <a:path extrusionOk="0" h="269" w="902">
                  <a:moveTo>
                    <a:pt x="1" y="1"/>
                  </a:moveTo>
                  <a:lnTo>
                    <a:pt x="902" y="1"/>
                  </a:lnTo>
                  <a:lnTo>
                    <a:pt x="902" y="268"/>
                  </a:lnTo>
                  <a:lnTo>
                    <a:pt x="1" y="268"/>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92"/>
            <p:cNvSpPr/>
            <p:nvPr/>
          </p:nvSpPr>
          <p:spPr>
            <a:xfrm>
              <a:off x="5400565" y="3595588"/>
              <a:ext cx="95686" cy="28537"/>
            </a:xfrm>
            <a:custGeom>
              <a:rect b="b" l="l" r="r" t="t"/>
              <a:pathLst>
                <a:path extrusionOk="0" h="269" w="902">
                  <a:moveTo>
                    <a:pt x="0" y="1"/>
                  </a:moveTo>
                  <a:lnTo>
                    <a:pt x="901" y="1"/>
                  </a:lnTo>
                  <a:lnTo>
                    <a:pt x="901" y="268"/>
                  </a:lnTo>
                  <a:lnTo>
                    <a:pt x="0" y="268"/>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92"/>
            <p:cNvSpPr/>
            <p:nvPr/>
          </p:nvSpPr>
          <p:spPr>
            <a:xfrm>
              <a:off x="5400565" y="3537879"/>
              <a:ext cx="95686" cy="29492"/>
            </a:xfrm>
            <a:custGeom>
              <a:rect b="b" l="l" r="r" t="t"/>
              <a:pathLst>
                <a:path extrusionOk="0" h="278" w="902">
                  <a:moveTo>
                    <a:pt x="0" y="1"/>
                  </a:moveTo>
                  <a:lnTo>
                    <a:pt x="901" y="1"/>
                  </a:lnTo>
                  <a:lnTo>
                    <a:pt x="901" y="277"/>
                  </a:lnTo>
                  <a:lnTo>
                    <a:pt x="0" y="277"/>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92"/>
            <p:cNvSpPr/>
            <p:nvPr/>
          </p:nvSpPr>
          <p:spPr>
            <a:xfrm>
              <a:off x="5400565" y="3652449"/>
              <a:ext cx="172278" cy="172282"/>
            </a:xfrm>
            <a:custGeom>
              <a:rect b="b" l="l" r="r" t="t"/>
              <a:pathLst>
                <a:path extrusionOk="0" h="1624" w="1624">
                  <a:moveTo>
                    <a:pt x="1624" y="678"/>
                  </a:moveTo>
                  <a:lnTo>
                    <a:pt x="901" y="268"/>
                  </a:lnTo>
                  <a:lnTo>
                    <a:pt x="901" y="0"/>
                  </a:lnTo>
                  <a:lnTo>
                    <a:pt x="0" y="0"/>
                  </a:lnTo>
                  <a:lnTo>
                    <a:pt x="0" y="1624"/>
                  </a:lnTo>
                  <a:lnTo>
                    <a:pt x="1624" y="1624"/>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92"/>
            <p:cNvSpPr/>
            <p:nvPr/>
          </p:nvSpPr>
          <p:spPr>
            <a:xfrm>
              <a:off x="5714678" y="3337276"/>
              <a:ext cx="172384" cy="172282"/>
            </a:xfrm>
            <a:custGeom>
              <a:rect b="b" l="l" r="r" t="t"/>
              <a:pathLst>
                <a:path extrusionOk="0" h="1624" w="1625">
                  <a:moveTo>
                    <a:pt x="1" y="946"/>
                  </a:moveTo>
                  <a:lnTo>
                    <a:pt x="724" y="1365"/>
                  </a:lnTo>
                  <a:lnTo>
                    <a:pt x="724" y="1624"/>
                  </a:lnTo>
                  <a:lnTo>
                    <a:pt x="1625" y="1624"/>
                  </a:lnTo>
                  <a:lnTo>
                    <a:pt x="1625" y="0"/>
                  </a:lnTo>
                  <a:lnTo>
                    <a:pt x="1" y="0"/>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92"/>
            <p:cNvSpPr/>
            <p:nvPr/>
          </p:nvSpPr>
          <p:spPr>
            <a:xfrm>
              <a:off x="5601169" y="3740392"/>
              <a:ext cx="28430" cy="84338"/>
            </a:xfrm>
            <a:custGeom>
              <a:rect b="b" l="l" r="r" t="t"/>
              <a:pathLst>
                <a:path extrusionOk="0" h="795" w="268">
                  <a:moveTo>
                    <a:pt x="268" y="161"/>
                  </a:moveTo>
                  <a:lnTo>
                    <a:pt x="0" y="1"/>
                  </a:lnTo>
                  <a:lnTo>
                    <a:pt x="0" y="795"/>
                  </a:lnTo>
                  <a:lnTo>
                    <a:pt x="268" y="795"/>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92"/>
            <p:cNvSpPr/>
            <p:nvPr/>
          </p:nvSpPr>
          <p:spPr>
            <a:xfrm>
              <a:off x="5714678" y="3652449"/>
              <a:ext cx="172384" cy="172282"/>
            </a:xfrm>
            <a:custGeom>
              <a:rect b="b" l="l" r="r" t="t"/>
              <a:pathLst>
                <a:path extrusionOk="0" h="1624" w="1625">
                  <a:moveTo>
                    <a:pt x="724" y="0"/>
                  </a:moveTo>
                  <a:lnTo>
                    <a:pt x="724" y="268"/>
                  </a:lnTo>
                  <a:lnTo>
                    <a:pt x="1" y="678"/>
                  </a:lnTo>
                  <a:lnTo>
                    <a:pt x="1" y="1624"/>
                  </a:lnTo>
                  <a:lnTo>
                    <a:pt x="1625" y="1624"/>
                  </a:lnTo>
                  <a:lnTo>
                    <a:pt x="1625" y="0"/>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92"/>
            <p:cNvSpPr/>
            <p:nvPr/>
          </p:nvSpPr>
          <p:spPr>
            <a:xfrm>
              <a:off x="5657923" y="3740392"/>
              <a:ext cx="28536" cy="84338"/>
            </a:xfrm>
            <a:custGeom>
              <a:rect b="b" l="l" r="r" t="t"/>
              <a:pathLst>
                <a:path extrusionOk="0" h="795" w="269">
                  <a:moveTo>
                    <a:pt x="268" y="1"/>
                  </a:moveTo>
                  <a:lnTo>
                    <a:pt x="1" y="161"/>
                  </a:lnTo>
                  <a:lnTo>
                    <a:pt x="1" y="795"/>
                  </a:lnTo>
                  <a:lnTo>
                    <a:pt x="268" y="795"/>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92"/>
            <p:cNvSpPr/>
            <p:nvPr/>
          </p:nvSpPr>
          <p:spPr>
            <a:xfrm>
              <a:off x="5400565" y="3337276"/>
              <a:ext cx="172278" cy="172282"/>
            </a:xfrm>
            <a:custGeom>
              <a:rect b="b" l="l" r="r" t="t"/>
              <a:pathLst>
                <a:path extrusionOk="0" h="1624" w="1624">
                  <a:moveTo>
                    <a:pt x="901" y="1624"/>
                  </a:moveTo>
                  <a:lnTo>
                    <a:pt x="901" y="1365"/>
                  </a:lnTo>
                  <a:lnTo>
                    <a:pt x="1624" y="946"/>
                  </a:lnTo>
                  <a:lnTo>
                    <a:pt x="1624" y="0"/>
                  </a:lnTo>
                  <a:lnTo>
                    <a:pt x="0" y="0"/>
                  </a:lnTo>
                  <a:lnTo>
                    <a:pt x="0" y="1624"/>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92"/>
            <p:cNvSpPr/>
            <p:nvPr/>
          </p:nvSpPr>
          <p:spPr>
            <a:xfrm>
              <a:off x="5657923" y="3337276"/>
              <a:ext cx="28536" cy="84338"/>
            </a:xfrm>
            <a:custGeom>
              <a:rect b="b" l="l" r="r" t="t"/>
              <a:pathLst>
                <a:path extrusionOk="0" h="795" w="269">
                  <a:moveTo>
                    <a:pt x="1" y="634"/>
                  </a:moveTo>
                  <a:lnTo>
                    <a:pt x="268" y="794"/>
                  </a:lnTo>
                  <a:lnTo>
                    <a:pt x="268" y="0"/>
                  </a:lnTo>
                  <a:lnTo>
                    <a:pt x="1" y="0"/>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6" name="Google Shape;1226;p92"/>
          <p:cNvSpPr txBox="1"/>
          <p:nvPr/>
        </p:nvSpPr>
        <p:spPr>
          <a:xfrm flipH="1">
            <a:off x="6115225" y="3135216"/>
            <a:ext cx="2300700" cy="65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ar" sz="1200">
                <a:solidFill>
                  <a:srgbClr val="FFFFFF"/>
                </a:solidFill>
                <a:latin typeface="IBM Plex Sans Arabic"/>
                <a:ea typeface="IBM Plex Sans Arabic"/>
                <a:cs typeface="IBM Plex Sans Arabic"/>
                <a:sym typeface="IBM Plex Sans Arabic"/>
              </a:rPr>
              <a:t>RAG</a:t>
            </a:r>
            <a:endParaRPr sz="1200">
              <a:solidFill>
                <a:srgbClr val="FFFFFF"/>
              </a:solidFill>
              <a:latin typeface="IBM Plex Sans Arabic"/>
              <a:ea typeface="IBM Plex Sans Arabic"/>
              <a:cs typeface="IBM Plex Sans Arabic"/>
              <a:sym typeface="IBM Plex Sans Arabic"/>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0" name="Shape 1230"/>
        <p:cNvGrpSpPr/>
        <p:nvPr/>
      </p:nvGrpSpPr>
      <p:grpSpPr>
        <a:xfrm>
          <a:off x="0" y="0"/>
          <a:ext cx="0" cy="0"/>
          <a:chOff x="0" y="0"/>
          <a:chExt cx="0" cy="0"/>
        </a:xfrm>
      </p:grpSpPr>
      <p:sp>
        <p:nvSpPr>
          <p:cNvPr id="1231" name="Google Shape;1231;p93"/>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p>
            <a:pPr indent="0" lvl="0" marL="0" rtl="1" algn="ctr">
              <a:spcBef>
                <a:spcPts val="0"/>
              </a:spcBef>
              <a:spcAft>
                <a:spcPts val="0"/>
              </a:spcAft>
              <a:buNone/>
            </a:pPr>
            <a:r>
              <a:rPr b="1" lang="ar">
                <a:solidFill>
                  <a:srgbClr val="DA2B89"/>
                </a:solidFill>
                <a:latin typeface="IBM Plex Sans Arabic"/>
                <a:ea typeface="IBM Plex Sans Arabic"/>
                <a:cs typeface="IBM Plex Sans Arabic"/>
                <a:sym typeface="IBM Plex Sans Arabic"/>
              </a:rPr>
              <a:t>البيانات المستخدمة</a:t>
            </a:r>
            <a:endParaRPr>
              <a:latin typeface="IBM Plex Sans Arabic"/>
              <a:ea typeface="IBM Plex Sans Arabic"/>
              <a:cs typeface="IBM Plex Sans Arabic"/>
              <a:sym typeface="IBM Plex Sans Arabic"/>
            </a:endParaRPr>
          </a:p>
        </p:txBody>
      </p:sp>
      <p:sp>
        <p:nvSpPr>
          <p:cNvPr id="1232" name="Google Shape;1232;p93"/>
          <p:cNvSpPr txBox="1"/>
          <p:nvPr/>
        </p:nvSpPr>
        <p:spPr>
          <a:xfrm>
            <a:off x="3479225" y="1447663"/>
            <a:ext cx="4852200" cy="572700"/>
          </a:xfrm>
          <a:prstGeom prst="rect">
            <a:avLst/>
          </a:prstGeom>
          <a:noFill/>
          <a:ln>
            <a:noFill/>
          </a:ln>
        </p:spPr>
        <p:txBody>
          <a:bodyPr anchorCtr="0" anchor="ctr" bIns="91425" lIns="91425" spcFirstLastPara="1" rIns="91425" wrap="square" tIns="91425">
            <a:noAutofit/>
          </a:bodyPr>
          <a:lstStyle/>
          <a:p>
            <a:pPr indent="0" lvl="0" marL="0" rtl="1" algn="r">
              <a:spcBef>
                <a:spcPts val="0"/>
              </a:spcBef>
              <a:spcAft>
                <a:spcPts val="0"/>
              </a:spcAft>
              <a:buNone/>
            </a:pPr>
            <a:r>
              <a:rPr lang="ar" sz="1100">
                <a:solidFill>
                  <a:srgbClr val="FFFFFF"/>
                </a:solidFill>
                <a:latin typeface="IBM Plex Sans Arabic"/>
                <a:ea typeface="IBM Plex Sans Arabic"/>
                <a:cs typeface="IBM Plex Sans Arabic"/>
                <a:sym typeface="IBM Plex Sans Arabic"/>
              </a:rPr>
              <a:t>لتحسين أداء علام عبر تقنية Fine-Tuning، اعتمدنا على مجموعة كبيرة من الأبيات الشعرية المختارة من جميع عصور الشعري، والتي شرحها وقدمها عارف حجاوي في خمس مجلدات تحكي قصة الشعر العمودي في كل العصور.</a:t>
            </a:r>
            <a:endParaRPr sz="1100">
              <a:solidFill>
                <a:srgbClr val="FFFFFF"/>
              </a:solidFill>
              <a:latin typeface="IBM Plex Sans Arabic"/>
              <a:ea typeface="IBM Plex Sans Arabic"/>
              <a:cs typeface="IBM Plex Sans Arabic"/>
              <a:sym typeface="IBM Plex Sans Arabic"/>
            </a:endParaRPr>
          </a:p>
        </p:txBody>
      </p:sp>
      <p:pic>
        <p:nvPicPr>
          <p:cNvPr id="1233" name="Google Shape;1233;p93"/>
          <p:cNvPicPr preferRelativeResize="0"/>
          <p:nvPr/>
        </p:nvPicPr>
        <p:blipFill>
          <a:blip r:embed="rId3">
            <a:alphaModFix/>
          </a:blip>
          <a:stretch>
            <a:fillRect/>
          </a:stretch>
        </p:blipFill>
        <p:spPr>
          <a:xfrm>
            <a:off x="383700" y="1447663"/>
            <a:ext cx="2745774" cy="2745774"/>
          </a:xfrm>
          <a:prstGeom prst="rect">
            <a:avLst/>
          </a:prstGeom>
          <a:noFill/>
          <a:ln>
            <a:noFill/>
          </a:ln>
        </p:spPr>
      </p:pic>
      <p:sp>
        <p:nvSpPr>
          <p:cNvPr id="1234" name="Google Shape;1234;p93"/>
          <p:cNvSpPr txBox="1"/>
          <p:nvPr/>
        </p:nvSpPr>
        <p:spPr>
          <a:xfrm>
            <a:off x="3479225" y="2162913"/>
            <a:ext cx="4852200" cy="362100"/>
          </a:xfrm>
          <a:prstGeom prst="rect">
            <a:avLst/>
          </a:prstGeom>
          <a:noFill/>
          <a:ln>
            <a:noFill/>
          </a:ln>
        </p:spPr>
        <p:txBody>
          <a:bodyPr anchorCtr="0" anchor="ctr" bIns="91425" lIns="91425" spcFirstLastPara="1" rIns="91425" wrap="square" tIns="91425">
            <a:noAutofit/>
          </a:bodyPr>
          <a:lstStyle/>
          <a:p>
            <a:pPr indent="0" lvl="0" marL="0" rtl="1" algn="r">
              <a:spcBef>
                <a:spcPts val="0"/>
              </a:spcBef>
              <a:spcAft>
                <a:spcPts val="0"/>
              </a:spcAft>
              <a:buNone/>
            </a:pPr>
            <a:r>
              <a:rPr lang="ar" sz="1100">
                <a:solidFill>
                  <a:srgbClr val="FFFFFF"/>
                </a:solidFill>
                <a:latin typeface="IBM Plex Sans Arabic"/>
                <a:ea typeface="IBM Plex Sans Arabic"/>
                <a:cs typeface="IBM Plex Sans Arabic"/>
                <a:sym typeface="IBM Plex Sans Arabic"/>
              </a:rPr>
              <a:t>عبر سلسلة من العمليات الشاقة، تمكنا من فصل وتصنيف الأبيات الشعرية: المشروحة بشكل كامل، مشروحة بشكل جزئي، وغير مشروحة.</a:t>
            </a:r>
            <a:endParaRPr sz="1100">
              <a:solidFill>
                <a:srgbClr val="FFFFFF"/>
              </a:solidFill>
              <a:latin typeface="IBM Plex Sans Arabic"/>
              <a:ea typeface="IBM Plex Sans Arabic"/>
              <a:cs typeface="IBM Plex Sans Arabic"/>
              <a:sym typeface="IBM Plex Sans Arabic"/>
            </a:endParaRPr>
          </a:p>
        </p:txBody>
      </p:sp>
      <p:sp>
        <p:nvSpPr>
          <p:cNvPr id="1235" name="Google Shape;1235;p93"/>
          <p:cNvSpPr txBox="1"/>
          <p:nvPr/>
        </p:nvSpPr>
        <p:spPr>
          <a:xfrm>
            <a:off x="3473575" y="2688388"/>
            <a:ext cx="4852200" cy="362100"/>
          </a:xfrm>
          <a:prstGeom prst="rect">
            <a:avLst/>
          </a:prstGeom>
          <a:noFill/>
          <a:ln>
            <a:noFill/>
          </a:ln>
        </p:spPr>
        <p:txBody>
          <a:bodyPr anchorCtr="0" anchor="ctr" bIns="91425" lIns="91425" spcFirstLastPara="1" rIns="91425" wrap="square" tIns="91425">
            <a:noAutofit/>
          </a:bodyPr>
          <a:lstStyle/>
          <a:p>
            <a:pPr indent="0" lvl="0" marL="0" rtl="1" algn="r">
              <a:spcBef>
                <a:spcPts val="0"/>
              </a:spcBef>
              <a:spcAft>
                <a:spcPts val="0"/>
              </a:spcAft>
              <a:buNone/>
            </a:pPr>
            <a:r>
              <a:rPr lang="ar" sz="1100">
                <a:solidFill>
                  <a:srgbClr val="FFFFFF"/>
                </a:solidFill>
                <a:latin typeface="IBM Plex Sans Arabic"/>
                <a:ea typeface="IBM Plex Sans Arabic"/>
                <a:cs typeface="IBM Plex Sans Arabic"/>
                <a:sym typeface="IBM Plex Sans Arabic"/>
              </a:rPr>
              <a:t>لضمان أفضل نتائج من عملية Fine-Tuning، دققت جميع الشروحات، وحذف منها الحشو.</a:t>
            </a:r>
            <a:endParaRPr sz="1100">
              <a:solidFill>
                <a:srgbClr val="FFFFFF"/>
              </a:solidFill>
              <a:latin typeface="IBM Plex Sans Arabic"/>
              <a:ea typeface="IBM Plex Sans Arabic"/>
              <a:cs typeface="IBM Plex Sans Arabic"/>
              <a:sym typeface="IBM Plex Sans Arabic"/>
            </a:endParaRPr>
          </a:p>
        </p:txBody>
      </p:sp>
      <p:grpSp>
        <p:nvGrpSpPr>
          <p:cNvPr id="1236" name="Google Shape;1236;p93"/>
          <p:cNvGrpSpPr/>
          <p:nvPr/>
        </p:nvGrpSpPr>
        <p:grpSpPr>
          <a:xfrm>
            <a:off x="8448035" y="2682168"/>
            <a:ext cx="290847" cy="332311"/>
            <a:chOff x="4717283" y="3338230"/>
            <a:chExt cx="424966" cy="485551"/>
          </a:xfrm>
        </p:grpSpPr>
        <p:sp>
          <p:nvSpPr>
            <p:cNvPr id="1237" name="Google Shape;1237;p93"/>
            <p:cNvSpPr/>
            <p:nvPr/>
          </p:nvSpPr>
          <p:spPr>
            <a:xfrm>
              <a:off x="4816577" y="3437524"/>
              <a:ext cx="72030" cy="135471"/>
            </a:xfrm>
            <a:custGeom>
              <a:rect b="b" l="l" r="r" t="t"/>
              <a:pathLst>
                <a:path extrusionOk="0" h="1277" w="679">
                  <a:moveTo>
                    <a:pt x="679" y="750"/>
                  </a:moveTo>
                  <a:lnTo>
                    <a:pt x="679" y="1"/>
                  </a:lnTo>
                  <a:cubicBezTo>
                    <a:pt x="295" y="63"/>
                    <a:pt x="1" y="402"/>
                    <a:pt x="1" y="804"/>
                  </a:cubicBezTo>
                  <a:cubicBezTo>
                    <a:pt x="1" y="982"/>
                    <a:pt x="63" y="1143"/>
                    <a:pt x="152" y="1277"/>
                  </a:cubicBez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93"/>
            <p:cNvSpPr/>
            <p:nvPr/>
          </p:nvSpPr>
          <p:spPr>
            <a:xfrm>
              <a:off x="4916932" y="3438479"/>
              <a:ext cx="71075" cy="70228"/>
            </a:xfrm>
            <a:custGeom>
              <a:rect b="b" l="l" r="r" t="t"/>
              <a:pathLst>
                <a:path extrusionOk="0" h="662" w="670">
                  <a:moveTo>
                    <a:pt x="0" y="661"/>
                  </a:moveTo>
                  <a:lnTo>
                    <a:pt x="670" y="661"/>
                  </a:lnTo>
                  <a:cubicBezTo>
                    <a:pt x="616" y="322"/>
                    <a:pt x="348" y="54"/>
                    <a:pt x="0" y="1"/>
                  </a:cubicBez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93"/>
            <p:cNvSpPr/>
            <p:nvPr/>
          </p:nvSpPr>
          <p:spPr>
            <a:xfrm>
              <a:off x="4852539" y="3536924"/>
              <a:ext cx="135467" cy="72032"/>
            </a:xfrm>
            <a:custGeom>
              <a:rect b="b" l="l" r="r" t="t"/>
              <a:pathLst>
                <a:path extrusionOk="0" h="679" w="1277">
                  <a:moveTo>
                    <a:pt x="527" y="1"/>
                  </a:moveTo>
                  <a:lnTo>
                    <a:pt x="1" y="527"/>
                  </a:lnTo>
                  <a:cubicBezTo>
                    <a:pt x="135" y="625"/>
                    <a:pt x="295" y="679"/>
                    <a:pt x="474" y="679"/>
                  </a:cubicBezTo>
                  <a:cubicBezTo>
                    <a:pt x="875" y="679"/>
                    <a:pt x="1205" y="384"/>
                    <a:pt x="1277" y="1"/>
                  </a:cubicBez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93"/>
            <p:cNvSpPr/>
            <p:nvPr/>
          </p:nvSpPr>
          <p:spPr>
            <a:xfrm>
              <a:off x="4717283" y="3338230"/>
              <a:ext cx="424966" cy="485551"/>
            </a:xfrm>
            <a:custGeom>
              <a:rect b="b" l="l" r="r" t="t"/>
              <a:pathLst>
                <a:path extrusionOk="0" h="4577" w="4006">
                  <a:moveTo>
                    <a:pt x="1749" y="2819"/>
                  </a:moveTo>
                  <a:cubicBezTo>
                    <a:pt x="1151" y="2819"/>
                    <a:pt x="669" y="2338"/>
                    <a:pt x="669" y="1740"/>
                  </a:cubicBezTo>
                  <a:cubicBezTo>
                    <a:pt x="669" y="1142"/>
                    <a:pt x="1151" y="660"/>
                    <a:pt x="1749" y="660"/>
                  </a:cubicBezTo>
                  <a:cubicBezTo>
                    <a:pt x="2346" y="660"/>
                    <a:pt x="2828" y="1142"/>
                    <a:pt x="2828" y="1740"/>
                  </a:cubicBezTo>
                  <a:cubicBezTo>
                    <a:pt x="2828" y="2338"/>
                    <a:pt x="2346" y="2819"/>
                    <a:pt x="1749" y="2819"/>
                  </a:cubicBezTo>
                  <a:close/>
                  <a:moveTo>
                    <a:pt x="3497" y="1722"/>
                  </a:moveTo>
                  <a:cubicBezTo>
                    <a:pt x="3488" y="776"/>
                    <a:pt x="2712" y="0"/>
                    <a:pt x="1749" y="0"/>
                  </a:cubicBezTo>
                  <a:cubicBezTo>
                    <a:pt x="785" y="0"/>
                    <a:pt x="0" y="785"/>
                    <a:pt x="0" y="1749"/>
                  </a:cubicBezTo>
                  <a:cubicBezTo>
                    <a:pt x="0" y="2222"/>
                    <a:pt x="196" y="2677"/>
                    <a:pt x="544" y="3007"/>
                  </a:cubicBezTo>
                  <a:lnTo>
                    <a:pt x="544" y="4577"/>
                  </a:lnTo>
                  <a:lnTo>
                    <a:pt x="2694" y="4577"/>
                  </a:lnTo>
                  <a:lnTo>
                    <a:pt x="2694" y="3774"/>
                  </a:lnTo>
                  <a:lnTo>
                    <a:pt x="3497" y="3774"/>
                  </a:lnTo>
                  <a:lnTo>
                    <a:pt x="3497" y="3114"/>
                  </a:lnTo>
                  <a:lnTo>
                    <a:pt x="4006" y="3114"/>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41" name="Google Shape;1241;p93"/>
          <p:cNvGrpSpPr/>
          <p:nvPr/>
        </p:nvGrpSpPr>
        <p:grpSpPr>
          <a:xfrm>
            <a:off x="8426605" y="1596354"/>
            <a:ext cx="333683" cy="275313"/>
            <a:chOff x="4685988" y="2187438"/>
            <a:chExt cx="487555" cy="402269"/>
          </a:xfrm>
        </p:grpSpPr>
        <p:sp>
          <p:nvSpPr>
            <p:cNvPr id="1242" name="Google Shape;1242;p93"/>
            <p:cNvSpPr/>
            <p:nvPr/>
          </p:nvSpPr>
          <p:spPr>
            <a:xfrm>
              <a:off x="4685988" y="2532846"/>
              <a:ext cx="487555" cy="56862"/>
            </a:xfrm>
            <a:custGeom>
              <a:rect b="b" l="l" r="r" t="t"/>
              <a:pathLst>
                <a:path extrusionOk="0" h="536" w="4596">
                  <a:moveTo>
                    <a:pt x="1" y="1"/>
                  </a:moveTo>
                  <a:lnTo>
                    <a:pt x="4595" y="1"/>
                  </a:lnTo>
                  <a:lnTo>
                    <a:pt x="4595" y="536"/>
                  </a:lnTo>
                  <a:lnTo>
                    <a:pt x="1" y="536"/>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93"/>
            <p:cNvSpPr/>
            <p:nvPr/>
          </p:nvSpPr>
          <p:spPr>
            <a:xfrm>
              <a:off x="4714419" y="2216717"/>
              <a:ext cx="430695" cy="286854"/>
            </a:xfrm>
            <a:custGeom>
              <a:rect b="b" l="l" r="r" t="t"/>
              <a:pathLst>
                <a:path extrusionOk="0" h="2704" w="4060">
                  <a:moveTo>
                    <a:pt x="4059" y="2704"/>
                  </a:moveTo>
                  <a:lnTo>
                    <a:pt x="4059" y="1"/>
                  </a:lnTo>
                  <a:lnTo>
                    <a:pt x="3176" y="1"/>
                  </a:lnTo>
                  <a:cubicBezTo>
                    <a:pt x="3399" y="269"/>
                    <a:pt x="3524" y="616"/>
                    <a:pt x="3515" y="991"/>
                  </a:cubicBezTo>
                  <a:cubicBezTo>
                    <a:pt x="3497" y="1776"/>
                    <a:pt x="2864" y="2419"/>
                    <a:pt x="2070" y="2436"/>
                  </a:cubicBezTo>
                  <a:cubicBezTo>
                    <a:pt x="1231" y="2463"/>
                    <a:pt x="545" y="1785"/>
                    <a:pt x="545" y="947"/>
                  </a:cubicBezTo>
                  <a:cubicBezTo>
                    <a:pt x="545" y="590"/>
                    <a:pt x="669" y="260"/>
                    <a:pt x="884" y="1"/>
                  </a:cubicBezTo>
                  <a:lnTo>
                    <a:pt x="0" y="1"/>
                  </a:lnTo>
                  <a:lnTo>
                    <a:pt x="0" y="2704"/>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93"/>
            <p:cNvSpPr/>
            <p:nvPr/>
          </p:nvSpPr>
          <p:spPr>
            <a:xfrm>
              <a:off x="4871528" y="2246102"/>
              <a:ext cx="43600" cy="141093"/>
            </a:xfrm>
            <a:custGeom>
              <a:rect b="b" l="l" r="r" t="t"/>
              <a:pathLst>
                <a:path extrusionOk="0" h="1330" w="411">
                  <a:moveTo>
                    <a:pt x="411" y="0"/>
                  </a:moveTo>
                  <a:cubicBezTo>
                    <a:pt x="179" y="63"/>
                    <a:pt x="0" y="277"/>
                    <a:pt x="0" y="536"/>
                  </a:cubicBezTo>
                  <a:lnTo>
                    <a:pt x="0" y="803"/>
                  </a:lnTo>
                  <a:cubicBezTo>
                    <a:pt x="0" y="1062"/>
                    <a:pt x="179" y="1276"/>
                    <a:pt x="411" y="1330"/>
                  </a:cubicBez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93"/>
            <p:cNvSpPr/>
            <p:nvPr/>
          </p:nvSpPr>
          <p:spPr>
            <a:xfrm>
              <a:off x="4944407" y="2246102"/>
              <a:ext cx="43600" cy="141093"/>
            </a:xfrm>
            <a:custGeom>
              <a:rect b="b" l="l" r="r" t="t"/>
              <a:pathLst>
                <a:path extrusionOk="0" h="1330" w="411">
                  <a:moveTo>
                    <a:pt x="0" y="0"/>
                  </a:moveTo>
                  <a:lnTo>
                    <a:pt x="0" y="1330"/>
                  </a:lnTo>
                  <a:cubicBezTo>
                    <a:pt x="232" y="1276"/>
                    <a:pt x="411" y="1062"/>
                    <a:pt x="411" y="803"/>
                  </a:cubicBezTo>
                  <a:lnTo>
                    <a:pt x="411" y="536"/>
                  </a:lnTo>
                  <a:cubicBezTo>
                    <a:pt x="411" y="277"/>
                    <a:pt x="232" y="63"/>
                    <a:pt x="0" y="0"/>
                  </a:cubicBez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93"/>
            <p:cNvSpPr/>
            <p:nvPr/>
          </p:nvSpPr>
          <p:spPr>
            <a:xfrm>
              <a:off x="4800558" y="2187438"/>
              <a:ext cx="258417" cy="259378"/>
            </a:xfrm>
            <a:custGeom>
              <a:rect b="b" l="l" r="r" t="t"/>
              <a:pathLst>
                <a:path extrusionOk="0" h="2445" w="2436">
                  <a:moveTo>
                    <a:pt x="2034" y="1089"/>
                  </a:moveTo>
                  <a:lnTo>
                    <a:pt x="2034" y="1347"/>
                  </a:lnTo>
                  <a:cubicBezTo>
                    <a:pt x="2034" y="1785"/>
                    <a:pt x="1686" y="2159"/>
                    <a:pt x="1249" y="2168"/>
                  </a:cubicBezTo>
                  <a:cubicBezTo>
                    <a:pt x="785" y="2186"/>
                    <a:pt x="402" y="1820"/>
                    <a:pt x="402" y="1356"/>
                  </a:cubicBezTo>
                  <a:lnTo>
                    <a:pt x="402" y="1098"/>
                  </a:lnTo>
                  <a:cubicBezTo>
                    <a:pt x="402" y="661"/>
                    <a:pt x="750" y="286"/>
                    <a:pt x="1187" y="268"/>
                  </a:cubicBezTo>
                  <a:cubicBezTo>
                    <a:pt x="1651" y="259"/>
                    <a:pt x="2034" y="625"/>
                    <a:pt x="2034" y="1089"/>
                  </a:cubicBezTo>
                  <a:close/>
                  <a:moveTo>
                    <a:pt x="0" y="1223"/>
                  </a:moveTo>
                  <a:cubicBezTo>
                    <a:pt x="0" y="1892"/>
                    <a:pt x="544" y="2445"/>
                    <a:pt x="1222" y="2445"/>
                  </a:cubicBezTo>
                  <a:cubicBezTo>
                    <a:pt x="1891" y="2445"/>
                    <a:pt x="2436" y="1892"/>
                    <a:pt x="2436" y="1223"/>
                  </a:cubicBezTo>
                  <a:cubicBezTo>
                    <a:pt x="2436" y="553"/>
                    <a:pt x="1891" y="0"/>
                    <a:pt x="1222" y="0"/>
                  </a:cubicBezTo>
                  <a:cubicBezTo>
                    <a:pt x="544" y="0"/>
                    <a:pt x="0" y="553"/>
                    <a:pt x="0" y="1223"/>
                  </a:cubicBez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47" name="Google Shape;1247;p93"/>
          <p:cNvGrpSpPr/>
          <p:nvPr/>
        </p:nvGrpSpPr>
        <p:grpSpPr>
          <a:xfrm>
            <a:off x="8446397" y="2120630"/>
            <a:ext cx="294114" cy="333691"/>
            <a:chOff x="5428890" y="2144793"/>
            <a:chExt cx="429740" cy="487567"/>
          </a:xfrm>
        </p:grpSpPr>
        <p:sp>
          <p:nvSpPr>
            <p:cNvPr id="1248" name="Google Shape;1248;p93"/>
            <p:cNvSpPr/>
            <p:nvPr/>
          </p:nvSpPr>
          <p:spPr>
            <a:xfrm>
              <a:off x="5428890" y="2144793"/>
              <a:ext cx="429740" cy="487567"/>
            </a:xfrm>
            <a:custGeom>
              <a:rect b="b" l="l" r="r" t="t"/>
              <a:pathLst>
                <a:path extrusionOk="0" h="4596" w="4051">
                  <a:moveTo>
                    <a:pt x="1000" y="1687"/>
                  </a:moveTo>
                  <a:lnTo>
                    <a:pt x="1000" y="1419"/>
                  </a:lnTo>
                  <a:lnTo>
                    <a:pt x="1285" y="1419"/>
                  </a:lnTo>
                  <a:cubicBezTo>
                    <a:pt x="1303" y="1312"/>
                    <a:pt x="1348" y="1214"/>
                    <a:pt x="1410" y="1125"/>
                  </a:cubicBezTo>
                  <a:lnTo>
                    <a:pt x="1205" y="929"/>
                  </a:lnTo>
                  <a:lnTo>
                    <a:pt x="1401" y="732"/>
                  </a:lnTo>
                  <a:lnTo>
                    <a:pt x="1598" y="938"/>
                  </a:lnTo>
                  <a:cubicBezTo>
                    <a:pt x="1687" y="875"/>
                    <a:pt x="1785" y="831"/>
                    <a:pt x="1892" y="813"/>
                  </a:cubicBezTo>
                  <a:lnTo>
                    <a:pt x="1892" y="527"/>
                  </a:lnTo>
                  <a:lnTo>
                    <a:pt x="2160" y="527"/>
                  </a:lnTo>
                  <a:lnTo>
                    <a:pt x="2160" y="813"/>
                  </a:lnTo>
                  <a:cubicBezTo>
                    <a:pt x="2267" y="831"/>
                    <a:pt x="2365" y="875"/>
                    <a:pt x="2454" y="938"/>
                  </a:cubicBezTo>
                  <a:lnTo>
                    <a:pt x="2650" y="732"/>
                  </a:lnTo>
                  <a:lnTo>
                    <a:pt x="2847" y="929"/>
                  </a:lnTo>
                  <a:lnTo>
                    <a:pt x="2641" y="1125"/>
                  </a:lnTo>
                  <a:cubicBezTo>
                    <a:pt x="2704" y="1214"/>
                    <a:pt x="2748" y="1312"/>
                    <a:pt x="2766" y="1419"/>
                  </a:cubicBezTo>
                  <a:lnTo>
                    <a:pt x="3052" y="1419"/>
                  </a:lnTo>
                  <a:lnTo>
                    <a:pt x="3052" y="1687"/>
                  </a:lnTo>
                  <a:lnTo>
                    <a:pt x="2766" y="1687"/>
                  </a:lnTo>
                  <a:cubicBezTo>
                    <a:pt x="2748" y="1794"/>
                    <a:pt x="2704" y="1892"/>
                    <a:pt x="2641" y="1981"/>
                  </a:cubicBezTo>
                  <a:lnTo>
                    <a:pt x="2847" y="2178"/>
                  </a:lnTo>
                  <a:lnTo>
                    <a:pt x="2650" y="2365"/>
                  </a:lnTo>
                  <a:lnTo>
                    <a:pt x="2454" y="2169"/>
                  </a:lnTo>
                  <a:cubicBezTo>
                    <a:pt x="2365" y="2222"/>
                    <a:pt x="2267" y="2267"/>
                    <a:pt x="2160" y="2285"/>
                  </a:cubicBezTo>
                  <a:lnTo>
                    <a:pt x="2160" y="2570"/>
                  </a:lnTo>
                  <a:lnTo>
                    <a:pt x="1892" y="2570"/>
                  </a:lnTo>
                  <a:lnTo>
                    <a:pt x="1892" y="2285"/>
                  </a:lnTo>
                  <a:cubicBezTo>
                    <a:pt x="1785" y="2267"/>
                    <a:pt x="1687" y="2222"/>
                    <a:pt x="1598" y="2169"/>
                  </a:cubicBezTo>
                  <a:lnTo>
                    <a:pt x="1401" y="2365"/>
                  </a:lnTo>
                  <a:lnTo>
                    <a:pt x="1205" y="2178"/>
                  </a:lnTo>
                  <a:lnTo>
                    <a:pt x="1410" y="1981"/>
                  </a:lnTo>
                  <a:cubicBezTo>
                    <a:pt x="1348" y="1892"/>
                    <a:pt x="1303" y="1794"/>
                    <a:pt x="1285" y="1687"/>
                  </a:cubicBezTo>
                  <a:close/>
                  <a:moveTo>
                    <a:pt x="2980" y="3516"/>
                  </a:moveTo>
                  <a:lnTo>
                    <a:pt x="2980" y="3917"/>
                  </a:lnTo>
                  <a:lnTo>
                    <a:pt x="2561" y="3917"/>
                  </a:lnTo>
                  <a:lnTo>
                    <a:pt x="2561" y="3516"/>
                  </a:lnTo>
                  <a:lnTo>
                    <a:pt x="2160" y="3516"/>
                  </a:lnTo>
                  <a:lnTo>
                    <a:pt x="2160" y="3105"/>
                  </a:lnTo>
                  <a:cubicBezTo>
                    <a:pt x="2954" y="3043"/>
                    <a:pt x="3578" y="2374"/>
                    <a:pt x="3578" y="1571"/>
                  </a:cubicBezTo>
                  <a:cubicBezTo>
                    <a:pt x="3587" y="706"/>
                    <a:pt x="2891" y="1"/>
                    <a:pt x="2026" y="1"/>
                  </a:cubicBezTo>
                  <a:cubicBezTo>
                    <a:pt x="1169" y="1"/>
                    <a:pt x="474" y="697"/>
                    <a:pt x="474" y="1562"/>
                  </a:cubicBezTo>
                  <a:cubicBezTo>
                    <a:pt x="474" y="2374"/>
                    <a:pt x="1098" y="3043"/>
                    <a:pt x="1892" y="3105"/>
                  </a:cubicBezTo>
                  <a:lnTo>
                    <a:pt x="1892" y="3516"/>
                  </a:lnTo>
                  <a:lnTo>
                    <a:pt x="1491" y="3516"/>
                  </a:lnTo>
                  <a:lnTo>
                    <a:pt x="1491" y="3917"/>
                  </a:lnTo>
                  <a:lnTo>
                    <a:pt x="1071" y="3917"/>
                  </a:lnTo>
                  <a:lnTo>
                    <a:pt x="1071" y="3516"/>
                  </a:lnTo>
                  <a:lnTo>
                    <a:pt x="1" y="3516"/>
                  </a:lnTo>
                  <a:lnTo>
                    <a:pt x="1" y="4595"/>
                  </a:lnTo>
                  <a:lnTo>
                    <a:pt x="1071" y="4595"/>
                  </a:lnTo>
                  <a:lnTo>
                    <a:pt x="1071" y="4194"/>
                  </a:lnTo>
                  <a:lnTo>
                    <a:pt x="1491" y="4194"/>
                  </a:lnTo>
                  <a:lnTo>
                    <a:pt x="1491" y="4595"/>
                  </a:lnTo>
                  <a:lnTo>
                    <a:pt x="2561" y="4595"/>
                  </a:lnTo>
                  <a:lnTo>
                    <a:pt x="2561" y="4194"/>
                  </a:lnTo>
                  <a:lnTo>
                    <a:pt x="2980" y="4194"/>
                  </a:lnTo>
                  <a:lnTo>
                    <a:pt x="2980" y="4595"/>
                  </a:lnTo>
                  <a:lnTo>
                    <a:pt x="4051" y="4595"/>
                  </a:lnTo>
                  <a:lnTo>
                    <a:pt x="4051" y="3516"/>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93"/>
            <p:cNvSpPr/>
            <p:nvPr/>
          </p:nvSpPr>
          <p:spPr>
            <a:xfrm>
              <a:off x="5592682" y="2258408"/>
              <a:ext cx="102264" cy="102266"/>
            </a:xfrm>
            <a:custGeom>
              <a:rect b="b" l="l" r="r" t="t"/>
              <a:pathLst>
                <a:path extrusionOk="0" h="964" w="964">
                  <a:moveTo>
                    <a:pt x="482" y="0"/>
                  </a:moveTo>
                  <a:cubicBezTo>
                    <a:pt x="749" y="0"/>
                    <a:pt x="964" y="223"/>
                    <a:pt x="964" y="482"/>
                  </a:cubicBezTo>
                  <a:cubicBezTo>
                    <a:pt x="964" y="750"/>
                    <a:pt x="749" y="964"/>
                    <a:pt x="482" y="964"/>
                  </a:cubicBezTo>
                  <a:cubicBezTo>
                    <a:pt x="214" y="964"/>
                    <a:pt x="0" y="750"/>
                    <a:pt x="0" y="482"/>
                  </a:cubicBezTo>
                  <a:cubicBezTo>
                    <a:pt x="0" y="223"/>
                    <a:pt x="214" y="0"/>
                    <a:pt x="482" y="0"/>
                  </a:cubicBez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0" name="Google Shape;1250;p93"/>
          <p:cNvSpPr txBox="1"/>
          <p:nvPr/>
        </p:nvSpPr>
        <p:spPr>
          <a:xfrm>
            <a:off x="3480475" y="3213863"/>
            <a:ext cx="4852200" cy="362100"/>
          </a:xfrm>
          <a:prstGeom prst="rect">
            <a:avLst/>
          </a:prstGeom>
          <a:noFill/>
          <a:ln>
            <a:noFill/>
          </a:ln>
        </p:spPr>
        <p:txBody>
          <a:bodyPr anchorCtr="0" anchor="ctr" bIns="91425" lIns="91425" spcFirstLastPara="1" rIns="91425" wrap="square" tIns="91425">
            <a:noAutofit/>
          </a:bodyPr>
          <a:lstStyle/>
          <a:p>
            <a:pPr indent="0" lvl="0" marL="0" rtl="1" algn="r">
              <a:spcBef>
                <a:spcPts val="0"/>
              </a:spcBef>
              <a:spcAft>
                <a:spcPts val="0"/>
              </a:spcAft>
              <a:buNone/>
            </a:pPr>
            <a:r>
              <a:rPr lang="ar" sz="1100">
                <a:solidFill>
                  <a:srgbClr val="FFFFFF"/>
                </a:solidFill>
                <a:latin typeface="IBM Plex Sans Arabic"/>
                <a:ea typeface="IBM Plex Sans Arabic"/>
                <a:cs typeface="IBM Plex Sans Arabic"/>
                <a:sym typeface="IBM Plex Sans Arabic"/>
              </a:rPr>
              <a:t>تم الحصول على البيانات عبر التواصل المباشر مع المؤلف وقد استخدمت في المشروع بإذن وتصريح منه.</a:t>
            </a:r>
            <a:endParaRPr sz="1100">
              <a:solidFill>
                <a:srgbClr val="FFFFFF"/>
              </a:solidFill>
              <a:latin typeface="IBM Plex Sans Arabic"/>
              <a:ea typeface="IBM Plex Sans Arabic"/>
              <a:cs typeface="IBM Plex Sans Arabic"/>
              <a:sym typeface="IBM Plex Sans Arabic"/>
            </a:endParaRPr>
          </a:p>
        </p:txBody>
      </p:sp>
      <p:grpSp>
        <p:nvGrpSpPr>
          <p:cNvPr id="1251" name="Google Shape;1251;p93"/>
          <p:cNvGrpSpPr/>
          <p:nvPr/>
        </p:nvGrpSpPr>
        <p:grpSpPr>
          <a:xfrm>
            <a:off x="8426974" y="3242334"/>
            <a:ext cx="332957" cy="333618"/>
            <a:chOff x="5400565" y="2741087"/>
            <a:chExt cx="486494" cy="487461"/>
          </a:xfrm>
        </p:grpSpPr>
        <p:sp>
          <p:nvSpPr>
            <p:cNvPr id="1252" name="Google Shape;1252;p93"/>
            <p:cNvSpPr/>
            <p:nvPr/>
          </p:nvSpPr>
          <p:spPr>
            <a:xfrm>
              <a:off x="5629599" y="2989004"/>
              <a:ext cx="28430" cy="29386"/>
            </a:xfrm>
            <a:custGeom>
              <a:rect b="b" l="l" r="r" t="t"/>
              <a:pathLst>
                <a:path extrusionOk="0" h="277" w="268">
                  <a:moveTo>
                    <a:pt x="134" y="0"/>
                  </a:moveTo>
                  <a:cubicBezTo>
                    <a:pt x="205" y="0"/>
                    <a:pt x="268" y="63"/>
                    <a:pt x="268" y="143"/>
                  </a:cubicBezTo>
                  <a:cubicBezTo>
                    <a:pt x="268" y="215"/>
                    <a:pt x="205" y="277"/>
                    <a:pt x="134" y="277"/>
                  </a:cubicBezTo>
                  <a:cubicBezTo>
                    <a:pt x="62" y="277"/>
                    <a:pt x="0" y="215"/>
                    <a:pt x="0" y="143"/>
                  </a:cubicBezTo>
                  <a:cubicBezTo>
                    <a:pt x="0" y="63"/>
                    <a:pt x="62" y="0"/>
                    <a:pt x="134" y="0"/>
                  </a:cubicBez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93"/>
            <p:cNvSpPr/>
            <p:nvPr/>
          </p:nvSpPr>
          <p:spPr>
            <a:xfrm>
              <a:off x="5545369" y="2932249"/>
              <a:ext cx="196889" cy="143003"/>
            </a:xfrm>
            <a:custGeom>
              <a:rect b="b" l="l" r="r" t="t"/>
              <a:pathLst>
                <a:path extrusionOk="0" h="1348" w="1856">
                  <a:moveTo>
                    <a:pt x="928" y="1080"/>
                  </a:moveTo>
                  <a:cubicBezTo>
                    <a:pt x="705" y="1080"/>
                    <a:pt x="526" y="892"/>
                    <a:pt x="526" y="678"/>
                  </a:cubicBezTo>
                  <a:cubicBezTo>
                    <a:pt x="526" y="455"/>
                    <a:pt x="705" y="268"/>
                    <a:pt x="928" y="268"/>
                  </a:cubicBezTo>
                  <a:cubicBezTo>
                    <a:pt x="1151" y="268"/>
                    <a:pt x="1329" y="455"/>
                    <a:pt x="1329" y="678"/>
                  </a:cubicBezTo>
                  <a:cubicBezTo>
                    <a:pt x="1329" y="892"/>
                    <a:pt x="1151" y="1080"/>
                    <a:pt x="928" y="1080"/>
                  </a:cubicBezTo>
                  <a:close/>
                  <a:moveTo>
                    <a:pt x="928" y="0"/>
                  </a:moveTo>
                  <a:cubicBezTo>
                    <a:pt x="393" y="0"/>
                    <a:pt x="89" y="509"/>
                    <a:pt x="0" y="678"/>
                  </a:cubicBezTo>
                  <a:cubicBezTo>
                    <a:pt x="36" y="741"/>
                    <a:pt x="107" y="866"/>
                    <a:pt x="223" y="990"/>
                  </a:cubicBezTo>
                  <a:cubicBezTo>
                    <a:pt x="428" y="1231"/>
                    <a:pt x="660" y="1347"/>
                    <a:pt x="928" y="1347"/>
                  </a:cubicBezTo>
                  <a:cubicBezTo>
                    <a:pt x="1463" y="1347"/>
                    <a:pt x="1766" y="839"/>
                    <a:pt x="1856" y="678"/>
                  </a:cubicBezTo>
                  <a:cubicBezTo>
                    <a:pt x="1820" y="607"/>
                    <a:pt x="1749" y="482"/>
                    <a:pt x="1633" y="357"/>
                  </a:cubicBezTo>
                  <a:cubicBezTo>
                    <a:pt x="1427" y="116"/>
                    <a:pt x="1195" y="0"/>
                    <a:pt x="928" y="0"/>
                  </a:cubicBez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93"/>
            <p:cNvSpPr/>
            <p:nvPr/>
          </p:nvSpPr>
          <p:spPr>
            <a:xfrm>
              <a:off x="5485750" y="2836668"/>
              <a:ext cx="316126" cy="305737"/>
            </a:xfrm>
            <a:custGeom>
              <a:rect b="b" l="l" r="r" t="t"/>
              <a:pathLst>
                <a:path extrusionOk="0" h="2882" w="2980">
                  <a:moveTo>
                    <a:pt x="2694" y="1624"/>
                  </a:moveTo>
                  <a:cubicBezTo>
                    <a:pt x="2685" y="1633"/>
                    <a:pt x="2596" y="1856"/>
                    <a:pt x="2409" y="2070"/>
                  </a:cubicBezTo>
                  <a:cubicBezTo>
                    <a:pt x="2150" y="2364"/>
                    <a:pt x="1829" y="2516"/>
                    <a:pt x="1490" y="2516"/>
                  </a:cubicBezTo>
                  <a:cubicBezTo>
                    <a:pt x="1151" y="2516"/>
                    <a:pt x="830" y="2364"/>
                    <a:pt x="571" y="2070"/>
                  </a:cubicBezTo>
                  <a:cubicBezTo>
                    <a:pt x="384" y="1856"/>
                    <a:pt x="294" y="1633"/>
                    <a:pt x="285" y="1624"/>
                  </a:cubicBezTo>
                  <a:lnTo>
                    <a:pt x="268" y="1579"/>
                  </a:lnTo>
                  <a:lnTo>
                    <a:pt x="285" y="1526"/>
                  </a:lnTo>
                  <a:cubicBezTo>
                    <a:pt x="294" y="1517"/>
                    <a:pt x="384" y="1303"/>
                    <a:pt x="571" y="1080"/>
                  </a:cubicBezTo>
                  <a:cubicBezTo>
                    <a:pt x="830" y="785"/>
                    <a:pt x="1151" y="634"/>
                    <a:pt x="1490" y="634"/>
                  </a:cubicBezTo>
                  <a:cubicBezTo>
                    <a:pt x="1829" y="634"/>
                    <a:pt x="2150" y="785"/>
                    <a:pt x="2409" y="1080"/>
                  </a:cubicBezTo>
                  <a:cubicBezTo>
                    <a:pt x="2596" y="1303"/>
                    <a:pt x="2685" y="1517"/>
                    <a:pt x="2694" y="1526"/>
                  </a:cubicBezTo>
                  <a:lnTo>
                    <a:pt x="2712" y="1579"/>
                  </a:lnTo>
                  <a:close/>
                  <a:moveTo>
                    <a:pt x="2980" y="741"/>
                  </a:moveTo>
                  <a:lnTo>
                    <a:pt x="1490" y="0"/>
                  </a:lnTo>
                  <a:lnTo>
                    <a:pt x="0" y="741"/>
                  </a:lnTo>
                  <a:lnTo>
                    <a:pt x="0" y="2882"/>
                  </a:lnTo>
                  <a:lnTo>
                    <a:pt x="2980" y="2882"/>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93"/>
            <p:cNvSpPr/>
            <p:nvPr/>
          </p:nvSpPr>
          <p:spPr>
            <a:xfrm>
              <a:off x="5400565" y="2741087"/>
              <a:ext cx="486494" cy="487461"/>
            </a:xfrm>
            <a:custGeom>
              <a:rect b="b" l="l" r="r" t="t"/>
              <a:pathLst>
                <a:path extrusionOk="0" h="4595" w="4586">
                  <a:moveTo>
                    <a:pt x="2293" y="607"/>
                  </a:moveTo>
                  <a:lnTo>
                    <a:pt x="4050" y="1481"/>
                  </a:lnTo>
                  <a:lnTo>
                    <a:pt x="4050" y="4059"/>
                  </a:lnTo>
                  <a:lnTo>
                    <a:pt x="535" y="4059"/>
                  </a:lnTo>
                  <a:lnTo>
                    <a:pt x="535" y="1481"/>
                  </a:lnTo>
                  <a:close/>
                  <a:moveTo>
                    <a:pt x="2293" y="0"/>
                  </a:moveTo>
                  <a:lnTo>
                    <a:pt x="0" y="1142"/>
                  </a:lnTo>
                  <a:lnTo>
                    <a:pt x="0" y="4594"/>
                  </a:lnTo>
                  <a:lnTo>
                    <a:pt x="4586" y="4594"/>
                  </a:lnTo>
                  <a:lnTo>
                    <a:pt x="4586" y="1142"/>
                  </a:lnTo>
                  <a:close/>
                </a:path>
              </a:pathLst>
            </a:custGeom>
            <a:solidFill>
              <a:srgbClr val="CE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9" name="Shape 1259"/>
        <p:cNvGrpSpPr/>
        <p:nvPr/>
      </p:nvGrpSpPr>
      <p:grpSpPr>
        <a:xfrm>
          <a:off x="0" y="0"/>
          <a:ext cx="0" cy="0"/>
          <a:chOff x="0" y="0"/>
          <a:chExt cx="0" cy="0"/>
        </a:xfrm>
      </p:grpSpPr>
      <p:sp>
        <p:nvSpPr>
          <p:cNvPr id="1260" name="Google Shape;1260;p94"/>
          <p:cNvSpPr txBox="1"/>
          <p:nvPr/>
        </p:nvSpPr>
        <p:spPr>
          <a:xfrm>
            <a:off x="2173250" y="40350"/>
            <a:ext cx="5303400" cy="5727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None/>
            </a:pPr>
            <a:r>
              <a:rPr b="1" lang="ar" sz="2800">
                <a:solidFill>
                  <a:srgbClr val="DA2B89"/>
                </a:solidFill>
                <a:latin typeface="IBM Plex Sans Arabic"/>
                <a:ea typeface="IBM Plex Sans Arabic"/>
                <a:cs typeface="IBM Plex Sans Arabic"/>
                <a:sym typeface="IBM Plex Sans Arabic"/>
              </a:rPr>
              <a:t>آلية استخدام البيانات والمخطط التقني</a:t>
            </a:r>
            <a:endParaRPr b="1" sz="2800">
              <a:solidFill>
                <a:srgbClr val="DA2B89"/>
              </a:solidFill>
              <a:latin typeface="IBM Plex Sans Arabic"/>
              <a:ea typeface="IBM Plex Sans Arabic"/>
              <a:cs typeface="IBM Plex Sans Arabic"/>
              <a:sym typeface="IBM Plex Sans Arabic"/>
            </a:endParaRPr>
          </a:p>
        </p:txBody>
      </p:sp>
      <p:pic>
        <p:nvPicPr>
          <p:cNvPr id="1261" name="Google Shape;1261;p94"/>
          <p:cNvPicPr preferRelativeResize="0"/>
          <p:nvPr/>
        </p:nvPicPr>
        <p:blipFill>
          <a:blip r:embed="rId3">
            <a:alphaModFix/>
          </a:blip>
          <a:stretch>
            <a:fillRect/>
          </a:stretch>
        </p:blipFill>
        <p:spPr>
          <a:xfrm>
            <a:off x="481825" y="917850"/>
            <a:ext cx="2915450" cy="4225649"/>
          </a:xfrm>
          <a:prstGeom prst="rect">
            <a:avLst/>
          </a:prstGeom>
          <a:noFill/>
          <a:ln>
            <a:noFill/>
          </a:ln>
        </p:spPr>
      </p:pic>
      <p:pic>
        <p:nvPicPr>
          <p:cNvPr id="1262" name="Google Shape;1262;p94"/>
          <p:cNvPicPr preferRelativeResize="0"/>
          <p:nvPr/>
        </p:nvPicPr>
        <p:blipFill>
          <a:blip r:embed="rId4">
            <a:alphaModFix/>
          </a:blip>
          <a:stretch>
            <a:fillRect/>
          </a:stretch>
        </p:blipFill>
        <p:spPr>
          <a:xfrm>
            <a:off x="3474725" y="1481400"/>
            <a:ext cx="5303398" cy="281223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6" name="Shape 1266"/>
        <p:cNvGrpSpPr/>
        <p:nvPr/>
      </p:nvGrpSpPr>
      <p:grpSpPr>
        <a:xfrm>
          <a:off x="0" y="0"/>
          <a:ext cx="0" cy="0"/>
          <a:chOff x="0" y="0"/>
          <a:chExt cx="0" cy="0"/>
        </a:xfrm>
      </p:grpSpPr>
      <p:sp>
        <p:nvSpPr>
          <p:cNvPr id="1267" name="Google Shape;1267;p95"/>
          <p:cNvSpPr txBox="1"/>
          <p:nvPr/>
        </p:nvSpPr>
        <p:spPr>
          <a:xfrm>
            <a:off x="863550" y="271200"/>
            <a:ext cx="7416900" cy="536400"/>
          </a:xfrm>
          <a:prstGeom prst="rect">
            <a:avLst/>
          </a:prstGeom>
          <a:noFill/>
          <a:ln>
            <a:noFill/>
          </a:ln>
        </p:spPr>
        <p:txBody>
          <a:bodyPr anchorCtr="0" anchor="t" bIns="91425" lIns="91425" spcFirstLastPara="1" rIns="91425" wrap="square" tIns="91425">
            <a:noAutofit/>
          </a:bodyPr>
          <a:lstStyle/>
          <a:p>
            <a:pPr indent="0" lvl="0" marL="0" rtl="1" algn="ctr">
              <a:spcBef>
                <a:spcPts val="0"/>
              </a:spcBef>
              <a:spcAft>
                <a:spcPts val="0"/>
              </a:spcAft>
              <a:buNone/>
            </a:pPr>
            <a:r>
              <a:rPr b="1" lang="ar" sz="2800">
                <a:solidFill>
                  <a:srgbClr val="DA2B89"/>
                </a:solidFill>
                <a:latin typeface="IBM Plex Sans Arabic"/>
                <a:ea typeface="IBM Plex Sans Arabic"/>
                <a:cs typeface="IBM Plex Sans Arabic"/>
                <a:sym typeface="IBM Plex Sans Arabic"/>
              </a:rPr>
              <a:t>ملخص</a:t>
            </a:r>
            <a:endParaRPr b="1" sz="2800">
              <a:solidFill>
                <a:srgbClr val="DA2B89"/>
              </a:solidFill>
              <a:latin typeface="IBM Plex Sans Arabic"/>
              <a:ea typeface="IBM Plex Sans Arabic"/>
              <a:cs typeface="IBM Plex Sans Arabic"/>
              <a:sym typeface="IBM Plex Sans Arabic"/>
            </a:endParaRPr>
          </a:p>
        </p:txBody>
      </p:sp>
      <p:sp>
        <p:nvSpPr>
          <p:cNvPr id="1268" name="Google Shape;1268;p95"/>
          <p:cNvSpPr txBox="1"/>
          <p:nvPr/>
        </p:nvSpPr>
        <p:spPr>
          <a:xfrm>
            <a:off x="991625" y="3573350"/>
            <a:ext cx="7717800" cy="1570200"/>
          </a:xfrm>
          <a:prstGeom prst="rect">
            <a:avLst/>
          </a:prstGeom>
          <a:noFill/>
          <a:ln>
            <a:noFill/>
          </a:ln>
        </p:spPr>
        <p:txBody>
          <a:bodyPr anchorCtr="0" anchor="t" bIns="91425" lIns="91425" spcFirstLastPara="1" rIns="91425" wrap="square" tIns="91425">
            <a:noAutofit/>
          </a:bodyPr>
          <a:lstStyle/>
          <a:p>
            <a:pPr indent="-304800" lvl="0" marL="457200" rtl="1" algn="r">
              <a:spcBef>
                <a:spcPts val="0"/>
              </a:spcBef>
              <a:spcAft>
                <a:spcPts val="0"/>
              </a:spcAft>
              <a:buClr>
                <a:srgbClr val="FFFFFF"/>
              </a:buClr>
              <a:buSzPts val="1200"/>
              <a:buFont typeface="IBM Plex Sans Arabic"/>
              <a:buChar char="●"/>
            </a:pPr>
            <a:r>
              <a:rPr lang="ar" sz="1200">
                <a:solidFill>
                  <a:srgbClr val="FFFFFF"/>
                </a:solidFill>
                <a:latin typeface="IBM Plex Sans Arabic"/>
                <a:ea typeface="IBM Plex Sans Arabic"/>
                <a:cs typeface="IBM Plex Sans Arabic"/>
                <a:sym typeface="IBM Plex Sans Arabic"/>
              </a:rPr>
              <a:t>حسّنت تقنية Fine-Tuning من أداء علّام بشكل كبير وملاحظ، وأصبح يقدم الشرح بلغة معاصرة وبشكل مباشر.</a:t>
            </a:r>
            <a:endParaRPr sz="1200">
              <a:solidFill>
                <a:srgbClr val="FFFFFF"/>
              </a:solidFill>
              <a:latin typeface="IBM Plex Sans Arabic"/>
              <a:ea typeface="IBM Plex Sans Arabic"/>
              <a:cs typeface="IBM Plex Sans Arabic"/>
              <a:sym typeface="IBM Plex Sans Arabic"/>
            </a:endParaRPr>
          </a:p>
          <a:p>
            <a:pPr indent="-304800" lvl="0" marL="457200" rtl="1" algn="r">
              <a:spcBef>
                <a:spcPts val="0"/>
              </a:spcBef>
              <a:spcAft>
                <a:spcPts val="0"/>
              </a:spcAft>
              <a:buClr>
                <a:srgbClr val="FFFFFF"/>
              </a:buClr>
              <a:buSzPts val="1200"/>
              <a:buFont typeface="IBM Plex Sans Arabic"/>
              <a:buChar char="●"/>
            </a:pPr>
            <a:r>
              <a:rPr lang="ar" sz="1200">
                <a:solidFill>
                  <a:srgbClr val="FFFFFF"/>
                </a:solidFill>
                <a:latin typeface="IBM Plex Sans Arabic"/>
                <a:ea typeface="IBM Plex Sans Arabic"/>
                <a:cs typeface="IBM Plex Sans Arabic"/>
                <a:sym typeface="IBM Plex Sans Arabic"/>
              </a:rPr>
              <a:t>التحليل النوعي:</a:t>
            </a:r>
            <a:endParaRPr sz="1200">
              <a:solidFill>
                <a:srgbClr val="FFFFFF"/>
              </a:solidFill>
              <a:latin typeface="IBM Plex Sans Arabic"/>
              <a:ea typeface="IBM Plex Sans Arabic"/>
              <a:cs typeface="IBM Plex Sans Arabic"/>
              <a:sym typeface="IBM Plex Sans Arabic"/>
            </a:endParaRPr>
          </a:p>
          <a:p>
            <a:pPr indent="-304800" lvl="1" marL="914400" rtl="1" algn="r">
              <a:spcBef>
                <a:spcPts val="0"/>
              </a:spcBef>
              <a:spcAft>
                <a:spcPts val="0"/>
              </a:spcAft>
              <a:buClr>
                <a:srgbClr val="FFFFFF"/>
              </a:buClr>
              <a:buSzPts val="1200"/>
              <a:buFont typeface="IBM Plex Sans Arabic"/>
              <a:buChar char="○"/>
            </a:pPr>
            <a:r>
              <a:rPr lang="ar" sz="1200">
                <a:solidFill>
                  <a:srgbClr val="FFFFFF"/>
                </a:solidFill>
                <a:latin typeface="IBM Plex Sans Arabic"/>
                <a:ea typeface="IBM Plex Sans Arabic"/>
                <a:cs typeface="IBM Plex Sans Arabic"/>
                <a:sym typeface="IBM Plex Sans Arabic"/>
              </a:rPr>
              <a:t>قبل Fine-Tuning: الشرح عام جدا، ويغفل الروابط التاريخية والعاطفية، ويبدو أقرب إلى أن يكون ملخص سطحي عوضا عن شرح سياقي</a:t>
            </a:r>
            <a:endParaRPr sz="1200">
              <a:solidFill>
                <a:srgbClr val="FFFFFF"/>
              </a:solidFill>
              <a:latin typeface="IBM Plex Sans Arabic"/>
              <a:ea typeface="IBM Plex Sans Arabic"/>
              <a:cs typeface="IBM Plex Sans Arabic"/>
              <a:sym typeface="IBM Plex Sans Arabic"/>
            </a:endParaRPr>
          </a:p>
          <a:p>
            <a:pPr indent="-304800" lvl="1" marL="914400" rtl="1" algn="r">
              <a:spcBef>
                <a:spcPts val="0"/>
              </a:spcBef>
              <a:spcAft>
                <a:spcPts val="0"/>
              </a:spcAft>
              <a:buClr>
                <a:srgbClr val="FFFFFF"/>
              </a:buClr>
              <a:buSzPts val="1200"/>
              <a:buFont typeface="IBM Plex Sans Arabic"/>
              <a:buChar char="○"/>
            </a:pPr>
            <a:r>
              <a:rPr lang="ar" sz="1200">
                <a:solidFill>
                  <a:schemeClr val="dk1"/>
                </a:solidFill>
                <a:latin typeface="IBM Plex Sans Arabic"/>
                <a:ea typeface="IBM Plex Sans Arabic"/>
                <a:cs typeface="IBM Plex Sans Arabic"/>
                <a:sym typeface="IBM Plex Sans Arabic"/>
              </a:rPr>
              <a:t>بعد </a:t>
            </a:r>
            <a:r>
              <a:rPr lang="ar" sz="1200">
                <a:solidFill>
                  <a:schemeClr val="dk1"/>
                </a:solidFill>
                <a:latin typeface="IBM Plex Sans Arabic"/>
                <a:ea typeface="IBM Plex Sans Arabic"/>
                <a:cs typeface="IBM Plex Sans Arabic"/>
                <a:sym typeface="IBM Plex Sans Arabic"/>
              </a:rPr>
              <a:t>Fine-Tuning: تحسن الشرح في الحفاظ على المعنى الأصيل للقصيدة وعمقها العاطفي، كمان أصبح الشرح أوضح ويعكس الرمزية والثقل العاطفي للأبيات.</a:t>
            </a:r>
            <a:endParaRPr sz="1200">
              <a:solidFill>
                <a:srgbClr val="FFFFFF"/>
              </a:solidFill>
              <a:latin typeface="IBM Plex Sans Arabic"/>
              <a:ea typeface="IBM Plex Sans Arabic"/>
              <a:cs typeface="IBM Plex Sans Arabic"/>
              <a:sym typeface="IBM Plex Sans Arabic"/>
            </a:endParaRPr>
          </a:p>
        </p:txBody>
      </p:sp>
      <p:pic>
        <p:nvPicPr>
          <p:cNvPr id="1269" name="Google Shape;1269;p95"/>
          <p:cNvPicPr preferRelativeResize="0"/>
          <p:nvPr/>
        </p:nvPicPr>
        <p:blipFill>
          <a:blip r:embed="rId3">
            <a:alphaModFix/>
          </a:blip>
          <a:stretch>
            <a:fillRect/>
          </a:stretch>
        </p:blipFill>
        <p:spPr>
          <a:xfrm>
            <a:off x="0" y="967500"/>
            <a:ext cx="9143998" cy="1311290"/>
          </a:xfrm>
          <a:prstGeom prst="rect">
            <a:avLst/>
          </a:prstGeom>
          <a:noFill/>
          <a:ln>
            <a:noFill/>
          </a:ln>
        </p:spPr>
      </p:pic>
      <p:pic>
        <p:nvPicPr>
          <p:cNvPr id="1270" name="Google Shape;1270;p95"/>
          <p:cNvPicPr preferRelativeResize="0"/>
          <p:nvPr/>
        </p:nvPicPr>
        <p:blipFill>
          <a:blip r:embed="rId4">
            <a:alphaModFix/>
          </a:blip>
          <a:stretch>
            <a:fillRect/>
          </a:stretch>
        </p:blipFill>
        <p:spPr>
          <a:xfrm>
            <a:off x="0" y="2380525"/>
            <a:ext cx="9143998" cy="1091069"/>
          </a:xfrm>
          <a:prstGeom prst="rect">
            <a:avLst/>
          </a:prstGeom>
          <a:noFill/>
          <a:ln>
            <a:noFill/>
          </a:ln>
        </p:spPr>
      </p:pic>
      <p:sp>
        <p:nvSpPr>
          <p:cNvPr id="1271" name="Google Shape;1271;p95"/>
          <p:cNvSpPr/>
          <p:nvPr/>
        </p:nvSpPr>
        <p:spPr>
          <a:xfrm>
            <a:off x="6178400" y="1111725"/>
            <a:ext cx="1525800" cy="10911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ven Pro"/>
              <a:ea typeface="Maven Pro"/>
              <a:cs typeface="Maven Pro"/>
              <a:sym typeface="Maven Pro"/>
            </a:endParaRPr>
          </a:p>
        </p:txBody>
      </p:sp>
      <p:sp>
        <p:nvSpPr>
          <p:cNvPr id="1272" name="Google Shape;1272;p95"/>
          <p:cNvSpPr/>
          <p:nvPr/>
        </p:nvSpPr>
        <p:spPr>
          <a:xfrm>
            <a:off x="3084900" y="1111725"/>
            <a:ext cx="1525800" cy="10911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ven Pro"/>
              <a:ea typeface="Maven Pro"/>
              <a:cs typeface="Maven Pro"/>
              <a:sym typeface="Maven Pro"/>
            </a:endParaRPr>
          </a:p>
        </p:txBody>
      </p:sp>
      <p:sp>
        <p:nvSpPr>
          <p:cNvPr id="1273" name="Google Shape;1273;p95"/>
          <p:cNvSpPr/>
          <p:nvPr/>
        </p:nvSpPr>
        <p:spPr>
          <a:xfrm>
            <a:off x="6178400" y="2380513"/>
            <a:ext cx="1525800" cy="10911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ven Pro"/>
              <a:ea typeface="Maven Pro"/>
              <a:cs typeface="Maven Pro"/>
              <a:sym typeface="Maven Pro"/>
            </a:endParaRPr>
          </a:p>
        </p:txBody>
      </p:sp>
      <p:sp>
        <p:nvSpPr>
          <p:cNvPr id="1274" name="Google Shape;1274;p95"/>
          <p:cNvSpPr/>
          <p:nvPr/>
        </p:nvSpPr>
        <p:spPr>
          <a:xfrm>
            <a:off x="3084900" y="2380500"/>
            <a:ext cx="1525800" cy="10911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ven Pro"/>
              <a:ea typeface="Maven Pro"/>
              <a:cs typeface="Maven Pro"/>
              <a:sym typeface="Maven Pro"/>
            </a:endParaRPr>
          </a:p>
        </p:txBody>
      </p:sp>
      <p:cxnSp>
        <p:nvCxnSpPr>
          <p:cNvPr id="1275" name="Google Shape;1275;p95"/>
          <p:cNvCxnSpPr/>
          <p:nvPr/>
        </p:nvCxnSpPr>
        <p:spPr>
          <a:xfrm>
            <a:off x="4797425" y="1722075"/>
            <a:ext cx="258900" cy="295800"/>
          </a:xfrm>
          <a:prstGeom prst="straightConnector1">
            <a:avLst/>
          </a:prstGeom>
          <a:noFill/>
          <a:ln cap="flat" cmpd="sng" w="9525">
            <a:solidFill>
              <a:srgbClr val="A64D79"/>
            </a:solidFill>
            <a:prstDash val="solid"/>
            <a:round/>
            <a:headEnd len="med" w="med" type="none"/>
            <a:tailEnd len="med" w="med" type="triangle"/>
          </a:ln>
        </p:spPr>
      </p:cxnSp>
      <p:cxnSp>
        <p:nvCxnSpPr>
          <p:cNvPr id="1276" name="Google Shape;1276;p95"/>
          <p:cNvCxnSpPr/>
          <p:nvPr/>
        </p:nvCxnSpPr>
        <p:spPr>
          <a:xfrm>
            <a:off x="4797425" y="2975100"/>
            <a:ext cx="258900" cy="295800"/>
          </a:xfrm>
          <a:prstGeom prst="straightConnector1">
            <a:avLst/>
          </a:prstGeom>
          <a:noFill/>
          <a:ln cap="flat" cmpd="sng" w="9525">
            <a:solidFill>
              <a:srgbClr val="A64D79"/>
            </a:solidFill>
            <a:prstDash val="solid"/>
            <a:round/>
            <a:headEnd len="med" w="med" type="non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0" name="Shape 1280"/>
        <p:cNvGrpSpPr/>
        <p:nvPr/>
      </p:nvGrpSpPr>
      <p:grpSpPr>
        <a:xfrm>
          <a:off x="0" y="0"/>
          <a:ext cx="0" cy="0"/>
          <a:chOff x="0" y="0"/>
          <a:chExt cx="0" cy="0"/>
        </a:xfrm>
      </p:grpSpPr>
      <p:pic>
        <p:nvPicPr>
          <p:cNvPr id="1281" name="Google Shape;1281;p96"/>
          <p:cNvPicPr preferRelativeResize="0"/>
          <p:nvPr/>
        </p:nvPicPr>
        <p:blipFill>
          <a:blip r:embed="rId3">
            <a:alphaModFix/>
          </a:blip>
          <a:stretch>
            <a:fillRect/>
          </a:stretch>
        </p:blipFill>
        <p:spPr>
          <a:xfrm>
            <a:off x="388400" y="405475"/>
            <a:ext cx="1220961" cy="522900"/>
          </a:xfrm>
          <a:prstGeom prst="rect">
            <a:avLst/>
          </a:prstGeom>
          <a:noFill/>
          <a:ln>
            <a:noFill/>
          </a:ln>
        </p:spPr>
      </p:pic>
      <p:grpSp>
        <p:nvGrpSpPr>
          <p:cNvPr id="1282" name="Google Shape;1282;p96"/>
          <p:cNvGrpSpPr/>
          <p:nvPr/>
        </p:nvGrpSpPr>
        <p:grpSpPr>
          <a:xfrm>
            <a:off x="388400" y="4554000"/>
            <a:ext cx="2236996" cy="400826"/>
            <a:chOff x="388400" y="4554000"/>
            <a:chExt cx="2236996" cy="400826"/>
          </a:xfrm>
        </p:grpSpPr>
        <p:pic>
          <p:nvPicPr>
            <p:cNvPr id="1283" name="Google Shape;1283;p96"/>
            <p:cNvPicPr preferRelativeResize="0"/>
            <p:nvPr/>
          </p:nvPicPr>
          <p:blipFill rotWithShape="1">
            <a:blip r:embed="rId4">
              <a:alphaModFix/>
            </a:blip>
            <a:srcRect b="32197" l="15494" r="15487" t="32197"/>
            <a:stretch/>
          </p:blipFill>
          <p:spPr>
            <a:xfrm>
              <a:off x="388400" y="4554001"/>
              <a:ext cx="1118505" cy="400825"/>
            </a:xfrm>
            <a:prstGeom prst="rect">
              <a:avLst/>
            </a:prstGeom>
            <a:noFill/>
            <a:ln>
              <a:noFill/>
            </a:ln>
          </p:spPr>
        </p:pic>
        <p:pic>
          <p:nvPicPr>
            <p:cNvPr id="1284" name="Google Shape;1284;p96"/>
            <p:cNvPicPr preferRelativeResize="0"/>
            <p:nvPr/>
          </p:nvPicPr>
          <p:blipFill rotWithShape="1">
            <a:blip r:embed="rId5">
              <a:alphaModFix/>
            </a:blip>
            <a:srcRect b="-14933" l="-11787" r="-11775" t="-14920"/>
            <a:stretch/>
          </p:blipFill>
          <p:spPr>
            <a:xfrm>
              <a:off x="1506897" y="4554000"/>
              <a:ext cx="1118499" cy="400825"/>
            </a:xfrm>
            <a:prstGeom prst="rect">
              <a:avLst/>
            </a:prstGeom>
            <a:noFill/>
            <a:ln>
              <a:noFill/>
            </a:ln>
          </p:spPr>
        </p:pic>
      </p:grpSp>
      <p:pic>
        <p:nvPicPr>
          <p:cNvPr id="1285" name="Google Shape;1285;p96" title="1105(4).mp4">
            <a:hlinkClick r:id="rId6"/>
          </p:cNvPr>
          <p:cNvPicPr preferRelativeResize="0"/>
          <p:nvPr/>
        </p:nvPicPr>
        <p:blipFill>
          <a:blip r:embed="rId7">
            <a:alphaModFix/>
          </a:blip>
          <a:stretch>
            <a:fillRect/>
          </a:stretch>
        </p:blipFill>
        <p:spPr>
          <a:xfrm>
            <a:off x="1143000" y="0"/>
            <a:ext cx="6858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5"/>
                                        </p:tgtEl>
                                        <p:attrNameLst>
                                          <p:attrName>style.visibility</p:attrName>
                                        </p:attrNameLst>
                                      </p:cBhvr>
                                      <p:to>
                                        <p:strVal val="visible"/>
                                      </p:to>
                                    </p:set>
                                    <p:animEffect filter="fade" transition="in">
                                      <p:cBhvr>
                                        <p:cTn dur="1000"/>
                                        <p:tgtEl>
                                          <p:spTgt spid="12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9" name="Shape 1289"/>
        <p:cNvGrpSpPr/>
        <p:nvPr/>
      </p:nvGrpSpPr>
      <p:grpSpPr>
        <a:xfrm>
          <a:off x="0" y="0"/>
          <a:ext cx="0" cy="0"/>
          <a:chOff x="0" y="0"/>
          <a:chExt cx="0" cy="0"/>
        </a:xfrm>
      </p:grpSpPr>
      <p:sp>
        <p:nvSpPr>
          <p:cNvPr id="1290" name="Google Shape;1290;p97"/>
          <p:cNvSpPr txBox="1"/>
          <p:nvPr>
            <p:ph type="title"/>
          </p:nvPr>
        </p:nvSpPr>
        <p:spPr>
          <a:xfrm>
            <a:off x="863550" y="861875"/>
            <a:ext cx="7416900" cy="1156200"/>
          </a:xfrm>
          <a:prstGeom prst="rect">
            <a:avLst/>
          </a:prstGeom>
        </p:spPr>
        <p:txBody>
          <a:bodyPr anchorCtr="0" anchor="t" bIns="91425" lIns="91425" spcFirstLastPara="1" rIns="91425" wrap="square" tIns="91425">
            <a:noAutofit/>
          </a:bodyPr>
          <a:lstStyle/>
          <a:p>
            <a:pPr indent="0" lvl="0" marL="0" rtl="1" algn="ctr">
              <a:spcBef>
                <a:spcPts val="0"/>
              </a:spcBef>
              <a:spcAft>
                <a:spcPts val="0"/>
              </a:spcAft>
              <a:buNone/>
            </a:pPr>
            <a:r>
              <a:rPr b="1" lang="ar">
                <a:solidFill>
                  <a:srgbClr val="DA2B89"/>
                </a:solidFill>
                <a:latin typeface="IBM Plex Sans Arabic"/>
                <a:ea typeface="IBM Plex Sans Arabic"/>
                <a:cs typeface="IBM Plex Sans Arabic"/>
                <a:sym typeface="IBM Plex Sans Arabic"/>
              </a:rPr>
              <a:t>ماذا بعد؟</a:t>
            </a:r>
            <a:endParaRPr b="1">
              <a:solidFill>
                <a:srgbClr val="DA2B89"/>
              </a:solidFill>
              <a:latin typeface="IBM Plex Sans Arabic"/>
              <a:ea typeface="IBM Plex Sans Arabic"/>
              <a:cs typeface="IBM Plex Sans Arabic"/>
              <a:sym typeface="IBM Plex Sans Arabic"/>
            </a:endParaRPr>
          </a:p>
          <a:p>
            <a:pPr indent="0" lvl="0" marL="0" rtl="1" algn="ctr">
              <a:spcBef>
                <a:spcPts val="0"/>
              </a:spcBef>
              <a:spcAft>
                <a:spcPts val="0"/>
              </a:spcAft>
              <a:buNone/>
            </a:pPr>
            <a:r>
              <a:rPr b="1" lang="ar">
                <a:solidFill>
                  <a:srgbClr val="DA2B89"/>
                </a:solidFill>
                <a:latin typeface="IBM Plex Sans Arabic"/>
                <a:ea typeface="IBM Plex Sans Arabic"/>
                <a:cs typeface="IBM Plex Sans Arabic"/>
                <a:sym typeface="IBM Plex Sans Arabic"/>
              </a:rPr>
              <a:t>تطوير رَويّ</a:t>
            </a:r>
            <a:endParaRPr b="1">
              <a:solidFill>
                <a:srgbClr val="DA2B89"/>
              </a:solidFill>
              <a:latin typeface="IBM Plex Sans Arabic"/>
              <a:ea typeface="IBM Plex Sans Arabic"/>
              <a:cs typeface="IBM Plex Sans Arabic"/>
              <a:sym typeface="IBM Plex Sans Arabic"/>
            </a:endParaRPr>
          </a:p>
        </p:txBody>
      </p:sp>
      <p:sp>
        <p:nvSpPr>
          <p:cNvPr id="1291" name="Google Shape;1291;p97"/>
          <p:cNvSpPr txBox="1"/>
          <p:nvPr>
            <p:ph idx="1" type="body"/>
          </p:nvPr>
        </p:nvSpPr>
        <p:spPr>
          <a:xfrm>
            <a:off x="713100" y="1969700"/>
            <a:ext cx="7717800" cy="2276100"/>
          </a:xfrm>
          <a:prstGeom prst="rect">
            <a:avLst/>
          </a:prstGeom>
        </p:spPr>
        <p:txBody>
          <a:bodyPr anchorCtr="0" anchor="t" bIns="91425" lIns="91425" spcFirstLastPara="1" rIns="91425" wrap="square" tIns="91425">
            <a:noAutofit/>
          </a:bodyPr>
          <a:lstStyle/>
          <a:p>
            <a:pPr indent="-317500" lvl="0" marL="457200" rtl="1" algn="r">
              <a:lnSpc>
                <a:spcPct val="115000"/>
              </a:lnSpc>
              <a:spcBef>
                <a:spcPts val="0"/>
              </a:spcBef>
              <a:spcAft>
                <a:spcPts val="0"/>
              </a:spcAft>
              <a:buSzPts val="1400"/>
              <a:buFont typeface="IBM Plex Sans Arabic"/>
              <a:buChar char="●"/>
            </a:pPr>
            <a:r>
              <a:rPr lang="ar" sz="1400">
                <a:latin typeface="IBM Plex Sans Arabic"/>
                <a:ea typeface="IBM Plex Sans Arabic"/>
                <a:cs typeface="IBM Plex Sans Arabic"/>
                <a:sym typeface="IBM Plex Sans Arabic"/>
              </a:rPr>
              <a:t>مجموعة أكبر من البيانات! </a:t>
            </a:r>
            <a:endParaRPr sz="1400">
              <a:latin typeface="IBM Plex Sans Arabic"/>
              <a:ea typeface="IBM Plex Sans Arabic"/>
              <a:cs typeface="IBM Plex Sans Arabic"/>
              <a:sym typeface="IBM Plex Sans Arabic"/>
            </a:endParaRPr>
          </a:p>
          <a:p>
            <a:pPr indent="-317500" lvl="0" marL="457200" rtl="1" algn="r">
              <a:lnSpc>
                <a:spcPct val="115000"/>
              </a:lnSpc>
              <a:spcBef>
                <a:spcPts val="0"/>
              </a:spcBef>
              <a:spcAft>
                <a:spcPts val="0"/>
              </a:spcAft>
              <a:buSzPts val="1400"/>
              <a:buFont typeface="IBM Plex Sans Arabic"/>
              <a:buChar char="●"/>
            </a:pPr>
            <a:r>
              <a:rPr lang="ar" sz="1400">
                <a:latin typeface="IBM Plex Sans Arabic"/>
                <a:ea typeface="IBM Plex Sans Arabic"/>
                <a:cs typeface="IBM Plex Sans Arabic"/>
                <a:sym typeface="IBM Plex Sans Arabic"/>
              </a:rPr>
              <a:t>مخزون لغوي أكبر!</a:t>
            </a:r>
            <a:endParaRPr sz="1400">
              <a:latin typeface="IBM Plex Sans Arabic"/>
              <a:ea typeface="IBM Plex Sans Arabic"/>
              <a:cs typeface="IBM Plex Sans Arabic"/>
              <a:sym typeface="IBM Plex Sans Arabic"/>
            </a:endParaRPr>
          </a:p>
          <a:p>
            <a:pPr indent="-317500" lvl="0" marL="457200" rtl="1" algn="r">
              <a:lnSpc>
                <a:spcPct val="115000"/>
              </a:lnSpc>
              <a:spcBef>
                <a:spcPts val="0"/>
              </a:spcBef>
              <a:spcAft>
                <a:spcPts val="0"/>
              </a:spcAft>
              <a:buSzPts val="1400"/>
              <a:buFont typeface="IBM Plex Sans Arabic"/>
              <a:buChar char="●"/>
            </a:pPr>
            <a:r>
              <a:rPr lang="ar" sz="1400">
                <a:latin typeface="IBM Plex Sans Arabic"/>
                <a:ea typeface="IBM Plex Sans Arabic"/>
                <a:cs typeface="IBM Plex Sans Arabic"/>
                <a:sym typeface="IBM Plex Sans Arabic"/>
              </a:rPr>
              <a:t>سير الشعراء!</a:t>
            </a:r>
            <a:endParaRPr sz="1400">
              <a:latin typeface="IBM Plex Sans Arabic"/>
              <a:ea typeface="IBM Plex Sans Arabic"/>
              <a:cs typeface="IBM Plex Sans Arabic"/>
              <a:sym typeface="IBM Plex Sans Arabic"/>
            </a:endParaRPr>
          </a:p>
          <a:p>
            <a:pPr indent="-317500" lvl="0" marL="457200" rtl="1" algn="r">
              <a:lnSpc>
                <a:spcPct val="115000"/>
              </a:lnSpc>
              <a:spcBef>
                <a:spcPts val="0"/>
              </a:spcBef>
              <a:spcAft>
                <a:spcPts val="0"/>
              </a:spcAft>
              <a:buSzPts val="1400"/>
              <a:buFont typeface="IBM Plex Sans Arabic"/>
              <a:buChar char="●"/>
            </a:pPr>
            <a:r>
              <a:rPr lang="ar" sz="1400">
                <a:latin typeface="IBM Plex Sans Arabic"/>
                <a:ea typeface="IBM Plex Sans Arabic"/>
                <a:cs typeface="IBM Plex Sans Arabic"/>
                <a:sym typeface="IBM Plex Sans Arabic"/>
              </a:rPr>
              <a:t>حكايا القصائد!</a:t>
            </a:r>
            <a:endParaRPr sz="1400">
              <a:latin typeface="IBM Plex Sans Arabic"/>
              <a:ea typeface="IBM Plex Sans Arabic"/>
              <a:cs typeface="IBM Plex Sans Arabic"/>
              <a:sym typeface="IBM Plex Sans Arabic"/>
            </a:endParaRPr>
          </a:p>
          <a:p>
            <a:pPr indent="-317500" lvl="0" marL="457200" rtl="1" algn="r">
              <a:lnSpc>
                <a:spcPct val="115000"/>
              </a:lnSpc>
              <a:spcBef>
                <a:spcPts val="0"/>
              </a:spcBef>
              <a:spcAft>
                <a:spcPts val="0"/>
              </a:spcAft>
              <a:buSzPts val="1400"/>
              <a:buFont typeface="IBM Plex Sans Arabic"/>
              <a:buChar char="●"/>
            </a:pPr>
            <a:r>
              <a:rPr lang="ar" sz="1400">
                <a:latin typeface="IBM Plex Sans Arabic"/>
                <a:ea typeface="IBM Plex Sans Arabic"/>
                <a:cs typeface="IBM Plex Sans Arabic"/>
                <a:sym typeface="IBM Plex Sans Arabic"/>
              </a:rPr>
              <a:t>بحور وأوزان!</a:t>
            </a:r>
            <a:endParaRPr sz="1400">
              <a:latin typeface="IBM Plex Sans Arabic"/>
              <a:ea typeface="IBM Plex Sans Arabic"/>
              <a:cs typeface="IBM Plex Sans Arabic"/>
              <a:sym typeface="IBM Plex Sans Arabic"/>
            </a:endParaRPr>
          </a:p>
          <a:p>
            <a:pPr indent="-317500" lvl="0" marL="457200" rtl="1" algn="r">
              <a:lnSpc>
                <a:spcPct val="115000"/>
              </a:lnSpc>
              <a:spcBef>
                <a:spcPts val="0"/>
              </a:spcBef>
              <a:spcAft>
                <a:spcPts val="0"/>
              </a:spcAft>
              <a:buSzPts val="1400"/>
              <a:buFont typeface="IBM Plex Sans Arabic"/>
              <a:buChar char="●"/>
            </a:pPr>
            <a:r>
              <a:rPr lang="ar" sz="1400">
                <a:latin typeface="IBM Plex Sans Arabic"/>
                <a:ea typeface="IBM Plex Sans Arabic"/>
                <a:cs typeface="IBM Plex Sans Arabic"/>
                <a:sym typeface="IBM Plex Sans Arabic"/>
              </a:rPr>
              <a:t>صور شعرية!</a:t>
            </a:r>
            <a:endParaRPr sz="1400">
              <a:latin typeface="IBM Plex Sans Arabic"/>
              <a:ea typeface="IBM Plex Sans Arabic"/>
              <a:cs typeface="IBM Plex Sans Arabic"/>
              <a:sym typeface="IBM Plex Sans Arabic"/>
            </a:endParaRPr>
          </a:p>
          <a:p>
            <a:pPr indent="-317500" lvl="0" marL="457200" rtl="1" algn="r">
              <a:lnSpc>
                <a:spcPct val="115000"/>
              </a:lnSpc>
              <a:spcBef>
                <a:spcPts val="0"/>
              </a:spcBef>
              <a:spcAft>
                <a:spcPts val="0"/>
              </a:spcAft>
              <a:buSzPts val="1400"/>
              <a:buFont typeface="IBM Plex Sans Arabic"/>
              <a:buChar char="●"/>
            </a:pPr>
            <a:r>
              <a:rPr lang="ar" sz="1400">
                <a:latin typeface="IBM Plex Sans Arabic"/>
                <a:ea typeface="IBM Plex Sans Arabic"/>
                <a:cs typeface="IBM Plex Sans Arabic"/>
                <a:sym typeface="IBM Plex Sans Arabic"/>
              </a:rPr>
              <a:t>الغرض الشعري!</a:t>
            </a:r>
            <a:endParaRPr b="1" sz="1400">
              <a:latin typeface="IBM Plex Sans Arabic"/>
              <a:ea typeface="IBM Plex Sans Arabic"/>
              <a:cs typeface="IBM Plex Sans Arabic"/>
              <a:sym typeface="IBM Plex Sans Arabic"/>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5" name="Shape 1295"/>
        <p:cNvGrpSpPr/>
        <p:nvPr/>
      </p:nvGrpSpPr>
      <p:grpSpPr>
        <a:xfrm>
          <a:off x="0" y="0"/>
          <a:ext cx="0" cy="0"/>
          <a:chOff x="0" y="0"/>
          <a:chExt cx="0" cy="0"/>
        </a:xfrm>
      </p:grpSpPr>
      <p:sp>
        <p:nvSpPr>
          <p:cNvPr id="1296" name="Google Shape;1296;p98"/>
          <p:cNvSpPr txBox="1"/>
          <p:nvPr>
            <p:ph type="title"/>
          </p:nvPr>
        </p:nvSpPr>
        <p:spPr>
          <a:xfrm>
            <a:off x="863550" y="0"/>
            <a:ext cx="7416900" cy="1156200"/>
          </a:xfrm>
          <a:prstGeom prst="rect">
            <a:avLst/>
          </a:prstGeom>
        </p:spPr>
        <p:txBody>
          <a:bodyPr anchorCtr="0" anchor="t" bIns="91425" lIns="91425" spcFirstLastPara="1" rIns="91425" wrap="square" tIns="91425">
            <a:noAutofit/>
          </a:bodyPr>
          <a:lstStyle/>
          <a:p>
            <a:pPr indent="0" lvl="0" marL="0" rtl="1" algn="ctr">
              <a:spcBef>
                <a:spcPts val="0"/>
              </a:spcBef>
              <a:spcAft>
                <a:spcPts val="0"/>
              </a:spcAft>
              <a:buNone/>
            </a:pPr>
            <a:r>
              <a:rPr b="1" lang="ar">
                <a:solidFill>
                  <a:srgbClr val="DA2B89"/>
                </a:solidFill>
                <a:latin typeface="IBM Plex Sans Arabic"/>
                <a:ea typeface="IBM Plex Sans Arabic"/>
                <a:cs typeface="IBM Plex Sans Arabic"/>
                <a:sym typeface="IBM Plex Sans Arabic"/>
              </a:rPr>
              <a:t>ماذا بعد؟</a:t>
            </a:r>
            <a:endParaRPr b="1">
              <a:solidFill>
                <a:srgbClr val="DA2B89"/>
              </a:solidFill>
              <a:latin typeface="IBM Plex Sans Arabic"/>
              <a:ea typeface="IBM Plex Sans Arabic"/>
              <a:cs typeface="IBM Plex Sans Arabic"/>
              <a:sym typeface="IBM Plex Sans Arabic"/>
            </a:endParaRPr>
          </a:p>
          <a:p>
            <a:pPr indent="0" lvl="0" marL="0" rtl="1" algn="ctr">
              <a:spcBef>
                <a:spcPts val="0"/>
              </a:spcBef>
              <a:spcAft>
                <a:spcPts val="0"/>
              </a:spcAft>
              <a:buNone/>
            </a:pPr>
            <a:r>
              <a:rPr b="1" lang="ar">
                <a:solidFill>
                  <a:srgbClr val="DA2B89"/>
                </a:solidFill>
                <a:latin typeface="IBM Plex Sans Arabic"/>
                <a:ea typeface="IBM Plex Sans Arabic"/>
                <a:cs typeface="IBM Plex Sans Arabic"/>
                <a:sym typeface="IBM Plex Sans Arabic"/>
              </a:rPr>
              <a:t>استدامة رَويّ</a:t>
            </a:r>
            <a:endParaRPr b="1">
              <a:solidFill>
                <a:srgbClr val="DA2B89"/>
              </a:solidFill>
              <a:latin typeface="IBM Plex Sans Arabic"/>
              <a:ea typeface="IBM Plex Sans Arabic"/>
              <a:cs typeface="IBM Plex Sans Arabic"/>
              <a:sym typeface="IBM Plex Sans Arabic"/>
            </a:endParaRPr>
          </a:p>
        </p:txBody>
      </p:sp>
      <p:sp>
        <p:nvSpPr>
          <p:cNvPr id="1297" name="Google Shape;1297;p98"/>
          <p:cNvSpPr txBox="1"/>
          <p:nvPr>
            <p:ph idx="1" type="body"/>
          </p:nvPr>
        </p:nvSpPr>
        <p:spPr>
          <a:xfrm>
            <a:off x="713100" y="1099150"/>
            <a:ext cx="7717800" cy="4044300"/>
          </a:xfrm>
          <a:prstGeom prst="rect">
            <a:avLst/>
          </a:prstGeom>
        </p:spPr>
        <p:txBody>
          <a:bodyPr anchorCtr="0" anchor="t" bIns="91425" lIns="91425" spcFirstLastPara="1" rIns="91425" wrap="square" tIns="91425">
            <a:noAutofit/>
          </a:bodyPr>
          <a:lstStyle/>
          <a:p>
            <a:pPr indent="-317500" lvl="0" marL="457200" rtl="1" algn="r">
              <a:lnSpc>
                <a:spcPct val="115000"/>
              </a:lnSpc>
              <a:spcBef>
                <a:spcPts val="0"/>
              </a:spcBef>
              <a:spcAft>
                <a:spcPts val="0"/>
              </a:spcAft>
              <a:buSzPts val="1400"/>
              <a:buFont typeface="IBM Plex Sans Arabic"/>
              <a:buChar char="●"/>
            </a:pPr>
            <a:r>
              <a:rPr lang="ar" sz="1400">
                <a:latin typeface="IBM Plex Sans Arabic"/>
                <a:ea typeface="IBM Plex Sans Arabic"/>
                <a:cs typeface="IBM Plex Sans Arabic"/>
                <a:sym typeface="IBM Plex Sans Arabic"/>
              </a:rPr>
              <a:t>استدامة المشروع وإضافة الإعراب إلى قائمة المهام!</a:t>
            </a:r>
            <a:endParaRPr sz="1400">
              <a:latin typeface="IBM Plex Sans Arabic"/>
              <a:ea typeface="IBM Plex Sans Arabic"/>
              <a:cs typeface="IBM Plex Sans Arabic"/>
              <a:sym typeface="IBM Plex Sans Arabic"/>
            </a:endParaRPr>
          </a:p>
          <a:p>
            <a:pPr indent="-317500" lvl="0" marL="457200" rtl="1" algn="r">
              <a:lnSpc>
                <a:spcPct val="115000"/>
              </a:lnSpc>
              <a:spcBef>
                <a:spcPts val="0"/>
              </a:spcBef>
              <a:spcAft>
                <a:spcPts val="0"/>
              </a:spcAft>
              <a:buSzPts val="1400"/>
              <a:buFont typeface="IBM Plex Sans Arabic"/>
              <a:buChar char="●"/>
            </a:pPr>
            <a:r>
              <a:rPr b="1" lang="ar" sz="1400">
                <a:latin typeface="IBM Plex Sans Arabic"/>
                <a:ea typeface="IBM Plex Sans Arabic"/>
                <a:cs typeface="IBM Plex Sans Arabic"/>
                <a:sym typeface="IBM Plex Sans Arabic"/>
              </a:rPr>
              <a:t>استدامة المشروع وتقديم الكتب الفكرية والتراثية بلغة معاصرة!</a:t>
            </a:r>
            <a:endParaRPr b="1" sz="1400">
              <a:latin typeface="IBM Plex Sans Arabic"/>
              <a:ea typeface="IBM Plex Sans Arabic"/>
              <a:cs typeface="IBM Plex Sans Arabic"/>
              <a:sym typeface="IBM Plex Sans Arabic"/>
            </a:endParaRPr>
          </a:p>
          <a:p>
            <a:pPr indent="-317500" lvl="0" marL="457200" rtl="1" algn="r">
              <a:lnSpc>
                <a:spcPct val="115000"/>
              </a:lnSpc>
              <a:spcBef>
                <a:spcPts val="0"/>
              </a:spcBef>
              <a:spcAft>
                <a:spcPts val="0"/>
              </a:spcAft>
              <a:buSzPts val="1400"/>
              <a:buFont typeface="IBM Plex Sans Arabic"/>
              <a:buChar char="●"/>
            </a:pPr>
            <a:r>
              <a:rPr b="1" lang="ar" sz="1400">
                <a:latin typeface="IBM Plex Sans Arabic"/>
                <a:ea typeface="IBM Plex Sans Arabic"/>
                <a:cs typeface="IBM Plex Sans Arabic"/>
                <a:sym typeface="IBM Plex Sans Arabic"/>
              </a:rPr>
              <a:t>اختبار نماذج LLM صغيرة (e.g., 7B) تركز على وظيفة محددة وتعمل بتكلفة أقل!</a:t>
            </a:r>
            <a:endParaRPr b="1" sz="1400">
              <a:latin typeface="IBM Plex Sans Arabic"/>
              <a:ea typeface="IBM Plex Sans Arabic"/>
              <a:cs typeface="IBM Plex Sans Arabic"/>
              <a:sym typeface="IBM Plex Sans Arabic"/>
            </a:endParaRPr>
          </a:p>
          <a:p>
            <a:pPr indent="-317500" lvl="0" marL="457200" rtl="1" algn="r">
              <a:lnSpc>
                <a:spcPct val="115000"/>
              </a:lnSpc>
              <a:spcBef>
                <a:spcPts val="0"/>
              </a:spcBef>
              <a:spcAft>
                <a:spcPts val="0"/>
              </a:spcAft>
              <a:buSzPts val="1400"/>
              <a:buFont typeface="IBM Plex Sans Arabic"/>
              <a:buChar char="●"/>
            </a:pPr>
            <a:r>
              <a:rPr b="1" lang="ar" sz="1400">
                <a:latin typeface="IBM Plex Sans Arabic"/>
                <a:ea typeface="IBM Plex Sans Arabic"/>
                <a:cs typeface="IBM Plex Sans Arabic"/>
                <a:sym typeface="IBM Plex Sans Arabic"/>
              </a:rPr>
              <a:t>تطوير رَويّ ليصبح أول أداة شعرية عربية تعمل بالذكاء الاصطناعي تقدم مجموعة متكاملة من الوظائف المتعلقة بالشعر العمودي العربي.</a:t>
            </a:r>
            <a:endParaRPr b="1" sz="1400">
              <a:latin typeface="IBM Plex Sans Arabic"/>
              <a:ea typeface="IBM Plex Sans Arabic"/>
              <a:cs typeface="IBM Plex Sans Arabic"/>
              <a:sym typeface="IBM Plex Sans Arabic"/>
            </a:endParaRPr>
          </a:p>
          <a:p>
            <a:pPr indent="-317500" lvl="0" marL="457200" rtl="1" algn="r">
              <a:lnSpc>
                <a:spcPct val="115000"/>
              </a:lnSpc>
              <a:spcBef>
                <a:spcPts val="0"/>
              </a:spcBef>
              <a:spcAft>
                <a:spcPts val="0"/>
              </a:spcAft>
              <a:buSzPts val="1400"/>
              <a:buFont typeface="IBM Plex Sans Arabic"/>
              <a:buChar char="●"/>
            </a:pPr>
            <a:r>
              <a:rPr b="1" lang="ar" sz="1400">
                <a:latin typeface="IBM Plex Sans Arabic"/>
                <a:ea typeface="IBM Plex Sans Arabic"/>
                <a:cs typeface="IBM Plex Sans Arabic"/>
                <a:sym typeface="IBM Plex Sans Arabic"/>
              </a:rPr>
              <a:t>السعي لاعتماد هذه الأداة بشكل رسمي في الدول العربية التي تسعى للتحول الرقمي والتعليم الذكي.</a:t>
            </a:r>
            <a:endParaRPr b="1" sz="1400">
              <a:latin typeface="IBM Plex Sans Arabic"/>
              <a:ea typeface="IBM Plex Sans Arabic"/>
              <a:cs typeface="IBM Plex Sans Arabic"/>
              <a:sym typeface="IBM Plex Sans Arabic"/>
            </a:endParaRPr>
          </a:p>
          <a:p>
            <a:pPr indent="-317500" lvl="1" marL="914400" rtl="1" algn="r">
              <a:lnSpc>
                <a:spcPct val="115000"/>
              </a:lnSpc>
              <a:spcBef>
                <a:spcPts val="0"/>
              </a:spcBef>
              <a:spcAft>
                <a:spcPts val="0"/>
              </a:spcAft>
              <a:buSzPts val="1400"/>
              <a:buFont typeface="IBM Plex Sans Arabic"/>
              <a:buChar char="○"/>
            </a:pPr>
            <a:r>
              <a:rPr b="1" lang="ar" sz="1400">
                <a:latin typeface="IBM Plex Sans Arabic"/>
                <a:ea typeface="IBM Plex Sans Arabic"/>
                <a:cs typeface="IBM Plex Sans Arabic"/>
                <a:sym typeface="IBM Plex Sans Arabic"/>
              </a:rPr>
              <a:t>التحفيز على النقاش وتبادل الأفكار والنشاط التعليمي التفاعلي، التقييم والواجبات.</a:t>
            </a:r>
            <a:endParaRPr b="1" sz="1400">
              <a:latin typeface="IBM Plex Sans Arabic"/>
              <a:ea typeface="IBM Plex Sans Arabic"/>
              <a:cs typeface="IBM Plex Sans Arabic"/>
              <a:sym typeface="IBM Plex Sans Arabic"/>
            </a:endParaRPr>
          </a:p>
          <a:p>
            <a:pPr indent="-317500" lvl="0" marL="457200" rtl="1" algn="r">
              <a:lnSpc>
                <a:spcPct val="115000"/>
              </a:lnSpc>
              <a:spcBef>
                <a:spcPts val="0"/>
              </a:spcBef>
              <a:spcAft>
                <a:spcPts val="0"/>
              </a:spcAft>
              <a:buSzPts val="1400"/>
              <a:buFont typeface="IBM Plex Sans Arabic"/>
              <a:buChar char="●"/>
            </a:pPr>
            <a:r>
              <a:rPr b="1" lang="ar" sz="1400">
                <a:latin typeface="IBM Plex Sans Arabic"/>
                <a:ea typeface="IBM Plex Sans Arabic"/>
                <a:cs typeface="IBM Plex Sans Arabic"/>
                <a:sym typeface="IBM Plex Sans Arabic"/>
              </a:rPr>
              <a:t>بناء نموذج مالي يضمن الربح من جهة مع إتاحة الوصول المجاني للطلاب والعاملين في القطاع الأكاديمي.</a:t>
            </a:r>
            <a:endParaRPr b="1" sz="1400">
              <a:latin typeface="IBM Plex Sans Arabic"/>
              <a:ea typeface="IBM Plex Sans Arabic"/>
              <a:cs typeface="IBM Plex Sans Arabic"/>
              <a:sym typeface="IBM Plex Sans Arabic"/>
            </a:endParaRPr>
          </a:p>
          <a:p>
            <a:pPr indent="-317500" lvl="0" marL="457200" rtl="1" algn="r">
              <a:lnSpc>
                <a:spcPct val="115000"/>
              </a:lnSpc>
              <a:spcBef>
                <a:spcPts val="0"/>
              </a:spcBef>
              <a:spcAft>
                <a:spcPts val="0"/>
              </a:spcAft>
              <a:buSzPts val="1400"/>
              <a:buFont typeface="IBM Plex Sans Arabic"/>
              <a:buChar char="●"/>
            </a:pPr>
            <a:r>
              <a:rPr b="1" lang="ar" sz="1400">
                <a:latin typeface="IBM Plex Sans Arabic"/>
                <a:ea typeface="IBM Plex Sans Arabic"/>
                <a:cs typeface="IBM Plex Sans Arabic"/>
                <a:sym typeface="IBM Plex Sans Arabic"/>
              </a:rPr>
              <a:t>مشاريع منافسة:</a:t>
            </a:r>
            <a:endParaRPr b="1" sz="1400">
              <a:latin typeface="IBM Plex Sans Arabic"/>
              <a:ea typeface="IBM Plex Sans Arabic"/>
              <a:cs typeface="IBM Plex Sans Arabic"/>
              <a:sym typeface="IBM Plex Sans Arabic"/>
            </a:endParaRPr>
          </a:p>
          <a:p>
            <a:pPr indent="-317500" lvl="1" marL="914400" rtl="1" algn="r">
              <a:lnSpc>
                <a:spcPct val="115000"/>
              </a:lnSpc>
              <a:spcBef>
                <a:spcPts val="0"/>
              </a:spcBef>
              <a:spcAft>
                <a:spcPts val="0"/>
              </a:spcAft>
              <a:buSzPts val="1400"/>
              <a:buFont typeface="IBM Plex Sans Arabic"/>
              <a:buChar char="○"/>
            </a:pPr>
            <a:r>
              <a:rPr b="1" lang="ar" sz="1400">
                <a:latin typeface="IBM Plex Sans Arabic"/>
                <a:ea typeface="IBM Plex Sans Arabic"/>
                <a:cs typeface="IBM Plex Sans Arabic"/>
                <a:sym typeface="IBM Plex Sans Arabic"/>
              </a:rPr>
              <a:t>مختبر الذكاء الشعري (UAE):</a:t>
            </a:r>
            <a:endParaRPr b="1" sz="1400">
              <a:latin typeface="IBM Plex Sans Arabic"/>
              <a:ea typeface="IBM Plex Sans Arabic"/>
              <a:cs typeface="IBM Plex Sans Arabic"/>
              <a:sym typeface="IBM Plex Sans Arabic"/>
            </a:endParaRPr>
          </a:p>
          <a:p>
            <a:pPr indent="-317500" lvl="2" marL="1371600" rtl="1" algn="r">
              <a:lnSpc>
                <a:spcPct val="115000"/>
              </a:lnSpc>
              <a:spcBef>
                <a:spcPts val="0"/>
              </a:spcBef>
              <a:spcAft>
                <a:spcPts val="0"/>
              </a:spcAft>
              <a:buSzPts val="1400"/>
              <a:buFont typeface="IBM Plex Sans Arabic"/>
              <a:buChar char="■"/>
            </a:pPr>
            <a:r>
              <a:rPr b="1" lang="ar" sz="1400">
                <a:latin typeface="IBM Plex Sans Arabic"/>
                <a:ea typeface="IBM Plex Sans Arabic"/>
                <a:cs typeface="IBM Plex Sans Arabic"/>
                <a:sym typeface="IBM Plex Sans Arabic"/>
              </a:rPr>
              <a:t>تحليل عروضي</a:t>
            </a:r>
            <a:endParaRPr b="1" sz="1400">
              <a:latin typeface="IBM Plex Sans Arabic"/>
              <a:ea typeface="IBM Plex Sans Arabic"/>
              <a:cs typeface="IBM Plex Sans Arabic"/>
              <a:sym typeface="IBM Plex Sans Arabic"/>
            </a:endParaRPr>
          </a:p>
          <a:p>
            <a:pPr indent="-317500" lvl="2" marL="1371600" rtl="1" algn="r">
              <a:lnSpc>
                <a:spcPct val="115000"/>
              </a:lnSpc>
              <a:spcBef>
                <a:spcPts val="0"/>
              </a:spcBef>
              <a:spcAft>
                <a:spcPts val="0"/>
              </a:spcAft>
              <a:buSzPts val="1400"/>
              <a:buFont typeface="IBM Plex Sans Arabic"/>
              <a:buChar char="■"/>
            </a:pPr>
            <a:r>
              <a:rPr b="1" lang="ar" sz="1400">
                <a:latin typeface="IBM Plex Sans Arabic"/>
                <a:ea typeface="IBM Plex Sans Arabic"/>
                <a:cs typeface="IBM Plex Sans Arabic"/>
                <a:sym typeface="IBM Plex Sans Arabic"/>
              </a:rPr>
              <a:t>تشكيل الشعر</a:t>
            </a:r>
            <a:endParaRPr b="1" sz="1400">
              <a:latin typeface="IBM Plex Sans Arabic"/>
              <a:ea typeface="IBM Plex Sans Arabic"/>
              <a:cs typeface="IBM Plex Sans Arabic"/>
              <a:sym typeface="IBM Plex Sans Arabic"/>
            </a:endParaRPr>
          </a:p>
          <a:p>
            <a:pPr indent="-317500" lvl="2" marL="1371600" rtl="1" algn="r">
              <a:lnSpc>
                <a:spcPct val="115000"/>
              </a:lnSpc>
              <a:spcBef>
                <a:spcPts val="0"/>
              </a:spcBef>
              <a:spcAft>
                <a:spcPts val="0"/>
              </a:spcAft>
              <a:buSzPts val="1400"/>
              <a:buFont typeface="IBM Plex Sans Arabic"/>
              <a:buChar char="■"/>
            </a:pPr>
            <a:r>
              <a:rPr b="1" lang="ar" sz="1400">
                <a:latin typeface="IBM Plex Sans Arabic"/>
                <a:ea typeface="IBM Plex Sans Arabic"/>
                <a:cs typeface="IBM Plex Sans Arabic"/>
                <a:sym typeface="IBM Plex Sans Arabic"/>
              </a:rPr>
              <a:t>تأليف الشعر</a:t>
            </a:r>
            <a:endParaRPr b="1" sz="1400">
              <a:latin typeface="IBM Plex Sans Arabic"/>
              <a:ea typeface="IBM Plex Sans Arabic"/>
              <a:cs typeface="IBM Plex Sans Arabic"/>
              <a:sym typeface="IBM Plex Sans Arabic"/>
            </a:endParaRPr>
          </a:p>
          <a:p>
            <a:pPr indent="-317500" lvl="1" marL="914400" rtl="1" algn="r">
              <a:lnSpc>
                <a:spcPct val="115000"/>
              </a:lnSpc>
              <a:spcBef>
                <a:spcPts val="0"/>
              </a:spcBef>
              <a:spcAft>
                <a:spcPts val="0"/>
              </a:spcAft>
              <a:buSzPts val="1400"/>
              <a:buFont typeface="IBM Plex Sans Arabic"/>
              <a:buChar char="○"/>
            </a:pPr>
            <a:r>
              <a:rPr b="1" lang="ar" sz="1400">
                <a:latin typeface="IBM Plex Sans Arabic"/>
                <a:ea typeface="IBM Plex Sans Arabic"/>
                <a:cs typeface="IBM Plex Sans Arabic"/>
                <a:sym typeface="IBM Plex Sans Arabic"/>
              </a:rPr>
              <a:t>اعربلي: </a:t>
            </a:r>
            <a:endParaRPr b="1" sz="1400">
              <a:latin typeface="IBM Plex Sans Arabic"/>
              <a:ea typeface="IBM Plex Sans Arabic"/>
              <a:cs typeface="IBM Plex Sans Arabic"/>
              <a:sym typeface="IBM Plex Sans Arabic"/>
            </a:endParaRPr>
          </a:p>
          <a:p>
            <a:pPr indent="-317500" lvl="2" marL="1371600" rtl="1" algn="r">
              <a:lnSpc>
                <a:spcPct val="115000"/>
              </a:lnSpc>
              <a:spcBef>
                <a:spcPts val="0"/>
              </a:spcBef>
              <a:spcAft>
                <a:spcPts val="0"/>
              </a:spcAft>
              <a:buSzPts val="1400"/>
              <a:buFont typeface="IBM Plex Sans Arabic"/>
              <a:buChar char="■"/>
            </a:pPr>
            <a:r>
              <a:rPr b="1" lang="ar" sz="1400">
                <a:latin typeface="IBM Plex Sans Arabic"/>
                <a:ea typeface="IBM Plex Sans Arabic"/>
                <a:cs typeface="IBM Plex Sans Arabic"/>
                <a:sym typeface="IBM Plex Sans Arabic"/>
              </a:rPr>
              <a:t>بحاجة لتشكيل كامل ولا يدعم خاصية الدردشة</a:t>
            </a:r>
            <a:endParaRPr b="1" sz="1400">
              <a:latin typeface="IBM Plex Sans Arabic"/>
              <a:ea typeface="IBM Plex Sans Arabic"/>
              <a:cs typeface="IBM Plex Sans Arabic"/>
              <a:sym typeface="IBM Plex Sans Arabic"/>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1" name="Shape 1301"/>
        <p:cNvGrpSpPr/>
        <p:nvPr/>
      </p:nvGrpSpPr>
      <p:grpSpPr>
        <a:xfrm>
          <a:off x="0" y="0"/>
          <a:ext cx="0" cy="0"/>
          <a:chOff x="0" y="0"/>
          <a:chExt cx="0" cy="0"/>
        </a:xfrm>
      </p:grpSpPr>
      <p:sp>
        <p:nvSpPr>
          <p:cNvPr id="1302" name="Google Shape;1302;p99"/>
          <p:cNvSpPr txBox="1"/>
          <p:nvPr>
            <p:ph type="ctrTitle"/>
          </p:nvPr>
        </p:nvSpPr>
        <p:spPr>
          <a:xfrm>
            <a:off x="1007425" y="1228200"/>
            <a:ext cx="3033000" cy="1942500"/>
          </a:xfrm>
          <a:prstGeom prst="rect">
            <a:avLst/>
          </a:prstGeom>
        </p:spPr>
        <p:txBody>
          <a:bodyPr anchorCtr="0" anchor="b" bIns="91425" lIns="91425" spcFirstLastPara="1" rIns="91425" wrap="square" tIns="91425">
            <a:noAutofit/>
          </a:bodyPr>
          <a:lstStyle/>
          <a:p>
            <a:pPr indent="0" lvl="0" marL="0" rtl="1" algn="r">
              <a:spcBef>
                <a:spcPts val="0"/>
              </a:spcBef>
              <a:spcAft>
                <a:spcPts val="0"/>
              </a:spcAft>
              <a:buNone/>
            </a:pPr>
            <a:r>
              <a:rPr b="1" lang="ar">
                <a:solidFill>
                  <a:srgbClr val="DA2B89"/>
                </a:solidFill>
                <a:latin typeface="IBM Plex Sans Arabic"/>
                <a:ea typeface="IBM Plex Sans Arabic"/>
                <a:cs typeface="IBM Plex Sans Arabic"/>
                <a:sym typeface="IBM Plex Sans Arabic"/>
              </a:rPr>
              <a:t>شكراً</a:t>
            </a:r>
            <a:endParaRPr b="1">
              <a:solidFill>
                <a:srgbClr val="DA2B89"/>
              </a:solidFill>
              <a:latin typeface="IBM Plex Sans Arabic"/>
              <a:ea typeface="IBM Plex Sans Arabic"/>
              <a:cs typeface="IBM Plex Sans Arabic"/>
              <a:sym typeface="IBM Plex Sans Arabic"/>
            </a:endParaRPr>
          </a:p>
        </p:txBody>
      </p:sp>
      <p:pic>
        <p:nvPicPr>
          <p:cNvPr id="1303" name="Google Shape;1303;p99"/>
          <p:cNvPicPr preferRelativeResize="0"/>
          <p:nvPr/>
        </p:nvPicPr>
        <p:blipFill>
          <a:blip r:embed="rId3">
            <a:alphaModFix/>
          </a:blip>
          <a:stretch>
            <a:fillRect/>
          </a:stretch>
        </p:blipFill>
        <p:spPr>
          <a:xfrm>
            <a:off x="388400" y="405475"/>
            <a:ext cx="1220961" cy="522900"/>
          </a:xfrm>
          <a:prstGeom prst="rect">
            <a:avLst/>
          </a:prstGeom>
          <a:noFill/>
          <a:ln>
            <a:noFill/>
          </a:ln>
        </p:spPr>
      </p:pic>
      <p:grpSp>
        <p:nvGrpSpPr>
          <p:cNvPr id="1304" name="Google Shape;1304;p99"/>
          <p:cNvGrpSpPr/>
          <p:nvPr/>
        </p:nvGrpSpPr>
        <p:grpSpPr>
          <a:xfrm>
            <a:off x="388400" y="4554000"/>
            <a:ext cx="2236996" cy="400826"/>
            <a:chOff x="388400" y="4554000"/>
            <a:chExt cx="2236996" cy="400826"/>
          </a:xfrm>
        </p:grpSpPr>
        <p:pic>
          <p:nvPicPr>
            <p:cNvPr id="1305" name="Google Shape;1305;p99"/>
            <p:cNvPicPr preferRelativeResize="0"/>
            <p:nvPr/>
          </p:nvPicPr>
          <p:blipFill rotWithShape="1">
            <a:blip r:embed="rId4">
              <a:alphaModFix/>
            </a:blip>
            <a:srcRect b="32197" l="15494" r="15487" t="32197"/>
            <a:stretch/>
          </p:blipFill>
          <p:spPr>
            <a:xfrm>
              <a:off x="388400" y="4554001"/>
              <a:ext cx="1118505" cy="400825"/>
            </a:xfrm>
            <a:prstGeom prst="rect">
              <a:avLst/>
            </a:prstGeom>
            <a:noFill/>
            <a:ln>
              <a:noFill/>
            </a:ln>
          </p:spPr>
        </p:pic>
        <p:pic>
          <p:nvPicPr>
            <p:cNvPr id="1306" name="Google Shape;1306;p99"/>
            <p:cNvPicPr preferRelativeResize="0"/>
            <p:nvPr/>
          </p:nvPicPr>
          <p:blipFill rotWithShape="1">
            <a:blip r:embed="rId5">
              <a:alphaModFix/>
            </a:blip>
            <a:srcRect b="-14933" l="-11787" r="-11775" t="-14920"/>
            <a:stretch/>
          </p:blipFill>
          <p:spPr>
            <a:xfrm>
              <a:off x="1506897" y="4554000"/>
              <a:ext cx="1118499" cy="400825"/>
            </a:xfrm>
            <a:prstGeom prst="rect">
              <a:avLst/>
            </a:prstGeom>
            <a:noFill/>
            <a:ln>
              <a:noFill/>
            </a:ln>
          </p:spPr>
        </p:pic>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I App Pitch Deck by Slidesgo">
  <a:themeElements>
    <a:clrScheme name="Simple Light">
      <a:dk1>
        <a:srgbClr val="FFFFFF"/>
      </a:dk1>
      <a:lt1>
        <a:srgbClr val="0B0218"/>
      </a:lt1>
      <a:dk2>
        <a:srgbClr val="CEABFF"/>
      </a:dk2>
      <a:lt2>
        <a:srgbClr val="8134EC"/>
      </a:lt2>
      <a:accent1>
        <a:srgbClr val="240155"/>
      </a:accent1>
      <a:accent2>
        <a:srgbClr val="9101BE"/>
      </a:accent2>
      <a:accent3>
        <a:srgbClr val="4654F0"/>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AI App Pitch Deck by Slidesgo">
  <a:themeElements>
    <a:clrScheme name="Simple Light">
      <a:dk1>
        <a:srgbClr val="FFFFFF"/>
      </a:dk1>
      <a:lt1>
        <a:srgbClr val="0B0218"/>
      </a:lt1>
      <a:dk2>
        <a:srgbClr val="CEABFF"/>
      </a:dk2>
      <a:lt2>
        <a:srgbClr val="8134EC"/>
      </a:lt2>
      <a:accent1>
        <a:srgbClr val="240155"/>
      </a:accent1>
      <a:accent2>
        <a:srgbClr val="9101BE"/>
      </a:accent2>
      <a:accent3>
        <a:srgbClr val="4654F0"/>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AI App Pitch Deck by Slidesgo">
  <a:themeElements>
    <a:clrScheme name="Simple Light">
      <a:dk1>
        <a:srgbClr val="FFFFFF"/>
      </a:dk1>
      <a:lt1>
        <a:srgbClr val="0B0218"/>
      </a:lt1>
      <a:dk2>
        <a:srgbClr val="CEABFF"/>
      </a:dk2>
      <a:lt2>
        <a:srgbClr val="8134EC"/>
      </a:lt2>
      <a:accent1>
        <a:srgbClr val="240155"/>
      </a:accent1>
      <a:accent2>
        <a:srgbClr val="9101BE"/>
      </a:accent2>
      <a:accent3>
        <a:srgbClr val="4654F0"/>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